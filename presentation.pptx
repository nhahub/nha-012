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5"/>
  </p:notesMasterIdLst>
  <p:sldIdLst>
    <p:sldId id="256" r:id="rId2"/>
    <p:sldId id="258" r:id="rId3"/>
    <p:sldId id="260" r:id="rId4"/>
    <p:sldId id="319" r:id="rId5"/>
    <p:sldId id="320" r:id="rId6"/>
    <p:sldId id="297" r:id="rId7"/>
    <p:sldId id="259" r:id="rId8"/>
    <p:sldId id="298" r:id="rId9"/>
    <p:sldId id="299" r:id="rId10"/>
    <p:sldId id="300" r:id="rId11"/>
    <p:sldId id="301" r:id="rId12"/>
    <p:sldId id="302" r:id="rId13"/>
    <p:sldId id="267" r:id="rId14"/>
    <p:sldId id="304" r:id="rId15"/>
    <p:sldId id="311" r:id="rId16"/>
    <p:sldId id="318" r:id="rId17"/>
    <p:sldId id="312" r:id="rId18"/>
    <p:sldId id="313" r:id="rId19"/>
    <p:sldId id="314" r:id="rId20"/>
    <p:sldId id="270" r:id="rId21"/>
    <p:sldId id="315" r:id="rId22"/>
    <p:sldId id="316" r:id="rId23"/>
    <p:sldId id="274" r:id="rId24"/>
  </p:sldIdLst>
  <p:sldSz cx="9144000" cy="5143500" type="screen16x9"/>
  <p:notesSz cx="6858000" cy="9144000"/>
  <p:embeddedFontLst>
    <p:embeddedFont>
      <p:font typeface="Bahnschrift" panose="020B0502040204020203" pitchFamily="34" charset="0"/>
      <p:regular r:id="rId26"/>
      <p:bold r:id="rId27"/>
    </p:embeddedFont>
    <p:embeddedFont>
      <p:font typeface="Barlow" panose="00000800000000000000" pitchFamily="2" charset="0"/>
      <p:regular r:id="rId28"/>
      <p:bold r:id="rId29"/>
      <p:italic r:id="rId30"/>
      <p:boldItalic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Nunito Light" pitchFamily="2" charset="0"/>
      <p:regular r:id="rId36"/>
      <p:italic r:id="rId37"/>
    </p:embeddedFont>
    <p:embeddedFont>
      <p:font typeface="Zen Dots" panose="02010600030101010101" charset="0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B7FDBF-1AD3-4F2B-B1D2-63AEDA08C277}">
  <a:tblStyle styleId="{EBB7FDBF-1AD3-4F2B-B1D2-63AEDA08C2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DF92DC1-5699-456B-8B06-B3CEACE5C44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1128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2">
          <a:extLst>
            <a:ext uri="{FF2B5EF4-FFF2-40B4-BE49-F238E27FC236}">
              <a16:creationId xmlns:a16="http://schemas.microsoft.com/office/drawing/2014/main" id="{588D6811-CAAE-1E3B-782D-249F7BDC5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54dda1946d_6_332:notes">
            <a:extLst>
              <a:ext uri="{FF2B5EF4-FFF2-40B4-BE49-F238E27FC236}">
                <a16:creationId xmlns:a16="http://schemas.microsoft.com/office/drawing/2014/main" id="{FA0C4C89-9684-FB0D-B901-B01325234E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54dda1946d_6_332:notes">
            <a:extLst>
              <a:ext uri="{FF2B5EF4-FFF2-40B4-BE49-F238E27FC236}">
                <a16:creationId xmlns:a16="http://schemas.microsoft.com/office/drawing/2014/main" id="{E062924C-D23D-FAF7-818E-DDE03D559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0606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2">
          <a:extLst>
            <a:ext uri="{FF2B5EF4-FFF2-40B4-BE49-F238E27FC236}">
              <a16:creationId xmlns:a16="http://schemas.microsoft.com/office/drawing/2014/main" id="{65110F9B-FEE7-1228-7391-F45D9B9FB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54dda1946d_6_332:notes">
            <a:extLst>
              <a:ext uri="{FF2B5EF4-FFF2-40B4-BE49-F238E27FC236}">
                <a16:creationId xmlns:a16="http://schemas.microsoft.com/office/drawing/2014/main" id="{3FF61A2C-2554-A1E3-241F-7C8C24FFB6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54dda1946d_6_332:notes">
            <a:extLst>
              <a:ext uri="{FF2B5EF4-FFF2-40B4-BE49-F238E27FC236}">
                <a16:creationId xmlns:a16="http://schemas.microsoft.com/office/drawing/2014/main" id="{B3EBDA54-44A7-F60C-5F2D-7EC426000B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434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8">
          <a:extLst>
            <a:ext uri="{FF2B5EF4-FFF2-40B4-BE49-F238E27FC236}">
              <a16:creationId xmlns:a16="http://schemas.microsoft.com/office/drawing/2014/main" id="{2EEE2418-F0E8-3220-894A-FB0A9D91E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54dda1946d_6_308:notes">
            <a:extLst>
              <a:ext uri="{FF2B5EF4-FFF2-40B4-BE49-F238E27FC236}">
                <a16:creationId xmlns:a16="http://schemas.microsoft.com/office/drawing/2014/main" id="{FB8264D3-3983-94F3-7E58-9FC5B6D77A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54dda1946d_6_308:notes">
            <a:extLst>
              <a:ext uri="{FF2B5EF4-FFF2-40B4-BE49-F238E27FC236}">
                <a16:creationId xmlns:a16="http://schemas.microsoft.com/office/drawing/2014/main" id="{8D0AF402-0700-83F2-12CA-808AA02E5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7316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>
          <a:extLst>
            <a:ext uri="{FF2B5EF4-FFF2-40B4-BE49-F238E27FC236}">
              <a16:creationId xmlns:a16="http://schemas.microsoft.com/office/drawing/2014/main" id="{3D2CE25B-CEFC-085A-D596-8EE134A5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54dda1946d_6_322:notes">
            <a:extLst>
              <a:ext uri="{FF2B5EF4-FFF2-40B4-BE49-F238E27FC236}">
                <a16:creationId xmlns:a16="http://schemas.microsoft.com/office/drawing/2014/main" id="{E9768813-E1F7-95E3-5B51-858B3763F5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54dda1946d_6_322:notes">
            <a:extLst>
              <a:ext uri="{FF2B5EF4-FFF2-40B4-BE49-F238E27FC236}">
                <a16:creationId xmlns:a16="http://schemas.microsoft.com/office/drawing/2014/main" id="{FA60EF51-75D4-7186-1542-1353EE80BB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4236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>
          <a:extLst>
            <a:ext uri="{FF2B5EF4-FFF2-40B4-BE49-F238E27FC236}">
              <a16:creationId xmlns:a16="http://schemas.microsoft.com/office/drawing/2014/main" id="{2D39B7BD-4482-6C2E-45E1-1CE7CBD8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54dda1946d_6_322:notes">
            <a:extLst>
              <a:ext uri="{FF2B5EF4-FFF2-40B4-BE49-F238E27FC236}">
                <a16:creationId xmlns:a16="http://schemas.microsoft.com/office/drawing/2014/main" id="{ABF42502-C669-074D-90A3-85FCABD3E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54dda1946d_6_322:notes">
            <a:extLst>
              <a:ext uri="{FF2B5EF4-FFF2-40B4-BE49-F238E27FC236}">
                <a16:creationId xmlns:a16="http://schemas.microsoft.com/office/drawing/2014/main" id="{C14F405F-D33F-D090-C48F-943BF70A7C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9163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>
          <a:extLst>
            <a:ext uri="{FF2B5EF4-FFF2-40B4-BE49-F238E27FC236}">
              <a16:creationId xmlns:a16="http://schemas.microsoft.com/office/drawing/2014/main" id="{A6EE8E31-374A-551B-1203-4B28E0F2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54dda1946d_6_322:notes">
            <a:extLst>
              <a:ext uri="{FF2B5EF4-FFF2-40B4-BE49-F238E27FC236}">
                <a16:creationId xmlns:a16="http://schemas.microsoft.com/office/drawing/2014/main" id="{6167E34F-05F4-94F9-B20F-DFCC6C28D9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54dda1946d_6_322:notes">
            <a:extLst>
              <a:ext uri="{FF2B5EF4-FFF2-40B4-BE49-F238E27FC236}">
                <a16:creationId xmlns:a16="http://schemas.microsoft.com/office/drawing/2014/main" id="{6637F31C-4108-DB9B-24BA-E74BE80C72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5886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>
          <a:extLst>
            <a:ext uri="{FF2B5EF4-FFF2-40B4-BE49-F238E27FC236}">
              <a16:creationId xmlns:a16="http://schemas.microsoft.com/office/drawing/2014/main" id="{BA034955-3785-9FD5-F0CD-C202A4BE6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54dda1946d_6_322:notes">
            <a:extLst>
              <a:ext uri="{FF2B5EF4-FFF2-40B4-BE49-F238E27FC236}">
                <a16:creationId xmlns:a16="http://schemas.microsoft.com/office/drawing/2014/main" id="{6654D6AA-1F5C-AA85-9F13-43D484FAC3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54dda1946d_6_322:notes">
            <a:extLst>
              <a:ext uri="{FF2B5EF4-FFF2-40B4-BE49-F238E27FC236}">
                <a16:creationId xmlns:a16="http://schemas.microsoft.com/office/drawing/2014/main" id="{58ED351C-A888-1806-2088-19892E1A7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6213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8">
          <a:extLst>
            <a:ext uri="{FF2B5EF4-FFF2-40B4-BE49-F238E27FC236}">
              <a16:creationId xmlns:a16="http://schemas.microsoft.com/office/drawing/2014/main" id="{7AC8B988-31AB-8C36-44FF-BE622DD5A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54dda1946d_6_308:notes">
            <a:extLst>
              <a:ext uri="{FF2B5EF4-FFF2-40B4-BE49-F238E27FC236}">
                <a16:creationId xmlns:a16="http://schemas.microsoft.com/office/drawing/2014/main" id="{98FC5BD6-EC30-A387-F460-5507429651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54dda1946d_6_308:notes">
            <a:extLst>
              <a:ext uri="{FF2B5EF4-FFF2-40B4-BE49-F238E27FC236}">
                <a16:creationId xmlns:a16="http://schemas.microsoft.com/office/drawing/2014/main" id="{954B27B1-4B65-F6B7-DC3D-6EBD855796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1169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16241d4a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16241d4a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>
          <a:extLst>
            <a:ext uri="{FF2B5EF4-FFF2-40B4-BE49-F238E27FC236}">
              <a16:creationId xmlns:a16="http://schemas.microsoft.com/office/drawing/2014/main" id="{CC9CCF2B-E2D4-D35A-08E3-AC5F6CFAC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16241d4a31_0_0:notes">
            <a:extLst>
              <a:ext uri="{FF2B5EF4-FFF2-40B4-BE49-F238E27FC236}">
                <a16:creationId xmlns:a16="http://schemas.microsoft.com/office/drawing/2014/main" id="{26D82194-11FD-9755-4ACD-DF29C23271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16241d4a31_0_0:notes">
            <a:extLst>
              <a:ext uri="{FF2B5EF4-FFF2-40B4-BE49-F238E27FC236}">
                <a16:creationId xmlns:a16="http://schemas.microsoft.com/office/drawing/2014/main" id="{B3AAA549-1913-4A2D-6FF2-27913AFBE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220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>
          <a:extLst>
            <a:ext uri="{FF2B5EF4-FFF2-40B4-BE49-F238E27FC236}">
              <a16:creationId xmlns:a16="http://schemas.microsoft.com/office/drawing/2014/main" id="{9E2E24E8-6DE3-BC0C-A80D-DD80863B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16241d4a31_0_0:notes">
            <a:extLst>
              <a:ext uri="{FF2B5EF4-FFF2-40B4-BE49-F238E27FC236}">
                <a16:creationId xmlns:a16="http://schemas.microsoft.com/office/drawing/2014/main" id="{5BCFCED7-E8A3-01AE-F016-B9E9DEC55E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16241d4a31_0_0:notes">
            <a:extLst>
              <a:ext uri="{FF2B5EF4-FFF2-40B4-BE49-F238E27FC236}">
                <a16:creationId xmlns:a16="http://schemas.microsoft.com/office/drawing/2014/main" id="{301E3DDF-C811-52C0-1C1A-CD2D48E49D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190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>
          <a:extLst>
            <a:ext uri="{FF2B5EF4-FFF2-40B4-BE49-F238E27FC236}">
              <a16:creationId xmlns:a16="http://schemas.microsoft.com/office/drawing/2014/main" id="{23D96B8C-624A-5E28-5365-F71C5037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16241d4a31_0_0:notes">
            <a:extLst>
              <a:ext uri="{FF2B5EF4-FFF2-40B4-BE49-F238E27FC236}">
                <a16:creationId xmlns:a16="http://schemas.microsoft.com/office/drawing/2014/main" id="{36482D64-F7BA-AF34-E4E2-91DF27F0FC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16241d4a31_0_0:notes">
            <a:extLst>
              <a:ext uri="{FF2B5EF4-FFF2-40B4-BE49-F238E27FC236}">
                <a16:creationId xmlns:a16="http://schemas.microsoft.com/office/drawing/2014/main" id="{C01997F6-8CA7-D585-EF14-A4118A6EBC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5387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>
          <a:extLst>
            <a:ext uri="{FF2B5EF4-FFF2-40B4-BE49-F238E27FC236}">
              <a16:creationId xmlns:a16="http://schemas.microsoft.com/office/drawing/2014/main" id="{3EFE3AB4-7AEA-3C48-2F3F-761091DD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16241d4a31_0_0:notes">
            <a:extLst>
              <a:ext uri="{FF2B5EF4-FFF2-40B4-BE49-F238E27FC236}">
                <a16:creationId xmlns:a16="http://schemas.microsoft.com/office/drawing/2014/main" id="{98CED15A-4BED-9C16-0145-903DE84B62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16241d4a31_0_0:notes">
            <a:extLst>
              <a:ext uri="{FF2B5EF4-FFF2-40B4-BE49-F238E27FC236}">
                <a16:creationId xmlns:a16="http://schemas.microsoft.com/office/drawing/2014/main" id="{07992703-16AB-3C23-1141-224E741B6E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16172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>
          <a:extLst>
            <a:ext uri="{FF2B5EF4-FFF2-40B4-BE49-F238E27FC236}">
              <a16:creationId xmlns:a16="http://schemas.microsoft.com/office/drawing/2014/main" id="{E34EC4E2-A2A3-E7E2-098B-13431E38A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16241d4a31_0_0:notes">
            <a:extLst>
              <a:ext uri="{FF2B5EF4-FFF2-40B4-BE49-F238E27FC236}">
                <a16:creationId xmlns:a16="http://schemas.microsoft.com/office/drawing/2014/main" id="{21AB4402-45E5-9432-6C88-7C99CDA592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16241d4a31_0_0:notes">
            <a:extLst>
              <a:ext uri="{FF2B5EF4-FFF2-40B4-BE49-F238E27FC236}">
                <a16:creationId xmlns:a16="http://schemas.microsoft.com/office/drawing/2014/main" id="{5E31E5B9-6306-6951-38D1-0BE2634362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23104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8">
          <a:extLst>
            <a:ext uri="{FF2B5EF4-FFF2-40B4-BE49-F238E27FC236}">
              <a16:creationId xmlns:a16="http://schemas.microsoft.com/office/drawing/2014/main" id="{E1671B65-3A9E-1220-D2BD-95C2D0ECD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54dda1946d_6_308:notes">
            <a:extLst>
              <a:ext uri="{FF2B5EF4-FFF2-40B4-BE49-F238E27FC236}">
                <a16:creationId xmlns:a16="http://schemas.microsoft.com/office/drawing/2014/main" id="{29078B44-FF6C-8A94-AD5F-608E682E11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54dda1946d_6_308:notes">
            <a:extLst>
              <a:ext uri="{FF2B5EF4-FFF2-40B4-BE49-F238E27FC236}">
                <a16:creationId xmlns:a16="http://schemas.microsoft.com/office/drawing/2014/main" id="{E0567B23-F08A-3AC0-4DE7-E9EA4E1D66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08407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>
          <a:extLst>
            <a:ext uri="{FF2B5EF4-FFF2-40B4-BE49-F238E27FC236}">
              <a16:creationId xmlns:a16="http://schemas.microsoft.com/office/drawing/2014/main" id="{CC1FF219-B917-F029-5893-7203E0C9C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54dda1946d_4_2720:notes">
            <a:extLst>
              <a:ext uri="{FF2B5EF4-FFF2-40B4-BE49-F238E27FC236}">
                <a16:creationId xmlns:a16="http://schemas.microsoft.com/office/drawing/2014/main" id="{80441E47-EEC6-0ACA-A409-770DC1B2EF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54dda1946d_4_2720:notes">
            <a:extLst>
              <a:ext uri="{FF2B5EF4-FFF2-40B4-BE49-F238E27FC236}">
                <a16:creationId xmlns:a16="http://schemas.microsoft.com/office/drawing/2014/main" id="{04504794-4A9B-C9A8-4224-28A4E70B2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44740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>
          <a:extLst>
            <a:ext uri="{FF2B5EF4-FFF2-40B4-BE49-F238E27FC236}">
              <a16:creationId xmlns:a16="http://schemas.microsoft.com/office/drawing/2014/main" id="{FBF74093-277B-088E-3041-6F364357E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54dda1946d_4_2720:notes">
            <a:extLst>
              <a:ext uri="{FF2B5EF4-FFF2-40B4-BE49-F238E27FC236}">
                <a16:creationId xmlns:a16="http://schemas.microsoft.com/office/drawing/2014/main" id="{A1F7D21B-0F43-64AD-3E4F-E2D4785E0F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54dda1946d_4_2720:notes">
            <a:extLst>
              <a:ext uri="{FF2B5EF4-FFF2-40B4-BE49-F238E27FC236}">
                <a16:creationId xmlns:a16="http://schemas.microsoft.com/office/drawing/2014/main" id="{BEBFA47A-F5E7-069F-FAAE-ACBCB4141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84705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16bb02b26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16bb02b26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867235" y="2998776"/>
            <a:ext cx="5634312" cy="4182456"/>
            <a:chOff x="6005513" y="2100263"/>
            <a:chExt cx="2944814" cy="2185991"/>
          </a:xfrm>
        </p:grpSpPr>
        <p:sp>
          <p:nvSpPr>
            <p:cNvPr id="10" name="Google Shape;10;p2"/>
            <p:cNvSpPr/>
            <p:nvPr/>
          </p:nvSpPr>
          <p:spPr>
            <a:xfrm>
              <a:off x="7761288" y="2465388"/>
              <a:ext cx="1189039" cy="1093788"/>
            </a:xfrm>
            <a:custGeom>
              <a:avLst/>
              <a:gdLst/>
              <a:ahLst/>
              <a:cxnLst/>
              <a:rect l="l" t="t" r="r" b="b"/>
              <a:pathLst>
                <a:path w="1189" h="1091" extrusionOk="0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999413" y="2598738"/>
              <a:ext cx="744538" cy="704850"/>
            </a:xfrm>
            <a:custGeom>
              <a:avLst/>
              <a:gdLst/>
              <a:ahLst/>
              <a:cxnLst/>
              <a:rect l="l" t="t" r="r" b="b"/>
              <a:pathLst>
                <a:path w="744" h="705" extrusionOk="0">
                  <a:moveTo>
                    <a:pt x="140" y="688"/>
                  </a:moveTo>
                  <a:cubicBezTo>
                    <a:pt x="96" y="688"/>
                    <a:pt x="57" y="671"/>
                    <a:pt x="34" y="644"/>
                  </a:cubicBezTo>
                  <a:cubicBezTo>
                    <a:pt x="0" y="604"/>
                    <a:pt x="35" y="515"/>
                    <a:pt x="62" y="450"/>
                  </a:cubicBezTo>
                  <a:cubicBezTo>
                    <a:pt x="69" y="431"/>
                    <a:pt x="76" y="415"/>
                    <a:pt x="80" y="402"/>
                  </a:cubicBezTo>
                  <a:cubicBezTo>
                    <a:pt x="109" y="309"/>
                    <a:pt x="86" y="229"/>
                    <a:pt x="67" y="164"/>
                  </a:cubicBezTo>
                  <a:cubicBezTo>
                    <a:pt x="62" y="148"/>
                    <a:pt x="58" y="133"/>
                    <a:pt x="55" y="119"/>
                  </a:cubicBezTo>
                  <a:cubicBezTo>
                    <a:pt x="48" y="88"/>
                    <a:pt x="60" y="53"/>
                    <a:pt x="87" y="30"/>
                  </a:cubicBezTo>
                  <a:cubicBezTo>
                    <a:pt x="114" y="6"/>
                    <a:pt x="149" y="0"/>
                    <a:pt x="183" y="13"/>
                  </a:cubicBezTo>
                  <a:cubicBezTo>
                    <a:pt x="207" y="21"/>
                    <a:pt x="236" y="39"/>
                    <a:pt x="267" y="58"/>
                  </a:cubicBezTo>
                  <a:cubicBezTo>
                    <a:pt x="338" y="100"/>
                    <a:pt x="426" y="153"/>
                    <a:pt x="498" y="138"/>
                  </a:cubicBezTo>
                  <a:cubicBezTo>
                    <a:pt x="596" y="118"/>
                    <a:pt x="691" y="142"/>
                    <a:pt x="730" y="196"/>
                  </a:cubicBezTo>
                  <a:cubicBezTo>
                    <a:pt x="741" y="211"/>
                    <a:pt x="744" y="228"/>
                    <a:pt x="740" y="246"/>
                  </a:cubicBezTo>
                  <a:cubicBezTo>
                    <a:pt x="731" y="286"/>
                    <a:pt x="685" y="331"/>
                    <a:pt x="607" y="375"/>
                  </a:cubicBezTo>
                  <a:cubicBezTo>
                    <a:pt x="519" y="425"/>
                    <a:pt x="415" y="515"/>
                    <a:pt x="331" y="588"/>
                  </a:cubicBezTo>
                  <a:cubicBezTo>
                    <a:pt x="312" y="604"/>
                    <a:pt x="294" y="619"/>
                    <a:pt x="277" y="634"/>
                  </a:cubicBezTo>
                  <a:cubicBezTo>
                    <a:pt x="232" y="672"/>
                    <a:pt x="183" y="688"/>
                    <a:pt x="140" y="688"/>
                  </a:cubicBezTo>
                  <a:close/>
                  <a:moveTo>
                    <a:pt x="148" y="10"/>
                  </a:moveTo>
                  <a:cubicBezTo>
                    <a:pt x="127" y="10"/>
                    <a:pt x="106" y="18"/>
                    <a:pt x="89" y="33"/>
                  </a:cubicBezTo>
                  <a:cubicBezTo>
                    <a:pt x="64" y="55"/>
                    <a:pt x="52" y="89"/>
                    <a:pt x="59" y="118"/>
                  </a:cubicBezTo>
                  <a:cubicBezTo>
                    <a:pt x="62" y="132"/>
                    <a:pt x="66" y="147"/>
                    <a:pt x="71" y="163"/>
                  </a:cubicBezTo>
                  <a:cubicBezTo>
                    <a:pt x="90" y="228"/>
                    <a:pt x="113" y="309"/>
                    <a:pt x="84" y="403"/>
                  </a:cubicBezTo>
                  <a:cubicBezTo>
                    <a:pt x="80" y="416"/>
                    <a:pt x="73" y="433"/>
                    <a:pt x="66" y="452"/>
                  </a:cubicBezTo>
                  <a:cubicBezTo>
                    <a:pt x="40" y="516"/>
                    <a:pt x="4" y="603"/>
                    <a:pt x="37" y="641"/>
                  </a:cubicBezTo>
                  <a:cubicBezTo>
                    <a:pt x="82" y="694"/>
                    <a:pt x="186" y="705"/>
                    <a:pt x="275" y="630"/>
                  </a:cubicBezTo>
                  <a:cubicBezTo>
                    <a:pt x="291" y="616"/>
                    <a:pt x="309" y="601"/>
                    <a:pt x="328" y="584"/>
                  </a:cubicBezTo>
                  <a:cubicBezTo>
                    <a:pt x="412" y="512"/>
                    <a:pt x="517" y="422"/>
                    <a:pt x="605" y="372"/>
                  </a:cubicBezTo>
                  <a:cubicBezTo>
                    <a:pt x="682" y="328"/>
                    <a:pt x="727" y="284"/>
                    <a:pt x="736" y="245"/>
                  </a:cubicBezTo>
                  <a:cubicBezTo>
                    <a:pt x="740" y="229"/>
                    <a:pt x="736" y="213"/>
                    <a:pt x="726" y="199"/>
                  </a:cubicBezTo>
                  <a:cubicBezTo>
                    <a:pt x="688" y="146"/>
                    <a:pt x="595" y="122"/>
                    <a:pt x="499" y="142"/>
                  </a:cubicBezTo>
                  <a:cubicBezTo>
                    <a:pt x="498" y="140"/>
                    <a:pt x="498" y="140"/>
                    <a:pt x="498" y="140"/>
                  </a:cubicBezTo>
                  <a:cubicBezTo>
                    <a:pt x="499" y="142"/>
                    <a:pt x="499" y="142"/>
                    <a:pt x="499" y="142"/>
                  </a:cubicBezTo>
                  <a:cubicBezTo>
                    <a:pt x="426" y="157"/>
                    <a:pt x="337" y="104"/>
                    <a:pt x="265" y="61"/>
                  </a:cubicBezTo>
                  <a:cubicBezTo>
                    <a:pt x="234" y="43"/>
                    <a:pt x="205" y="25"/>
                    <a:pt x="182" y="16"/>
                  </a:cubicBezTo>
                  <a:cubicBezTo>
                    <a:pt x="171" y="12"/>
                    <a:pt x="159" y="10"/>
                    <a:pt x="148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005513" y="2100263"/>
              <a:ext cx="2233613" cy="2185991"/>
            </a:xfrm>
            <a:custGeom>
              <a:avLst/>
              <a:gdLst/>
              <a:ahLst/>
              <a:cxnLst/>
              <a:rect l="l" t="t" r="r" b="b"/>
              <a:pathLst>
                <a:path w="2232" h="2183" extrusionOk="0">
                  <a:moveTo>
                    <a:pt x="1757" y="2149"/>
                  </a:moveTo>
                  <a:cubicBezTo>
                    <a:pt x="1722" y="2149"/>
                    <a:pt x="1689" y="2143"/>
                    <a:pt x="1661" y="2130"/>
                  </a:cubicBezTo>
                  <a:cubicBezTo>
                    <a:pt x="1543" y="2071"/>
                    <a:pt x="1444" y="2029"/>
                    <a:pt x="1350" y="1996"/>
                  </a:cubicBezTo>
                  <a:cubicBezTo>
                    <a:pt x="1328" y="1989"/>
                    <a:pt x="1228" y="1969"/>
                    <a:pt x="1102" y="1943"/>
                  </a:cubicBezTo>
                  <a:cubicBezTo>
                    <a:pt x="1020" y="1927"/>
                    <a:pt x="928" y="1909"/>
                    <a:pt x="838" y="1890"/>
                  </a:cubicBezTo>
                  <a:cubicBezTo>
                    <a:pt x="653" y="1851"/>
                    <a:pt x="503" y="1742"/>
                    <a:pt x="422" y="1683"/>
                  </a:cubicBezTo>
                  <a:cubicBezTo>
                    <a:pt x="399" y="1666"/>
                    <a:pt x="381" y="1653"/>
                    <a:pt x="369" y="1646"/>
                  </a:cubicBezTo>
                  <a:cubicBezTo>
                    <a:pt x="304" y="1609"/>
                    <a:pt x="179" y="1198"/>
                    <a:pt x="100" y="837"/>
                  </a:cubicBezTo>
                  <a:cubicBezTo>
                    <a:pt x="23" y="484"/>
                    <a:pt x="0" y="239"/>
                    <a:pt x="40" y="184"/>
                  </a:cubicBezTo>
                  <a:cubicBezTo>
                    <a:pt x="40" y="184"/>
                    <a:pt x="40" y="184"/>
                    <a:pt x="40" y="184"/>
                  </a:cubicBezTo>
                  <a:cubicBezTo>
                    <a:pt x="104" y="95"/>
                    <a:pt x="282" y="35"/>
                    <a:pt x="420" y="16"/>
                  </a:cubicBezTo>
                  <a:cubicBezTo>
                    <a:pt x="542" y="0"/>
                    <a:pt x="640" y="13"/>
                    <a:pt x="689" y="52"/>
                  </a:cubicBezTo>
                  <a:cubicBezTo>
                    <a:pt x="821" y="158"/>
                    <a:pt x="920" y="360"/>
                    <a:pt x="938" y="399"/>
                  </a:cubicBezTo>
                  <a:cubicBezTo>
                    <a:pt x="981" y="491"/>
                    <a:pt x="1054" y="604"/>
                    <a:pt x="1154" y="734"/>
                  </a:cubicBezTo>
                  <a:cubicBezTo>
                    <a:pt x="1186" y="776"/>
                    <a:pt x="1241" y="806"/>
                    <a:pt x="1297" y="811"/>
                  </a:cubicBezTo>
                  <a:cubicBezTo>
                    <a:pt x="1336" y="815"/>
                    <a:pt x="1369" y="806"/>
                    <a:pt x="1391" y="786"/>
                  </a:cubicBezTo>
                  <a:cubicBezTo>
                    <a:pt x="1397" y="780"/>
                    <a:pt x="1397" y="780"/>
                    <a:pt x="1397" y="780"/>
                  </a:cubicBezTo>
                  <a:cubicBezTo>
                    <a:pt x="1451" y="733"/>
                    <a:pt x="1516" y="673"/>
                    <a:pt x="1585" y="675"/>
                  </a:cubicBezTo>
                  <a:cubicBezTo>
                    <a:pt x="1708" y="679"/>
                    <a:pt x="1781" y="778"/>
                    <a:pt x="1797" y="813"/>
                  </a:cubicBezTo>
                  <a:cubicBezTo>
                    <a:pt x="1814" y="850"/>
                    <a:pt x="1797" y="1031"/>
                    <a:pt x="1718" y="1078"/>
                  </a:cubicBezTo>
                  <a:cubicBezTo>
                    <a:pt x="1680" y="1100"/>
                    <a:pt x="1623" y="1104"/>
                    <a:pt x="1572" y="1108"/>
                  </a:cubicBezTo>
                  <a:cubicBezTo>
                    <a:pt x="1517" y="1112"/>
                    <a:pt x="1464" y="1116"/>
                    <a:pt x="1450" y="1143"/>
                  </a:cubicBezTo>
                  <a:cubicBezTo>
                    <a:pt x="1419" y="1200"/>
                    <a:pt x="1394" y="1329"/>
                    <a:pt x="1471" y="1384"/>
                  </a:cubicBezTo>
                  <a:cubicBezTo>
                    <a:pt x="1483" y="1392"/>
                    <a:pt x="1495" y="1401"/>
                    <a:pt x="1508" y="1411"/>
                  </a:cubicBezTo>
                  <a:cubicBezTo>
                    <a:pt x="1591" y="1471"/>
                    <a:pt x="1704" y="1553"/>
                    <a:pt x="1788" y="1583"/>
                  </a:cubicBezTo>
                  <a:cubicBezTo>
                    <a:pt x="1829" y="1598"/>
                    <a:pt x="1886" y="1604"/>
                    <a:pt x="1946" y="1611"/>
                  </a:cubicBezTo>
                  <a:cubicBezTo>
                    <a:pt x="2060" y="1625"/>
                    <a:pt x="2178" y="1638"/>
                    <a:pt x="2199" y="1710"/>
                  </a:cubicBezTo>
                  <a:cubicBezTo>
                    <a:pt x="2232" y="1818"/>
                    <a:pt x="2207" y="1965"/>
                    <a:pt x="2096" y="2036"/>
                  </a:cubicBezTo>
                  <a:cubicBezTo>
                    <a:pt x="2015" y="2087"/>
                    <a:pt x="1872" y="2149"/>
                    <a:pt x="1757" y="2149"/>
                  </a:cubicBezTo>
                  <a:close/>
                  <a:moveTo>
                    <a:pt x="518" y="13"/>
                  </a:moveTo>
                  <a:cubicBezTo>
                    <a:pt x="488" y="13"/>
                    <a:pt x="455" y="16"/>
                    <a:pt x="421" y="20"/>
                  </a:cubicBezTo>
                  <a:cubicBezTo>
                    <a:pt x="253" y="43"/>
                    <a:pt x="98" y="111"/>
                    <a:pt x="44" y="186"/>
                  </a:cubicBezTo>
                  <a:cubicBezTo>
                    <a:pt x="4" y="241"/>
                    <a:pt x="27" y="484"/>
                    <a:pt x="104" y="836"/>
                  </a:cubicBezTo>
                  <a:cubicBezTo>
                    <a:pt x="183" y="1196"/>
                    <a:pt x="307" y="1606"/>
                    <a:pt x="371" y="1643"/>
                  </a:cubicBezTo>
                  <a:cubicBezTo>
                    <a:pt x="383" y="1650"/>
                    <a:pt x="401" y="1663"/>
                    <a:pt x="424" y="1679"/>
                  </a:cubicBezTo>
                  <a:cubicBezTo>
                    <a:pt x="505" y="1738"/>
                    <a:pt x="655" y="1847"/>
                    <a:pt x="839" y="1886"/>
                  </a:cubicBezTo>
                  <a:cubicBezTo>
                    <a:pt x="929" y="1905"/>
                    <a:pt x="1021" y="1923"/>
                    <a:pt x="1102" y="1939"/>
                  </a:cubicBezTo>
                  <a:cubicBezTo>
                    <a:pt x="1229" y="1965"/>
                    <a:pt x="1329" y="1985"/>
                    <a:pt x="1351" y="1992"/>
                  </a:cubicBezTo>
                  <a:cubicBezTo>
                    <a:pt x="1446" y="2025"/>
                    <a:pt x="1545" y="2068"/>
                    <a:pt x="1663" y="2126"/>
                  </a:cubicBezTo>
                  <a:cubicBezTo>
                    <a:pt x="1780" y="2183"/>
                    <a:pt x="1989" y="2099"/>
                    <a:pt x="2094" y="2032"/>
                  </a:cubicBezTo>
                  <a:cubicBezTo>
                    <a:pt x="2203" y="1962"/>
                    <a:pt x="2227" y="1818"/>
                    <a:pt x="2195" y="1711"/>
                  </a:cubicBezTo>
                  <a:cubicBezTo>
                    <a:pt x="2174" y="1642"/>
                    <a:pt x="2058" y="1628"/>
                    <a:pt x="1946" y="1616"/>
                  </a:cubicBezTo>
                  <a:cubicBezTo>
                    <a:pt x="1885" y="1609"/>
                    <a:pt x="1828" y="1602"/>
                    <a:pt x="1787" y="1587"/>
                  </a:cubicBezTo>
                  <a:cubicBezTo>
                    <a:pt x="1702" y="1556"/>
                    <a:pt x="1588" y="1474"/>
                    <a:pt x="1506" y="1414"/>
                  </a:cubicBezTo>
                  <a:cubicBezTo>
                    <a:pt x="1493" y="1405"/>
                    <a:pt x="1480" y="1396"/>
                    <a:pt x="1469" y="1388"/>
                  </a:cubicBezTo>
                  <a:cubicBezTo>
                    <a:pt x="1385" y="1328"/>
                    <a:pt x="1418" y="1193"/>
                    <a:pt x="1446" y="1141"/>
                  </a:cubicBezTo>
                  <a:cubicBezTo>
                    <a:pt x="1462" y="1112"/>
                    <a:pt x="1513" y="1108"/>
                    <a:pt x="1572" y="1104"/>
                  </a:cubicBezTo>
                  <a:cubicBezTo>
                    <a:pt x="1622" y="1100"/>
                    <a:pt x="1679" y="1096"/>
                    <a:pt x="1716" y="1074"/>
                  </a:cubicBezTo>
                  <a:cubicBezTo>
                    <a:pt x="1794" y="1028"/>
                    <a:pt x="1810" y="851"/>
                    <a:pt x="1793" y="815"/>
                  </a:cubicBezTo>
                  <a:cubicBezTo>
                    <a:pt x="1777" y="781"/>
                    <a:pt x="1706" y="683"/>
                    <a:pt x="1584" y="679"/>
                  </a:cubicBezTo>
                  <a:cubicBezTo>
                    <a:pt x="1583" y="679"/>
                    <a:pt x="1582" y="679"/>
                    <a:pt x="1581" y="679"/>
                  </a:cubicBezTo>
                  <a:cubicBezTo>
                    <a:pt x="1516" y="679"/>
                    <a:pt x="1452" y="737"/>
                    <a:pt x="1400" y="784"/>
                  </a:cubicBezTo>
                  <a:cubicBezTo>
                    <a:pt x="1394" y="789"/>
                    <a:pt x="1394" y="789"/>
                    <a:pt x="1394" y="789"/>
                  </a:cubicBezTo>
                  <a:cubicBezTo>
                    <a:pt x="1371" y="810"/>
                    <a:pt x="1337" y="819"/>
                    <a:pt x="1296" y="815"/>
                  </a:cubicBezTo>
                  <a:cubicBezTo>
                    <a:pt x="1239" y="810"/>
                    <a:pt x="1183" y="780"/>
                    <a:pt x="1150" y="737"/>
                  </a:cubicBezTo>
                  <a:cubicBezTo>
                    <a:pt x="1050" y="606"/>
                    <a:pt x="978" y="493"/>
                    <a:pt x="934" y="401"/>
                  </a:cubicBezTo>
                  <a:cubicBezTo>
                    <a:pt x="916" y="362"/>
                    <a:pt x="817" y="161"/>
                    <a:pt x="686" y="55"/>
                  </a:cubicBezTo>
                  <a:cubicBezTo>
                    <a:pt x="652" y="27"/>
                    <a:pt x="593" y="13"/>
                    <a:pt x="518" y="1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396163" y="3679826"/>
              <a:ext cx="630238" cy="492124"/>
            </a:xfrm>
            <a:custGeom>
              <a:avLst/>
              <a:gdLst/>
              <a:ahLst/>
              <a:cxnLst/>
              <a:rect l="l" t="t" r="r" b="b"/>
              <a:pathLst>
                <a:path w="631" h="491" extrusionOk="0">
                  <a:moveTo>
                    <a:pt x="395" y="458"/>
                  </a:moveTo>
                  <a:cubicBezTo>
                    <a:pt x="376" y="458"/>
                    <a:pt x="357" y="453"/>
                    <a:pt x="339" y="443"/>
                  </a:cubicBezTo>
                  <a:cubicBezTo>
                    <a:pt x="256" y="396"/>
                    <a:pt x="73" y="283"/>
                    <a:pt x="35" y="233"/>
                  </a:cubicBezTo>
                  <a:cubicBezTo>
                    <a:pt x="9" y="198"/>
                    <a:pt x="0" y="103"/>
                    <a:pt x="28" y="45"/>
                  </a:cubicBezTo>
                  <a:cubicBezTo>
                    <a:pt x="40" y="18"/>
                    <a:pt x="60" y="3"/>
                    <a:pt x="83" y="2"/>
                  </a:cubicBezTo>
                  <a:cubicBezTo>
                    <a:pt x="136" y="0"/>
                    <a:pt x="198" y="40"/>
                    <a:pt x="252" y="75"/>
                  </a:cubicBezTo>
                  <a:cubicBezTo>
                    <a:pt x="282" y="94"/>
                    <a:pt x="311" y="113"/>
                    <a:pt x="334" y="121"/>
                  </a:cubicBezTo>
                  <a:cubicBezTo>
                    <a:pt x="400" y="146"/>
                    <a:pt x="506" y="152"/>
                    <a:pt x="570" y="155"/>
                  </a:cubicBezTo>
                  <a:cubicBezTo>
                    <a:pt x="580" y="156"/>
                    <a:pt x="580" y="156"/>
                    <a:pt x="580" y="156"/>
                  </a:cubicBezTo>
                  <a:cubicBezTo>
                    <a:pt x="596" y="157"/>
                    <a:pt x="607" y="166"/>
                    <a:pt x="614" y="182"/>
                  </a:cubicBezTo>
                  <a:cubicBezTo>
                    <a:pt x="631" y="224"/>
                    <a:pt x="615" y="307"/>
                    <a:pt x="582" y="345"/>
                  </a:cubicBezTo>
                  <a:cubicBezTo>
                    <a:pt x="549" y="383"/>
                    <a:pt x="473" y="458"/>
                    <a:pt x="395" y="458"/>
                  </a:cubicBezTo>
                  <a:close/>
                  <a:moveTo>
                    <a:pt x="87" y="6"/>
                  </a:moveTo>
                  <a:cubicBezTo>
                    <a:pt x="86" y="6"/>
                    <a:pt x="85" y="6"/>
                    <a:pt x="83" y="7"/>
                  </a:cubicBezTo>
                  <a:cubicBezTo>
                    <a:pt x="61" y="7"/>
                    <a:pt x="43" y="21"/>
                    <a:pt x="31" y="47"/>
                  </a:cubicBezTo>
                  <a:cubicBezTo>
                    <a:pt x="5" y="102"/>
                    <a:pt x="14" y="197"/>
                    <a:pt x="39" y="230"/>
                  </a:cubicBezTo>
                  <a:cubicBezTo>
                    <a:pt x="76" y="280"/>
                    <a:pt x="259" y="392"/>
                    <a:pt x="341" y="439"/>
                  </a:cubicBezTo>
                  <a:cubicBezTo>
                    <a:pt x="433" y="491"/>
                    <a:pt x="538" y="388"/>
                    <a:pt x="579" y="342"/>
                  </a:cubicBezTo>
                  <a:cubicBezTo>
                    <a:pt x="611" y="305"/>
                    <a:pt x="627" y="224"/>
                    <a:pt x="610" y="184"/>
                  </a:cubicBezTo>
                  <a:cubicBezTo>
                    <a:pt x="604" y="169"/>
                    <a:pt x="594" y="161"/>
                    <a:pt x="580" y="160"/>
                  </a:cubicBezTo>
                  <a:cubicBezTo>
                    <a:pt x="570" y="160"/>
                    <a:pt x="570" y="160"/>
                    <a:pt x="570" y="160"/>
                  </a:cubicBezTo>
                  <a:cubicBezTo>
                    <a:pt x="506" y="156"/>
                    <a:pt x="399" y="150"/>
                    <a:pt x="333" y="125"/>
                  </a:cubicBezTo>
                  <a:cubicBezTo>
                    <a:pt x="309" y="116"/>
                    <a:pt x="280" y="98"/>
                    <a:pt x="250" y="78"/>
                  </a:cubicBezTo>
                  <a:cubicBezTo>
                    <a:pt x="198" y="45"/>
                    <a:pt x="138" y="6"/>
                    <a:pt x="87" y="6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188075" y="2254251"/>
              <a:ext cx="1154113" cy="1617665"/>
            </a:xfrm>
            <a:custGeom>
              <a:avLst/>
              <a:gdLst/>
              <a:ahLst/>
              <a:cxnLst/>
              <a:rect l="l" t="t" r="r" b="b"/>
              <a:pathLst>
                <a:path w="1154" h="1615" extrusionOk="0">
                  <a:moveTo>
                    <a:pt x="838" y="1607"/>
                  </a:moveTo>
                  <a:cubicBezTo>
                    <a:pt x="799" y="1607"/>
                    <a:pt x="760" y="1598"/>
                    <a:pt x="722" y="1581"/>
                  </a:cubicBezTo>
                  <a:cubicBezTo>
                    <a:pt x="555" y="1501"/>
                    <a:pt x="192" y="1237"/>
                    <a:pt x="153" y="1155"/>
                  </a:cubicBezTo>
                  <a:cubicBezTo>
                    <a:pt x="116" y="1079"/>
                    <a:pt x="56" y="680"/>
                    <a:pt x="31" y="509"/>
                  </a:cubicBezTo>
                  <a:cubicBezTo>
                    <a:pt x="28" y="489"/>
                    <a:pt x="25" y="473"/>
                    <a:pt x="23" y="461"/>
                  </a:cubicBezTo>
                  <a:cubicBezTo>
                    <a:pt x="0" y="309"/>
                    <a:pt x="9" y="72"/>
                    <a:pt x="128" y="41"/>
                  </a:cubicBezTo>
                  <a:cubicBezTo>
                    <a:pt x="287" y="0"/>
                    <a:pt x="477" y="16"/>
                    <a:pt x="544" y="146"/>
                  </a:cubicBezTo>
                  <a:cubicBezTo>
                    <a:pt x="591" y="237"/>
                    <a:pt x="667" y="366"/>
                    <a:pt x="712" y="444"/>
                  </a:cubicBezTo>
                  <a:cubicBezTo>
                    <a:pt x="728" y="470"/>
                    <a:pt x="740" y="491"/>
                    <a:pt x="747" y="504"/>
                  </a:cubicBezTo>
                  <a:cubicBezTo>
                    <a:pt x="795" y="589"/>
                    <a:pt x="937" y="715"/>
                    <a:pt x="1020" y="757"/>
                  </a:cubicBezTo>
                  <a:cubicBezTo>
                    <a:pt x="1104" y="802"/>
                    <a:pt x="1154" y="983"/>
                    <a:pt x="1128" y="1081"/>
                  </a:cubicBezTo>
                  <a:cubicBezTo>
                    <a:pt x="1103" y="1172"/>
                    <a:pt x="1058" y="1341"/>
                    <a:pt x="1054" y="1446"/>
                  </a:cubicBezTo>
                  <a:cubicBezTo>
                    <a:pt x="1052" y="1492"/>
                    <a:pt x="1019" y="1540"/>
                    <a:pt x="967" y="1572"/>
                  </a:cubicBezTo>
                  <a:cubicBezTo>
                    <a:pt x="928" y="1595"/>
                    <a:pt x="883" y="1607"/>
                    <a:pt x="838" y="1607"/>
                  </a:cubicBezTo>
                  <a:close/>
                  <a:moveTo>
                    <a:pt x="129" y="43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3" y="76"/>
                    <a:pt x="5" y="310"/>
                    <a:pt x="28" y="460"/>
                  </a:cubicBezTo>
                  <a:cubicBezTo>
                    <a:pt x="29" y="472"/>
                    <a:pt x="32" y="489"/>
                    <a:pt x="35" y="509"/>
                  </a:cubicBezTo>
                  <a:cubicBezTo>
                    <a:pt x="61" y="679"/>
                    <a:pt x="121" y="1078"/>
                    <a:pt x="157" y="1153"/>
                  </a:cubicBezTo>
                  <a:cubicBezTo>
                    <a:pt x="196" y="1235"/>
                    <a:pt x="557" y="1497"/>
                    <a:pt x="724" y="1577"/>
                  </a:cubicBezTo>
                  <a:cubicBezTo>
                    <a:pt x="803" y="1615"/>
                    <a:pt x="893" y="1611"/>
                    <a:pt x="965" y="1568"/>
                  </a:cubicBezTo>
                  <a:cubicBezTo>
                    <a:pt x="1016" y="1537"/>
                    <a:pt x="1048" y="1491"/>
                    <a:pt x="1050" y="1446"/>
                  </a:cubicBezTo>
                  <a:cubicBezTo>
                    <a:pt x="1053" y="1340"/>
                    <a:pt x="1099" y="1171"/>
                    <a:pt x="1124" y="1080"/>
                  </a:cubicBezTo>
                  <a:cubicBezTo>
                    <a:pt x="1150" y="983"/>
                    <a:pt x="1101" y="805"/>
                    <a:pt x="1018" y="761"/>
                  </a:cubicBezTo>
                  <a:cubicBezTo>
                    <a:pt x="935" y="718"/>
                    <a:pt x="792" y="592"/>
                    <a:pt x="744" y="506"/>
                  </a:cubicBezTo>
                  <a:cubicBezTo>
                    <a:pt x="737" y="493"/>
                    <a:pt x="724" y="472"/>
                    <a:pt x="709" y="446"/>
                  </a:cubicBezTo>
                  <a:cubicBezTo>
                    <a:pt x="663" y="368"/>
                    <a:pt x="587" y="239"/>
                    <a:pt x="541" y="147"/>
                  </a:cubicBezTo>
                  <a:cubicBezTo>
                    <a:pt x="475" y="20"/>
                    <a:pt x="287" y="4"/>
                    <a:pt x="129" y="45"/>
                  </a:cubicBezTo>
                  <a:lnTo>
                    <a:pt x="129" y="43"/>
                  </a:ln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350000" y="2447926"/>
              <a:ext cx="760414" cy="1200151"/>
            </a:xfrm>
            <a:custGeom>
              <a:avLst/>
              <a:gdLst/>
              <a:ahLst/>
              <a:cxnLst/>
              <a:rect l="l" t="t" r="r" b="b"/>
              <a:pathLst>
                <a:path w="759" h="1199" extrusionOk="0">
                  <a:moveTo>
                    <a:pt x="589" y="1199"/>
                  </a:moveTo>
                  <a:cubicBezTo>
                    <a:pt x="522" y="1199"/>
                    <a:pt x="413" y="1109"/>
                    <a:pt x="324" y="1035"/>
                  </a:cubicBezTo>
                  <a:cubicBezTo>
                    <a:pt x="275" y="995"/>
                    <a:pt x="233" y="960"/>
                    <a:pt x="205" y="945"/>
                  </a:cubicBezTo>
                  <a:cubicBezTo>
                    <a:pt x="117" y="897"/>
                    <a:pt x="38" y="709"/>
                    <a:pt x="30" y="585"/>
                  </a:cubicBezTo>
                  <a:cubicBezTo>
                    <a:pt x="29" y="568"/>
                    <a:pt x="29" y="568"/>
                    <a:pt x="29" y="568"/>
                  </a:cubicBezTo>
                  <a:cubicBezTo>
                    <a:pt x="20" y="424"/>
                    <a:pt x="0" y="87"/>
                    <a:pt x="57" y="33"/>
                  </a:cubicBezTo>
                  <a:cubicBezTo>
                    <a:pt x="81" y="11"/>
                    <a:pt x="120" y="0"/>
                    <a:pt x="164" y="5"/>
                  </a:cubicBezTo>
                  <a:cubicBezTo>
                    <a:pt x="228" y="12"/>
                    <a:pt x="290" y="48"/>
                    <a:pt x="326" y="100"/>
                  </a:cubicBezTo>
                  <a:cubicBezTo>
                    <a:pt x="353" y="140"/>
                    <a:pt x="375" y="197"/>
                    <a:pt x="397" y="257"/>
                  </a:cubicBezTo>
                  <a:cubicBezTo>
                    <a:pt x="428" y="339"/>
                    <a:pt x="460" y="425"/>
                    <a:pt x="510" y="461"/>
                  </a:cubicBezTo>
                  <a:cubicBezTo>
                    <a:pt x="523" y="471"/>
                    <a:pt x="538" y="481"/>
                    <a:pt x="554" y="492"/>
                  </a:cubicBezTo>
                  <a:cubicBezTo>
                    <a:pt x="640" y="550"/>
                    <a:pt x="759" y="630"/>
                    <a:pt x="743" y="762"/>
                  </a:cubicBezTo>
                  <a:cubicBezTo>
                    <a:pt x="742" y="772"/>
                    <a:pt x="741" y="783"/>
                    <a:pt x="739" y="794"/>
                  </a:cubicBezTo>
                  <a:cubicBezTo>
                    <a:pt x="721" y="950"/>
                    <a:pt x="696" y="1164"/>
                    <a:pt x="609" y="1196"/>
                  </a:cubicBezTo>
                  <a:cubicBezTo>
                    <a:pt x="603" y="1198"/>
                    <a:pt x="596" y="1199"/>
                    <a:pt x="589" y="1199"/>
                  </a:cubicBezTo>
                  <a:close/>
                  <a:moveTo>
                    <a:pt x="143" y="8"/>
                  </a:moveTo>
                  <a:cubicBezTo>
                    <a:pt x="109" y="8"/>
                    <a:pt x="79" y="18"/>
                    <a:pt x="60" y="36"/>
                  </a:cubicBezTo>
                  <a:cubicBezTo>
                    <a:pt x="4" y="89"/>
                    <a:pt x="25" y="436"/>
                    <a:pt x="33" y="567"/>
                  </a:cubicBezTo>
                  <a:cubicBezTo>
                    <a:pt x="34" y="585"/>
                    <a:pt x="34" y="585"/>
                    <a:pt x="34" y="585"/>
                  </a:cubicBezTo>
                  <a:cubicBezTo>
                    <a:pt x="42" y="708"/>
                    <a:pt x="120" y="894"/>
                    <a:pt x="207" y="941"/>
                  </a:cubicBezTo>
                  <a:cubicBezTo>
                    <a:pt x="236" y="957"/>
                    <a:pt x="278" y="992"/>
                    <a:pt x="327" y="1032"/>
                  </a:cubicBezTo>
                  <a:cubicBezTo>
                    <a:pt x="415" y="1105"/>
                    <a:pt x="523" y="1195"/>
                    <a:pt x="589" y="1195"/>
                  </a:cubicBezTo>
                  <a:cubicBezTo>
                    <a:pt x="595" y="1195"/>
                    <a:pt x="602" y="1194"/>
                    <a:pt x="608" y="1192"/>
                  </a:cubicBezTo>
                  <a:cubicBezTo>
                    <a:pt x="693" y="1161"/>
                    <a:pt x="717" y="949"/>
                    <a:pt x="735" y="793"/>
                  </a:cubicBezTo>
                  <a:cubicBezTo>
                    <a:pt x="737" y="782"/>
                    <a:pt x="738" y="772"/>
                    <a:pt x="739" y="762"/>
                  </a:cubicBezTo>
                  <a:cubicBezTo>
                    <a:pt x="755" y="632"/>
                    <a:pt x="637" y="553"/>
                    <a:pt x="552" y="495"/>
                  </a:cubicBezTo>
                  <a:cubicBezTo>
                    <a:pt x="536" y="485"/>
                    <a:pt x="520" y="474"/>
                    <a:pt x="507" y="465"/>
                  </a:cubicBezTo>
                  <a:cubicBezTo>
                    <a:pt x="457" y="427"/>
                    <a:pt x="425" y="341"/>
                    <a:pt x="393" y="258"/>
                  </a:cubicBezTo>
                  <a:cubicBezTo>
                    <a:pt x="371" y="198"/>
                    <a:pt x="350" y="142"/>
                    <a:pt x="322" y="102"/>
                  </a:cubicBezTo>
                  <a:cubicBezTo>
                    <a:pt x="287" y="52"/>
                    <a:pt x="226" y="16"/>
                    <a:pt x="163" y="9"/>
                  </a:cubicBezTo>
                  <a:cubicBezTo>
                    <a:pt x="157" y="8"/>
                    <a:pt x="150" y="8"/>
                    <a:pt x="143" y="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461125" y="2625726"/>
              <a:ext cx="290513" cy="466725"/>
            </a:xfrm>
            <a:custGeom>
              <a:avLst/>
              <a:gdLst/>
              <a:ahLst/>
              <a:cxnLst/>
              <a:rect l="l" t="t" r="r" b="b"/>
              <a:pathLst>
                <a:path w="291" h="465" extrusionOk="0">
                  <a:moveTo>
                    <a:pt x="128" y="464"/>
                  </a:moveTo>
                  <a:cubicBezTo>
                    <a:pt x="99" y="464"/>
                    <a:pt x="73" y="455"/>
                    <a:pt x="52" y="437"/>
                  </a:cubicBezTo>
                  <a:cubicBezTo>
                    <a:pt x="18" y="408"/>
                    <a:pt x="0" y="358"/>
                    <a:pt x="1" y="302"/>
                  </a:cubicBezTo>
                  <a:cubicBezTo>
                    <a:pt x="2" y="273"/>
                    <a:pt x="13" y="22"/>
                    <a:pt x="67" y="10"/>
                  </a:cubicBezTo>
                  <a:cubicBezTo>
                    <a:pt x="110" y="0"/>
                    <a:pt x="192" y="41"/>
                    <a:pt x="216" y="125"/>
                  </a:cubicBezTo>
                  <a:cubicBezTo>
                    <a:pt x="225" y="155"/>
                    <a:pt x="230" y="184"/>
                    <a:pt x="235" y="212"/>
                  </a:cubicBezTo>
                  <a:cubicBezTo>
                    <a:pt x="244" y="260"/>
                    <a:pt x="253" y="306"/>
                    <a:pt x="276" y="343"/>
                  </a:cubicBezTo>
                  <a:cubicBezTo>
                    <a:pt x="288" y="363"/>
                    <a:pt x="291" y="381"/>
                    <a:pt x="284" y="397"/>
                  </a:cubicBezTo>
                  <a:cubicBezTo>
                    <a:pt x="272" y="425"/>
                    <a:pt x="229" y="447"/>
                    <a:pt x="158" y="461"/>
                  </a:cubicBezTo>
                  <a:cubicBezTo>
                    <a:pt x="148" y="463"/>
                    <a:pt x="138" y="464"/>
                    <a:pt x="128" y="464"/>
                  </a:cubicBezTo>
                  <a:close/>
                  <a:moveTo>
                    <a:pt x="81" y="12"/>
                  </a:moveTo>
                  <a:cubicBezTo>
                    <a:pt x="76" y="12"/>
                    <a:pt x="72" y="13"/>
                    <a:pt x="67" y="14"/>
                  </a:cubicBezTo>
                  <a:cubicBezTo>
                    <a:pt x="26" y="23"/>
                    <a:pt x="9" y="206"/>
                    <a:pt x="6" y="302"/>
                  </a:cubicBezTo>
                  <a:cubicBezTo>
                    <a:pt x="4" y="356"/>
                    <a:pt x="22" y="406"/>
                    <a:pt x="55" y="433"/>
                  </a:cubicBezTo>
                  <a:cubicBezTo>
                    <a:pt x="82" y="457"/>
                    <a:pt x="117" y="465"/>
                    <a:pt x="157" y="457"/>
                  </a:cubicBezTo>
                  <a:cubicBezTo>
                    <a:pt x="227" y="443"/>
                    <a:pt x="269" y="422"/>
                    <a:pt x="280" y="396"/>
                  </a:cubicBezTo>
                  <a:cubicBezTo>
                    <a:pt x="287" y="381"/>
                    <a:pt x="284" y="364"/>
                    <a:pt x="272" y="346"/>
                  </a:cubicBezTo>
                  <a:cubicBezTo>
                    <a:pt x="249" y="308"/>
                    <a:pt x="240" y="261"/>
                    <a:pt x="231" y="212"/>
                  </a:cubicBezTo>
                  <a:cubicBezTo>
                    <a:pt x="226" y="185"/>
                    <a:pt x="221" y="156"/>
                    <a:pt x="212" y="126"/>
                  </a:cubicBezTo>
                  <a:cubicBezTo>
                    <a:pt x="191" y="52"/>
                    <a:pt x="124" y="12"/>
                    <a:pt x="8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12063" y="3835401"/>
              <a:ext cx="300038" cy="193675"/>
            </a:xfrm>
            <a:custGeom>
              <a:avLst/>
              <a:gdLst/>
              <a:ahLst/>
              <a:cxnLst/>
              <a:rect l="l" t="t" r="r" b="b"/>
              <a:pathLst>
                <a:path w="299" h="192" extrusionOk="0">
                  <a:moveTo>
                    <a:pt x="202" y="185"/>
                  </a:moveTo>
                  <a:cubicBezTo>
                    <a:pt x="178" y="185"/>
                    <a:pt x="156" y="174"/>
                    <a:pt x="135" y="164"/>
                  </a:cubicBezTo>
                  <a:cubicBezTo>
                    <a:pt x="132" y="162"/>
                    <a:pt x="132" y="162"/>
                    <a:pt x="132" y="162"/>
                  </a:cubicBezTo>
                  <a:cubicBezTo>
                    <a:pt x="103" y="147"/>
                    <a:pt x="42" y="117"/>
                    <a:pt x="21" y="96"/>
                  </a:cubicBezTo>
                  <a:cubicBezTo>
                    <a:pt x="1" y="76"/>
                    <a:pt x="0" y="52"/>
                    <a:pt x="18" y="24"/>
                  </a:cubicBezTo>
                  <a:cubicBezTo>
                    <a:pt x="35" y="0"/>
                    <a:pt x="80" y="24"/>
                    <a:pt x="120" y="46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8" y="50"/>
                    <a:pt x="133" y="52"/>
                    <a:pt x="137" y="54"/>
                  </a:cubicBezTo>
                  <a:cubicBezTo>
                    <a:pt x="169" y="72"/>
                    <a:pt x="192" y="84"/>
                    <a:pt x="213" y="84"/>
                  </a:cubicBezTo>
                  <a:cubicBezTo>
                    <a:pt x="217" y="84"/>
                    <a:pt x="222" y="84"/>
                    <a:pt x="227" y="84"/>
                  </a:cubicBezTo>
                  <a:cubicBezTo>
                    <a:pt x="249" y="82"/>
                    <a:pt x="273" y="81"/>
                    <a:pt x="291" y="101"/>
                  </a:cubicBezTo>
                  <a:cubicBezTo>
                    <a:pt x="297" y="107"/>
                    <a:pt x="299" y="115"/>
                    <a:pt x="298" y="122"/>
                  </a:cubicBezTo>
                  <a:cubicBezTo>
                    <a:pt x="295" y="139"/>
                    <a:pt x="275" y="156"/>
                    <a:pt x="240" y="175"/>
                  </a:cubicBezTo>
                  <a:cubicBezTo>
                    <a:pt x="227" y="182"/>
                    <a:pt x="214" y="185"/>
                    <a:pt x="202" y="185"/>
                  </a:cubicBezTo>
                  <a:close/>
                  <a:moveTo>
                    <a:pt x="40" y="18"/>
                  </a:moveTo>
                  <a:cubicBezTo>
                    <a:pt x="32" y="18"/>
                    <a:pt x="26" y="21"/>
                    <a:pt x="22" y="27"/>
                  </a:cubicBezTo>
                  <a:cubicBezTo>
                    <a:pt x="4" y="52"/>
                    <a:pt x="5" y="74"/>
                    <a:pt x="24" y="93"/>
                  </a:cubicBezTo>
                  <a:cubicBezTo>
                    <a:pt x="45" y="114"/>
                    <a:pt x="105" y="144"/>
                    <a:pt x="134" y="158"/>
                  </a:cubicBezTo>
                  <a:cubicBezTo>
                    <a:pt x="137" y="160"/>
                    <a:pt x="137" y="160"/>
                    <a:pt x="137" y="160"/>
                  </a:cubicBezTo>
                  <a:cubicBezTo>
                    <a:pt x="168" y="175"/>
                    <a:pt x="201" y="192"/>
                    <a:pt x="238" y="172"/>
                  </a:cubicBezTo>
                  <a:cubicBezTo>
                    <a:pt x="272" y="154"/>
                    <a:pt x="291" y="136"/>
                    <a:pt x="293" y="122"/>
                  </a:cubicBezTo>
                  <a:cubicBezTo>
                    <a:pt x="295" y="115"/>
                    <a:pt x="293" y="109"/>
                    <a:pt x="288" y="104"/>
                  </a:cubicBezTo>
                  <a:cubicBezTo>
                    <a:pt x="271" y="85"/>
                    <a:pt x="248" y="87"/>
                    <a:pt x="227" y="88"/>
                  </a:cubicBezTo>
                  <a:cubicBezTo>
                    <a:pt x="222" y="88"/>
                    <a:pt x="217" y="88"/>
                    <a:pt x="213" y="88"/>
                  </a:cubicBezTo>
                  <a:cubicBezTo>
                    <a:pt x="191" y="88"/>
                    <a:pt x="167" y="76"/>
                    <a:pt x="135" y="58"/>
                  </a:cubicBezTo>
                  <a:cubicBezTo>
                    <a:pt x="131" y="56"/>
                    <a:pt x="126" y="54"/>
                    <a:pt x="122" y="51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92" y="35"/>
                    <a:pt x="60" y="18"/>
                    <a:pt x="40" y="1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910300" y="783750"/>
            <a:ext cx="5303700" cy="16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000">
                <a:latin typeface="Zen Dots"/>
                <a:ea typeface="Zen Dots"/>
                <a:cs typeface="Zen Dots"/>
                <a:sym typeface="Zen Dot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910300" y="2383974"/>
            <a:ext cx="5303700" cy="45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0" name="Google Shape;20;p2"/>
          <p:cNvGrpSpPr/>
          <p:nvPr/>
        </p:nvGrpSpPr>
        <p:grpSpPr>
          <a:xfrm rot="-3015231">
            <a:off x="6712116" y="-1100429"/>
            <a:ext cx="4029586" cy="3821119"/>
            <a:chOff x="6461966" y="2307173"/>
            <a:chExt cx="4411002" cy="4182802"/>
          </a:xfrm>
        </p:grpSpPr>
        <p:sp>
          <p:nvSpPr>
            <p:cNvPr id="21" name="Google Shape;21;p2"/>
            <p:cNvSpPr/>
            <p:nvPr/>
          </p:nvSpPr>
          <p:spPr>
            <a:xfrm>
              <a:off x="6461966" y="2307173"/>
              <a:ext cx="4411002" cy="4182802"/>
            </a:xfrm>
            <a:custGeom>
              <a:avLst/>
              <a:gdLst/>
              <a:ahLst/>
              <a:cxnLst/>
              <a:rect l="l" t="t" r="r" b="b"/>
              <a:pathLst>
                <a:path w="2514" h="2383" extrusionOk="0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617812" y="2513113"/>
              <a:ext cx="4026950" cy="3628985"/>
            </a:xfrm>
            <a:custGeom>
              <a:avLst/>
              <a:gdLst/>
              <a:ahLst/>
              <a:cxnLst/>
              <a:rect l="l" t="t" r="r" b="b"/>
              <a:pathLst>
                <a:path w="2295" h="2067" extrusionOk="0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19866" y="2766363"/>
              <a:ext cx="918379" cy="904464"/>
            </a:xfrm>
            <a:custGeom>
              <a:avLst/>
              <a:gdLst/>
              <a:ahLst/>
              <a:cxnLst/>
              <a:rect l="l" t="t" r="r" b="b"/>
              <a:pathLst>
                <a:path w="524" h="514" extrusionOk="0">
                  <a:moveTo>
                    <a:pt x="233" y="514"/>
                  </a:moveTo>
                  <a:cubicBezTo>
                    <a:pt x="222" y="514"/>
                    <a:pt x="211" y="513"/>
                    <a:pt x="201" y="513"/>
                  </a:cubicBezTo>
                  <a:cubicBezTo>
                    <a:pt x="118" y="507"/>
                    <a:pt x="56" y="417"/>
                    <a:pt x="22" y="252"/>
                  </a:cubicBezTo>
                  <a:cubicBezTo>
                    <a:pt x="0" y="147"/>
                    <a:pt x="68" y="52"/>
                    <a:pt x="182" y="25"/>
                  </a:cubicBezTo>
                  <a:cubicBezTo>
                    <a:pt x="291" y="0"/>
                    <a:pt x="363" y="57"/>
                    <a:pt x="391" y="115"/>
                  </a:cubicBezTo>
                  <a:cubicBezTo>
                    <a:pt x="391" y="115"/>
                    <a:pt x="391" y="115"/>
                    <a:pt x="391" y="115"/>
                  </a:cubicBezTo>
                  <a:cubicBezTo>
                    <a:pt x="399" y="129"/>
                    <a:pt x="413" y="147"/>
                    <a:pt x="429" y="168"/>
                  </a:cubicBezTo>
                  <a:cubicBezTo>
                    <a:pt x="469" y="220"/>
                    <a:pt x="524" y="291"/>
                    <a:pt x="524" y="374"/>
                  </a:cubicBezTo>
                  <a:cubicBezTo>
                    <a:pt x="524" y="400"/>
                    <a:pt x="514" y="423"/>
                    <a:pt x="493" y="443"/>
                  </a:cubicBezTo>
                  <a:cubicBezTo>
                    <a:pt x="435" y="496"/>
                    <a:pt x="315" y="514"/>
                    <a:pt x="233" y="514"/>
                  </a:cubicBezTo>
                  <a:close/>
                  <a:moveTo>
                    <a:pt x="233" y="23"/>
                  </a:moveTo>
                  <a:cubicBezTo>
                    <a:pt x="217" y="23"/>
                    <a:pt x="201" y="25"/>
                    <a:pt x="183" y="29"/>
                  </a:cubicBezTo>
                  <a:cubicBezTo>
                    <a:pt x="71" y="55"/>
                    <a:pt x="5" y="149"/>
                    <a:pt x="26" y="252"/>
                  </a:cubicBezTo>
                  <a:cubicBezTo>
                    <a:pt x="49" y="365"/>
                    <a:pt x="99" y="501"/>
                    <a:pt x="201" y="508"/>
                  </a:cubicBezTo>
                  <a:cubicBezTo>
                    <a:pt x="279" y="514"/>
                    <a:pt x="425" y="500"/>
                    <a:pt x="490" y="439"/>
                  </a:cubicBezTo>
                  <a:cubicBezTo>
                    <a:pt x="510" y="421"/>
                    <a:pt x="520" y="398"/>
                    <a:pt x="520" y="374"/>
                  </a:cubicBezTo>
                  <a:cubicBezTo>
                    <a:pt x="520" y="293"/>
                    <a:pt x="465" y="222"/>
                    <a:pt x="425" y="171"/>
                  </a:cubicBezTo>
                  <a:cubicBezTo>
                    <a:pt x="409" y="150"/>
                    <a:pt x="395" y="131"/>
                    <a:pt x="388" y="116"/>
                  </a:cubicBezTo>
                  <a:cubicBezTo>
                    <a:pt x="388" y="116"/>
                    <a:pt x="388" y="116"/>
                    <a:pt x="388" y="116"/>
                  </a:cubicBezTo>
                  <a:cubicBezTo>
                    <a:pt x="364" y="70"/>
                    <a:pt x="312" y="23"/>
                    <a:pt x="233" y="2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836751" y="3320172"/>
              <a:ext cx="2504669" cy="2526931"/>
            </a:xfrm>
            <a:custGeom>
              <a:avLst/>
              <a:gdLst/>
              <a:ahLst/>
              <a:cxnLst/>
              <a:rect l="l" t="t" r="r" b="b"/>
              <a:pathLst>
                <a:path w="1428" h="1439" extrusionOk="0">
                  <a:moveTo>
                    <a:pt x="527" y="1417"/>
                  </a:moveTo>
                  <a:cubicBezTo>
                    <a:pt x="397" y="1417"/>
                    <a:pt x="261" y="1399"/>
                    <a:pt x="201" y="1375"/>
                  </a:cubicBezTo>
                  <a:cubicBezTo>
                    <a:pt x="106" y="1337"/>
                    <a:pt x="151" y="1168"/>
                    <a:pt x="184" y="1044"/>
                  </a:cubicBezTo>
                  <a:cubicBezTo>
                    <a:pt x="190" y="1021"/>
                    <a:pt x="195" y="1000"/>
                    <a:pt x="200" y="981"/>
                  </a:cubicBezTo>
                  <a:cubicBezTo>
                    <a:pt x="213" y="922"/>
                    <a:pt x="157" y="837"/>
                    <a:pt x="103" y="754"/>
                  </a:cubicBezTo>
                  <a:cubicBezTo>
                    <a:pt x="52" y="677"/>
                    <a:pt x="0" y="597"/>
                    <a:pt x="0" y="535"/>
                  </a:cubicBezTo>
                  <a:cubicBezTo>
                    <a:pt x="0" y="410"/>
                    <a:pt x="187" y="349"/>
                    <a:pt x="305" y="341"/>
                  </a:cubicBezTo>
                  <a:cubicBezTo>
                    <a:pt x="406" y="334"/>
                    <a:pt x="480" y="287"/>
                    <a:pt x="569" y="176"/>
                  </a:cubicBezTo>
                  <a:cubicBezTo>
                    <a:pt x="612" y="122"/>
                    <a:pt x="712" y="67"/>
                    <a:pt x="825" y="35"/>
                  </a:cubicBezTo>
                  <a:cubicBezTo>
                    <a:pt x="946" y="0"/>
                    <a:pt x="1047" y="2"/>
                    <a:pt x="1096" y="39"/>
                  </a:cubicBezTo>
                  <a:cubicBezTo>
                    <a:pt x="1157" y="85"/>
                    <a:pt x="1357" y="246"/>
                    <a:pt x="1348" y="362"/>
                  </a:cubicBezTo>
                  <a:cubicBezTo>
                    <a:pt x="1341" y="460"/>
                    <a:pt x="1377" y="730"/>
                    <a:pt x="1414" y="852"/>
                  </a:cubicBezTo>
                  <a:cubicBezTo>
                    <a:pt x="1428" y="897"/>
                    <a:pt x="1419" y="947"/>
                    <a:pt x="1389" y="998"/>
                  </a:cubicBezTo>
                  <a:cubicBezTo>
                    <a:pt x="1346" y="1071"/>
                    <a:pt x="1265" y="1130"/>
                    <a:pt x="1188" y="1146"/>
                  </a:cubicBezTo>
                  <a:cubicBezTo>
                    <a:pt x="1057" y="1173"/>
                    <a:pt x="894" y="1294"/>
                    <a:pt x="808" y="1364"/>
                  </a:cubicBezTo>
                  <a:cubicBezTo>
                    <a:pt x="761" y="1402"/>
                    <a:pt x="647" y="1417"/>
                    <a:pt x="527" y="1417"/>
                  </a:cubicBezTo>
                  <a:close/>
                  <a:moveTo>
                    <a:pt x="983" y="14"/>
                  </a:moveTo>
                  <a:cubicBezTo>
                    <a:pt x="843" y="14"/>
                    <a:pt x="641" y="93"/>
                    <a:pt x="572" y="178"/>
                  </a:cubicBezTo>
                  <a:cubicBezTo>
                    <a:pt x="482" y="291"/>
                    <a:pt x="407" y="338"/>
                    <a:pt x="305" y="345"/>
                  </a:cubicBezTo>
                  <a:cubicBezTo>
                    <a:pt x="189" y="353"/>
                    <a:pt x="4" y="412"/>
                    <a:pt x="4" y="535"/>
                  </a:cubicBezTo>
                  <a:cubicBezTo>
                    <a:pt x="4" y="596"/>
                    <a:pt x="56" y="675"/>
                    <a:pt x="106" y="752"/>
                  </a:cubicBezTo>
                  <a:cubicBezTo>
                    <a:pt x="163" y="839"/>
                    <a:pt x="217" y="922"/>
                    <a:pt x="204" y="982"/>
                  </a:cubicBezTo>
                  <a:cubicBezTo>
                    <a:pt x="199" y="1001"/>
                    <a:pt x="194" y="1022"/>
                    <a:pt x="188" y="1045"/>
                  </a:cubicBezTo>
                  <a:cubicBezTo>
                    <a:pt x="155" y="1167"/>
                    <a:pt x="111" y="1335"/>
                    <a:pt x="202" y="1371"/>
                  </a:cubicBezTo>
                  <a:cubicBezTo>
                    <a:pt x="317" y="1417"/>
                    <a:pt x="709" y="1439"/>
                    <a:pt x="806" y="1360"/>
                  </a:cubicBezTo>
                  <a:cubicBezTo>
                    <a:pt x="891" y="1291"/>
                    <a:pt x="1055" y="1169"/>
                    <a:pt x="1187" y="1142"/>
                  </a:cubicBezTo>
                  <a:cubicBezTo>
                    <a:pt x="1263" y="1126"/>
                    <a:pt x="1343" y="1067"/>
                    <a:pt x="1386" y="995"/>
                  </a:cubicBezTo>
                  <a:cubicBezTo>
                    <a:pt x="1406" y="961"/>
                    <a:pt x="1427" y="908"/>
                    <a:pt x="1410" y="853"/>
                  </a:cubicBezTo>
                  <a:cubicBezTo>
                    <a:pt x="1373" y="731"/>
                    <a:pt x="1337" y="460"/>
                    <a:pt x="1344" y="361"/>
                  </a:cubicBezTo>
                  <a:cubicBezTo>
                    <a:pt x="1352" y="248"/>
                    <a:pt x="1154" y="88"/>
                    <a:pt x="1094" y="42"/>
                  </a:cubicBezTo>
                  <a:cubicBezTo>
                    <a:pt x="1068" y="23"/>
                    <a:pt x="1029" y="14"/>
                    <a:pt x="983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03542" y="2930557"/>
              <a:ext cx="481454" cy="431360"/>
            </a:xfrm>
            <a:custGeom>
              <a:avLst/>
              <a:gdLst/>
              <a:ahLst/>
              <a:cxnLst/>
              <a:rect l="l" t="t" r="r" b="b"/>
              <a:pathLst>
                <a:path w="275" h="246" extrusionOk="0">
                  <a:moveTo>
                    <a:pt x="129" y="246"/>
                  </a:moveTo>
                  <a:cubicBezTo>
                    <a:pt x="110" y="246"/>
                    <a:pt x="92" y="243"/>
                    <a:pt x="77" y="239"/>
                  </a:cubicBezTo>
                  <a:cubicBezTo>
                    <a:pt x="49" y="231"/>
                    <a:pt x="30" y="218"/>
                    <a:pt x="21" y="202"/>
                  </a:cubicBezTo>
                  <a:cubicBezTo>
                    <a:pt x="1" y="160"/>
                    <a:pt x="0" y="82"/>
                    <a:pt x="85" y="40"/>
                  </a:cubicBezTo>
                  <a:cubicBezTo>
                    <a:pt x="166" y="0"/>
                    <a:pt x="197" y="53"/>
                    <a:pt x="222" y="97"/>
                  </a:cubicBezTo>
                  <a:cubicBezTo>
                    <a:pt x="224" y="100"/>
                    <a:pt x="224" y="100"/>
                    <a:pt x="224" y="100"/>
                  </a:cubicBezTo>
                  <a:cubicBezTo>
                    <a:pt x="249" y="142"/>
                    <a:pt x="275" y="186"/>
                    <a:pt x="213" y="225"/>
                  </a:cubicBezTo>
                  <a:cubicBezTo>
                    <a:pt x="188" y="240"/>
                    <a:pt x="158" y="246"/>
                    <a:pt x="129" y="246"/>
                  </a:cubicBezTo>
                  <a:close/>
                  <a:moveTo>
                    <a:pt x="137" y="30"/>
                  </a:moveTo>
                  <a:cubicBezTo>
                    <a:pt x="123" y="30"/>
                    <a:pt x="107" y="34"/>
                    <a:pt x="87" y="44"/>
                  </a:cubicBezTo>
                  <a:cubicBezTo>
                    <a:pt x="5" y="85"/>
                    <a:pt x="5" y="160"/>
                    <a:pt x="25" y="200"/>
                  </a:cubicBezTo>
                  <a:cubicBezTo>
                    <a:pt x="33" y="215"/>
                    <a:pt x="52" y="228"/>
                    <a:pt x="78" y="235"/>
                  </a:cubicBezTo>
                  <a:cubicBezTo>
                    <a:pt x="116" y="246"/>
                    <a:pt x="171" y="245"/>
                    <a:pt x="210" y="221"/>
                  </a:cubicBezTo>
                  <a:cubicBezTo>
                    <a:pt x="269" y="184"/>
                    <a:pt x="246" y="144"/>
                    <a:pt x="221" y="102"/>
                  </a:cubicBezTo>
                  <a:cubicBezTo>
                    <a:pt x="219" y="99"/>
                    <a:pt x="219" y="99"/>
                    <a:pt x="219" y="99"/>
                  </a:cubicBezTo>
                  <a:cubicBezTo>
                    <a:pt x="200" y="66"/>
                    <a:pt x="179" y="30"/>
                    <a:pt x="137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48817" y="3601253"/>
              <a:ext cx="1655866" cy="1438795"/>
            </a:xfrm>
            <a:custGeom>
              <a:avLst/>
              <a:gdLst/>
              <a:ahLst/>
              <a:cxnLst/>
              <a:rect l="l" t="t" r="r" b="b"/>
              <a:pathLst>
                <a:path w="943" h="819" extrusionOk="0">
                  <a:moveTo>
                    <a:pt x="448" y="775"/>
                  </a:moveTo>
                  <a:cubicBezTo>
                    <a:pt x="266" y="775"/>
                    <a:pt x="86" y="619"/>
                    <a:pt x="47" y="583"/>
                  </a:cubicBezTo>
                  <a:cubicBezTo>
                    <a:pt x="15" y="553"/>
                    <a:pt x="0" y="422"/>
                    <a:pt x="2" y="375"/>
                  </a:cubicBezTo>
                  <a:cubicBezTo>
                    <a:pt x="6" y="300"/>
                    <a:pt x="107" y="234"/>
                    <a:pt x="236" y="223"/>
                  </a:cubicBezTo>
                  <a:cubicBezTo>
                    <a:pt x="360" y="212"/>
                    <a:pt x="455" y="58"/>
                    <a:pt x="456" y="56"/>
                  </a:cubicBezTo>
                  <a:cubicBezTo>
                    <a:pt x="457" y="56"/>
                    <a:pt x="457" y="56"/>
                    <a:pt x="457" y="56"/>
                  </a:cubicBezTo>
                  <a:cubicBezTo>
                    <a:pt x="495" y="18"/>
                    <a:pt x="543" y="0"/>
                    <a:pt x="600" y="4"/>
                  </a:cubicBezTo>
                  <a:cubicBezTo>
                    <a:pt x="703" y="10"/>
                    <a:pt x="813" y="86"/>
                    <a:pt x="869" y="158"/>
                  </a:cubicBezTo>
                  <a:cubicBezTo>
                    <a:pt x="943" y="255"/>
                    <a:pt x="923" y="352"/>
                    <a:pt x="905" y="437"/>
                  </a:cubicBezTo>
                  <a:cubicBezTo>
                    <a:pt x="902" y="450"/>
                    <a:pt x="900" y="462"/>
                    <a:pt x="897" y="474"/>
                  </a:cubicBezTo>
                  <a:cubicBezTo>
                    <a:pt x="879" y="571"/>
                    <a:pt x="736" y="706"/>
                    <a:pt x="526" y="765"/>
                  </a:cubicBezTo>
                  <a:cubicBezTo>
                    <a:pt x="500" y="772"/>
                    <a:pt x="474" y="775"/>
                    <a:pt x="448" y="775"/>
                  </a:cubicBezTo>
                  <a:close/>
                  <a:moveTo>
                    <a:pt x="460" y="58"/>
                  </a:moveTo>
                  <a:cubicBezTo>
                    <a:pt x="456" y="65"/>
                    <a:pt x="361" y="217"/>
                    <a:pt x="236" y="227"/>
                  </a:cubicBezTo>
                  <a:cubicBezTo>
                    <a:pt x="111" y="238"/>
                    <a:pt x="10" y="303"/>
                    <a:pt x="7" y="375"/>
                  </a:cubicBezTo>
                  <a:cubicBezTo>
                    <a:pt x="4" y="421"/>
                    <a:pt x="19" y="552"/>
                    <a:pt x="50" y="580"/>
                  </a:cubicBezTo>
                  <a:cubicBezTo>
                    <a:pt x="77" y="605"/>
                    <a:pt x="317" y="819"/>
                    <a:pt x="525" y="761"/>
                  </a:cubicBezTo>
                  <a:cubicBezTo>
                    <a:pt x="733" y="702"/>
                    <a:pt x="876" y="569"/>
                    <a:pt x="893" y="474"/>
                  </a:cubicBezTo>
                  <a:cubicBezTo>
                    <a:pt x="896" y="461"/>
                    <a:pt x="898" y="449"/>
                    <a:pt x="901" y="436"/>
                  </a:cubicBezTo>
                  <a:cubicBezTo>
                    <a:pt x="919" y="352"/>
                    <a:pt x="939" y="256"/>
                    <a:pt x="865" y="161"/>
                  </a:cubicBezTo>
                  <a:cubicBezTo>
                    <a:pt x="811" y="90"/>
                    <a:pt x="702" y="14"/>
                    <a:pt x="600" y="8"/>
                  </a:cubicBezTo>
                  <a:cubicBezTo>
                    <a:pt x="544" y="4"/>
                    <a:pt x="497" y="21"/>
                    <a:pt x="460" y="5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295941" y="5126318"/>
              <a:ext cx="704091" cy="528763"/>
            </a:xfrm>
            <a:custGeom>
              <a:avLst/>
              <a:gdLst/>
              <a:ahLst/>
              <a:cxnLst/>
              <a:rect l="l" t="t" r="r" b="b"/>
              <a:pathLst>
                <a:path w="401" h="302" extrusionOk="0">
                  <a:moveTo>
                    <a:pt x="282" y="284"/>
                  </a:moveTo>
                  <a:cubicBezTo>
                    <a:pt x="187" y="284"/>
                    <a:pt x="59" y="256"/>
                    <a:pt x="26" y="240"/>
                  </a:cubicBezTo>
                  <a:cubicBezTo>
                    <a:pt x="14" y="234"/>
                    <a:pt x="6" y="220"/>
                    <a:pt x="4" y="199"/>
                  </a:cubicBezTo>
                  <a:cubicBezTo>
                    <a:pt x="0" y="151"/>
                    <a:pt x="27" y="73"/>
                    <a:pt x="74" y="37"/>
                  </a:cubicBezTo>
                  <a:cubicBezTo>
                    <a:pt x="123" y="0"/>
                    <a:pt x="192" y="35"/>
                    <a:pt x="253" y="66"/>
                  </a:cubicBezTo>
                  <a:cubicBezTo>
                    <a:pt x="272" y="76"/>
                    <a:pt x="291" y="85"/>
                    <a:pt x="308" y="92"/>
                  </a:cubicBezTo>
                  <a:cubicBezTo>
                    <a:pt x="356" y="111"/>
                    <a:pt x="396" y="163"/>
                    <a:pt x="399" y="209"/>
                  </a:cubicBezTo>
                  <a:cubicBezTo>
                    <a:pt x="401" y="236"/>
                    <a:pt x="390" y="257"/>
                    <a:pt x="368" y="269"/>
                  </a:cubicBezTo>
                  <a:cubicBezTo>
                    <a:pt x="349" y="280"/>
                    <a:pt x="318" y="284"/>
                    <a:pt x="282" y="284"/>
                  </a:cubicBezTo>
                  <a:close/>
                  <a:moveTo>
                    <a:pt x="124" y="25"/>
                  </a:moveTo>
                  <a:cubicBezTo>
                    <a:pt x="107" y="25"/>
                    <a:pt x="91" y="29"/>
                    <a:pt x="76" y="40"/>
                  </a:cubicBezTo>
                  <a:cubicBezTo>
                    <a:pt x="31" y="75"/>
                    <a:pt x="4" y="152"/>
                    <a:pt x="9" y="199"/>
                  </a:cubicBezTo>
                  <a:cubicBezTo>
                    <a:pt x="10" y="212"/>
                    <a:pt x="14" y="229"/>
                    <a:pt x="28" y="236"/>
                  </a:cubicBezTo>
                  <a:cubicBezTo>
                    <a:pt x="72" y="258"/>
                    <a:pt x="301" y="302"/>
                    <a:pt x="366" y="266"/>
                  </a:cubicBezTo>
                  <a:cubicBezTo>
                    <a:pt x="392" y="251"/>
                    <a:pt x="396" y="227"/>
                    <a:pt x="395" y="210"/>
                  </a:cubicBezTo>
                  <a:cubicBezTo>
                    <a:pt x="392" y="165"/>
                    <a:pt x="353" y="114"/>
                    <a:pt x="307" y="96"/>
                  </a:cubicBezTo>
                  <a:cubicBezTo>
                    <a:pt x="307" y="96"/>
                    <a:pt x="307" y="96"/>
                    <a:pt x="307" y="96"/>
                  </a:cubicBezTo>
                  <a:cubicBezTo>
                    <a:pt x="289" y="89"/>
                    <a:pt x="270" y="79"/>
                    <a:pt x="251" y="69"/>
                  </a:cubicBezTo>
                  <a:cubicBezTo>
                    <a:pt x="207" y="47"/>
                    <a:pt x="163" y="25"/>
                    <a:pt x="124" y="2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577020" y="4063225"/>
              <a:ext cx="1127100" cy="704090"/>
            </a:xfrm>
            <a:custGeom>
              <a:avLst/>
              <a:gdLst/>
              <a:ahLst/>
              <a:cxnLst/>
              <a:rect l="l" t="t" r="r" b="b"/>
              <a:pathLst>
                <a:path w="643" h="401" extrusionOk="0">
                  <a:moveTo>
                    <a:pt x="308" y="393"/>
                  </a:moveTo>
                  <a:cubicBezTo>
                    <a:pt x="234" y="393"/>
                    <a:pt x="125" y="338"/>
                    <a:pt x="63" y="302"/>
                  </a:cubicBezTo>
                  <a:cubicBezTo>
                    <a:pt x="8" y="271"/>
                    <a:pt x="0" y="169"/>
                    <a:pt x="32" y="111"/>
                  </a:cubicBezTo>
                  <a:cubicBezTo>
                    <a:pt x="64" y="55"/>
                    <a:pt x="137" y="67"/>
                    <a:pt x="186" y="75"/>
                  </a:cubicBezTo>
                  <a:cubicBezTo>
                    <a:pt x="190" y="76"/>
                    <a:pt x="193" y="76"/>
                    <a:pt x="197" y="77"/>
                  </a:cubicBezTo>
                  <a:cubicBezTo>
                    <a:pt x="242" y="84"/>
                    <a:pt x="338" y="75"/>
                    <a:pt x="395" y="40"/>
                  </a:cubicBezTo>
                  <a:cubicBezTo>
                    <a:pt x="462" y="0"/>
                    <a:pt x="558" y="101"/>
                    <a:pt x="586" y="133"/>
                  </a:cubicBezTo>
                  <a:cubicBezTo>
                    <a:pt x="643" y="199"/>
                    <a:pt x="612" y="259"/>
                    <a:pt x="579" y="305"/>
                  </a:cubicBezTo>
                  <a:cubicBezTo>
                    <a:pt x="543" y="354"/>
                    <a:pt x="444" y="371"/>
                    <a:pt x="365" y="385"/>
                  </a:cubicBezTo>
                  <a:cubicBezTo>
                    <a:pt x="352" y="387"/>
                    <a:pt x="341" y="389"/>
                    <a:pt x="330" y="391"/>
                  </a:cubicBezTo>
                  <a:cubicBezTo>
                    <a:pt x="323" y="392"/>
                    <a:pt x="316" y="393"/>
                    <a:pt x="308" y="393"/>
                  </a:cubicBezTo>
                  <a:close/>
                  <a:moveTo>
                    <a:pt x="121" y="72"/>
                  </a:moveTo>
                  <a:cubicBezTo>
                    <a:pt x="87" y="72"/>
                    <a:pt x="54" y="81"/>
                    <a:pt x="36" y="113"/>
                  </a:cubicBezTo>
                  <a:cubicBezTo>
                    <a:pt x="5" y="169"/>
                    <a:pt x="13" y="269"/>
                    <a:pt x="65" y="299"/>
                  </a:cubicBezTo>
                  <a:cubicBezTo>
                    <a:pt x="133" y="337"/>
                    <a:pt x="258" y="401"/>
                    <a:pt x="329" y="387"/>
                  </a:cubicBezTo>
                  <a:cubicBezTo>
                    <a:pt x="340" y="385"/>
                    <a:pt x="352" y="383"/>
                    <a:pt x="364" y="381"/>
                  </a:cubicBezTo>
                  <a:cubicBezTo>
                    <a:pt x="439" y="368"/>
                    <a:pt x="541" y="350"/>
                    <a:pt x="575" y="303"/>
                  </a:cubicBezTo>
                  <a:cubicBezTo>
                    <a:pt x="624" y="236"/>
                    <a:pt x="627" y="186"/>
                    <a:pt x="583" y="136"/>
                  </a:cubicBezTo>
                  <a:cubicBezTo>
                    <a:pt x="555" y="104"/>
                    <a:pt x="461" y="5"/>
                    <a:pt x="397" y="44"/>
                  </a:cubicBezTo>
                  <a:cubicBezTo>
                    <a:pt x="339" y="79"/>
                    <a:pt x="242" y="88"/>
                    <a:pt x="196" y="81"/>
                  </a:cubicBezTo>
                  <a:cubicBezTo>
                    <a:pt x="193" y="80"/>
                    <a:pt x="189" y="80"/>
                    <a:pt x="185" y="79"/>
                  </a:cubicBezTo>
                  <a:cubicBezTo>
                    <a:pt x="166" y="76"/>
                    <a:pt x="144" y="72"/>
                    <a:pt x="121" y="7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" name="Google Shape;2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780986">
            <a:off x="-605502" y="3800074"/>
            <a:ext cx="2182075" cy="206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854000">
            <a:off x="8396055" y="132723"/>
            <a:ext cx="1133136" cy="13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1591" y="4067550"/>
            <a:ext cx="1326751" cy="124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2"/>
          <p:cNvGrpSpPr/>
          <p:nvPr/>
        </p:nvGrpSpPr>
        <p:grpSpPr>
          <a:xfrm>
            <a:off x="4323900" y="2323828"/>
            <a:ext cx="9449768" cy="4560356"/>
            <a:chOff x="0" y="2771776"/>
            <a:chExt cx="5156200" cy="3062286"/>
          </a:xfrm>
        </p:grpSpPr>
        <p:sp>
          <p:nvSpPr>
            <p:cNvPr id="33" name="Google Shape;33;p2"/>
            <p:cNvSpPr/>
            <p:nvPr/>
          </p:nvSpPr>
          <p:spPr>
            <a:xfrm>
              <a:off x="1962150" y="3011488"/>
              <a:ext cx="2797178" cy="2262189"/>
            </a:xfrm>
            <a:custGeom>
              <a:avLst/>
              <a:gdLst/>
              <a:ahLst/>
              <a:cxnLst/>
              <a:rect l="l" t="t" r="r" b="b"/>
              <a:pathLst>
                <a:path w="2794" h="2258" extrusionOk="0">
                  <a:moveTo>
                    <a:pt x="2762" y="417"/>
                  </a:moveTo>
                  <a:cubicBezTo>
                    <a:pt x="2729" y="392"/>
                    <a:pt x="2705" y="397"/>
                    <a:pt x="2705" y="397"/>
                  </a:cubicBezTo>
                  <a:cubicBezTo>
                    <a:pt x="2705" y="397"/>
                    <a:pt x="2734" y="437"/>
                    <a:pt x="2692" y="393"/>
                  </a:cubicBezTo>
                  <a:cubicBezTo>
                    <a:pt x="2650" y="350"/>
                    <a:pt x="2570" y="316"/>
                    <a:pt x="2570" y="316"/>
                  </a:cubicBezTo>
                  <a:cubicBezTo>
                    <a:pt x="2570" y="316"/>
                    <a:pt x="2525" y="318"/>
                    <a:pt x="2517" y="309"/>
                  </a:cubicBezTo>
                  <a:cubicBezTo>
                    <a:pt x="2508" y="299"/>
                    <a:pt x="2464" y="297"/>
                    <a:pt x="2482" y="317"/>
                  </a:cubicBezTo>
                  <a:cubicBezTo>
                    <a:pt x="2501" y="337"/>
                    <a:pt x="2501" y="346"/>
                    <a:pt x="2483" y="344"/>
                  </a:cubicBezTo>
                  <a:cubicBezTo>
                    <a:pt x="2465" y="342"/>
                    <a:pt x="2461" y="323"/>
                    <a:pt x="2461" y="323"/>
                  </a:cubicBezTo>
                  <a:cubicBezTo>
                    <a:pt x="2461" y="323"/>
                    <a:pt x="2482" y="307"/>
                    <a:pt x="2461" y="302"/>
                  </a:cubicBezTo>
                  <a:cubicBezTo>
                    <a:pt x="2440" y="297"/>
                    <a:pt x="2446" y="316"/>
                    <a:pt x="2446" y="316"/>
                  </a:cubicBezTo>
                  <a:cubicBezTo>
                    <a:pt x="2407" y="301"/>
                    <a:pt x="2384" y="314"/>
                    <a:pt x="2384" y="314"/>
                  </a:cubicBezTo>
                  <a:cubicBezTo>
                    <a:pt x="2384" y="314"/>
                    <a:pt x="2355" y="336"/>
                    <a:pt x="2348" y="302"/>
                  </a:cubicBezTo>
                  <a:cubicBezTo>
                    <a:pt x="2341" y="268"/>
                    <a:pt x="2306" y="273"/>
                    <a:pt x="2306" y="273"/>
                  </a:cubicBezTo>
                  <a:cubicBezTo>
                    <a:pt x="2306" y="273"/>
                    <a:pt x="2239" y="283"/>
                    <a:pt x="2238" y="268"/>
                  </a:cubicBezTo>
                  <a:cubicBezTo>
                    <a:pt x="2237" y="254"/>
                    <a:pt x="2198" y="249"/>
                    <a:pt x="2198" y="249"/>
                  </a:cubicBezTo>
                  <a:cubicBezTo>
                    <a:pt x="2211" y="226"/>
                    <a:pt x="2193" y="226"/>
                    <a:pt x="2193" y="226"/>
                  </a:cubicBezTo>
                  <a:cubicBezTo>
                    <a:pt x="2193" y="226"/>
                    <a:pt x="2173" y="226"/>
                    <a:pt x="2156" y="220"/>
                  </a:cubicBezTo>
                  <a:cubicBezTo>
                    <a:pt x="2139" y="214"/>
                    <a:pt x="2099" y="210"/>
                    <a:pt x="2083" y="212"/>
                  </a:cubicBezTo>
                  <a:cubicBezTo>
                    <a:pt x="2067" y="214"/>
                    <a:pt x="2064" y="218"/>
                    <a:pt x="2069" y="235"/>
                  </a:cubicBezTo>
                  <a:cubicBezTo>
                    <a:pt x="2073" y="253"/>
                    <a:pt x="2066" y="255"/>
                    <a:pt x="2050" y="254"/>
                  </a:cubicBezTo>
                  <a:cubicBezTo>
                    <a:pt x="2034" y="253"/>
                    <a:pt x="2025" y="237"/>
                    <a:pt x="2017" y="249"/>
                  </a:cubicBezTo>
                  <a:cubicBezTo>
                    <a:pt x="2009" y="262"/>
                    <a:pt x="2004" y="258"/>
                    <a:pt x="2004" y="258"/>
                  </a:cubicBezTo>
                  <a:cubicBezTo>
                    <a:pt x="2004" y="258"/>
                    <a:pt x="1973" y="224"/>
                    <a:pt x="1976" y="252"/>
                  </a:cubicBezTo>
                  <a:cubicBezTo>
                    <a:pt x="1979" y="281"/>
                    <a:pt x="1973" y="279"/>
                    <a:pt x="1971" y="282"/>
                  </a:cubicBezTo>
                  <a:cubicBezTo>
                    <a:pt x="1968" y="284"/>
                    <a:pt x="1924" y="258"/>
                    <a:pt x="1931" y="243"/>
                  </a:cubicBezTo>
                  <a:cubicBezTo>
                    <a:pt x="1937" y="228"/>
                    <a:pt x="1938" y="224"/>
                    <a:pt x="1933" y="205"/>
                  </a:cubicBezTo>
                  <a:cubicBezTo>
                    <a:pt x="1928" y="185"/>
                    <a:pt x="1920" y="198"/>
                    <a:pt x="1884" y="178"/>
                  </a:cubicBezTo>
                  <a:cubicBezTo>
                    <a:pt x="1848" y="159"/>
                    <a:pt x="1848" y="173"/>
                    <a:pt x="1848" y="173"/>
                  </a:cubicBezTo>
                  <a:cubicBezTo>
                    <a:pt x="1851" y="192"/>
                    <a:pt x="1856" y="206"/>
                    <a:pt x="1820" y="202"/>
                  </a:cubicBezTo>
                  <a:cubicBezTo>
                    <a:pt x="1784" y="198"/>
                    <a:pt x="1788" y="177"/>
                    <a:pt x="1788" y="177"/>
                  </a:cubicBezTo>
                  <a:cubicBezTo>
                    <a:pt x="1760" y="179"/>
                    <a:pt x="1727" y="175"/>
                    <a:pt x="1727" y="175"/>
                  </a:cubicBezTo>
                  <a:cubicBezTo>
                    <a:pt x="1727" y="175"/>
                    <a:pt x="1697" y="163"/>
                    <a:pt x="1687" y="176"/>
                  </a:cubicBezTo>
                  <a:cubicBezTo>
                    <a:pt x="1677" y="190"/>
                    <a:pt x="1640" y="189"/>
                    <a:pt x="1640" y="189"/>
                  </a:cubicBezTo>
                  <a:cubicBezTo>
                    <a:pt x="1640" y="189"/>
                    <a:pt x="1647" y="170"/>
                    <a:pt x="1682" y="144"/>
                  </a:cubicBezTo>
                  <a:cubicBezTo>
                    <a:pt x="1716" y="118"/>
                    <a:pt x="1715" y="110"/>
                    <a:pt x="1716" y="88"/>
                  </a:cubicBezTo>
                  <a:cubicBezTo>
                    <a:pt x="1717" y="66"/>
                    <a:pt x="1675" y="51"/>
                    <a:pt x="1675" y="51"/>
                  </a:cubicBezTo>
                  <a:cubicBezTo>
                    <a:pt x="1633" y="49"/>
                    <a:pt x="1633" y="49"/>
                    <a:pt x="1633" y="49"/>
                  </a:cubicBezTo>
                  <a:cubicBezTo>
                    <a:pt x="1633" y="49"/>
                    <a:pt x="1635" y="66"/>
                    <a:pt x="1620" y="61"/>
                  </a:cubicBezTo>
                  <a:cubicBezTo>
                    <a:pt x="1605" y="55"/>
                    <a:pt x="1626" y="36"/>
                    <a:pt x="1626" y="36"/>
                  </a:cubicBezTo>
                  <a:cubicBezTo>
                    <a:pt x="1604" y="29"/>
                    <a:pt x="1590" y="40"/>
                    <a:pt x="1590" y="40"/>
                  </a:cubicBezTo>
                  <a:cubicBezTo>
                    <a:pt x="1588" y="28"/>
                    <a:pt x="1604" y="20"/>
                    <a:pt x="1604" y="20"/>
                  </a:cubicBezTo>
                  <a:cubicBezTo>
                    <a:pt x="1604" y="20"/>
                    <a:pt x="1604" y="0"/>
                    <a:pt x="1575" y="6"/>
                  </a:cubicBezTo>
                  <a:cubicBezTo>
                    <a:pt x="1545" y="11"/>
                    <a:pt x="1548" y="35"/>
                    <a:pt x="1551" y="49"/>
                  </a:cubicBezTo>
                  <a:cubicBezTo>
                    <a:pt x="1554" y="62"/>
                    <a:pt x="1544" y="58"/>
                    <a:pt x="1544" y="58"/>
                  </a:cubicBezTo>
                  <a:cubicBezTo>
                    <a:pt x="1522" y="58"/>
                    <a:pt x="1513" y="72"/>
                    <a:pt x="1513" y="72"/>
                  </a:cubicBezTo>
                  <a:cubicBezTo>
                    <a:pt x="1513" y="72"/>
                    <a:pt x="1521" y="86"/>
                    <a:pt x="1501" y="87"/>
                  </a:cubicBezTo>
                  <a:cubicBezTo>
                    <a:pt x="1482" y="88"/>
                    <a:pt x="1488" y="72"/>
                    <a:pt x="1488" y="72"/>
                  </a:cubicBezTo>
                  <a:cubicBezTo>
                    <a:pt x="1455" y="75"/>
                    <a:pt x="1459" y="89"/>
                    <a:pt x="1459" y="89"/>
                  </a:cubicBezTo>
                  <a:cubicBezTo>
                    <a:pt x="1431" y="92"/>
                    <a:pt x="1361" y="129"/>
                    <a:pt x="1378" y="147"/>
                  </a:cubicBezTo>
                  <a:cubicBezTo>
                    <a:pt x="1395" y="166"/>
                    <a:pt x="1382" y="163"/>
                    <a:pt x="1375" y="172"/>
                  </a:cubicBezTo>
                  <a:cubicBezTo>
                    <a:pt x="1367" y="181"/>
                    <a:pt x="1334" y="171"/>
                    <a:pt x="1317" y="178"/>
                  </a:cubicBezTo>
                  <a:cubicBezTo>
                    <a:pt x="1301" y="186"/>
                    <a:pt x="1315" y="199"/>
                    <a:pt x="1315" y="199"/>
                  </a:cubicBezTo>
                  <a:cubicBezTo>
                    <a:pt x="1319" y="225"/>
                    <a:pt x="1319" y="225"/>
                    <a:pt x="1319" y="225"/>
                  </a:cubicBezTo>
                  <a:cubicBezTo>
                    <a:pt x="1319" y="225"/>
                    <a:pt x="1337" y="222"/>
                    <a:pt x="1340" y="239"/>
                  </a:cubicBezTo>
                  <a:cubicBezTo>
                    <a:pt x="1343" y="255"/>
                    <a:pt x="1323" y="245"/>
                    <a:pt x="1309" y="231"/>
                  </a:cubicBezTo>
                  <a:cubicBezTo>
                    <a:pt x="1294" y="218"/>
                    <a:pt x="1261" y="221"/>
                    <a:pt x="1271" y="223"/>
                  </a:cubicBezTo>
                  <a:cubicBezTo>
                    <a:pt x="1280" y="226"/>
                    <a:pt x="1287" y="239"/>
                    <a:pt x="1281" y="244"/>
                  </a:cubicBezTo>
                  <a:cubicBezTo>
                    <a:pt x="1275" y="248"/>
                    <a:pt x="1275" y="247"/>
                    <a:pt x="1283" y="262"/>
                  </a:cubicBezTo>
                  <a:cubicBezTo>
                    <a:pt x="1292" y="277"/>
                    <a:pt x="1267" y="263"/>
                    <a:pt x="1267" y="263"/>
                  </a:cubicBezTo>
                  <a:cubicBezTo>
                    <a:pt x="1267" y="263"/>
                    <a:pt x="1252" y="277"/>
                    <a:pt x="1252" y="242"/>
                  </a:cubicBezTo>
                  <a:cubicBezTo>
                    <a:pt x="1252" y="207"/>
                    <a:pt x="1234" y="204"/>
                    <a:pt x="1234" y="204"/>
                  </a:cubicBezTo>
                  <a:cubicBezTo>
                    <a:pt x="1247" y="216"/>
                    <a:pt x="1241" y="227"/>
                    <a:pt x="1241" y="231"/>
                  </a:cubicBezTo>
                  <a:cubicBezTo>
                    <a:pt x="1242" y="235"/>
                    <a:pt x="1217" y="244"/>
                    <a:pt x="1229" y="259"/>
                  </a:cubicBezTo>
                  <a:cubicBezTo>
                    <a:pt x="1241" y="273"/>
                    <a:pt x="1239" y="309"/>
                    <a:pt x="1239" y="309"/>
                  </a:cubicBezTo>
                  <a:cubicBezTo>
                    <a:pt x="1239" y="309"/>
                    <a:pt x="1242" y="336"/>
                    <a:pt x="1258" y="331"/>
                  </a:cubicBezTo>
                  <a:cubicBezTo>
                    <a:pt x="1275" y="326"/>
                    <a:pt x="1292" y="339"/>
                    <a:pt x="1292" y="339"/>
                  </a:cubicBezTo>
                  <a:cubicBezTo>
                    <a:pt x="1292" y="339"/>
                    <a:pt x="1319" y="382"/>
                    <a:pt x="1306" y="381"/>
                  </a:cubicBezTo>
                  <a:cubicBezTo>
                    <a:pt x="1293" y="380"/>
                    <a:pt x="1278" y="342"/>
                    <a:pt x="1278" y="342"/>
                  </a:cubicBezTo>
                  <a:cubicBezTo>
                    <a:pt x="1278" y="342"/>
                    <a:pt x="1240" y="338"/>
                    <a:pt x="1254" y="356"/>
                  </a:cubicBezTo>
                  <a:cubicBezTo>
                    <a:pt x="1268" y="375"/>
                    <a:pt x="1261" y="376"/>
                    <a:pt x="1246" y="403"/>
                  </a:cubicBezTo>
                  <a:cubicBezTo>
                    <a:pt x="1230" y="430"/>
                    <a:pt x="1203" y="422"/>
                    <a:pt x="1203" y="418"/>
                  </a:cubicBezTo>
                  <a:cubicBezTo>
                    <a:pt x="1202" y="414"/>
                    <a:pt x="1230" y="396"/>
                    <a:pt x="1235" y="376"/>
                  </a:cubicBezTo>
                  <a:cubicBezTo>
                    <a:pt x="1241" y="356"/>
                    <a:pt x="1227" y="339"/>
                    <a:pt x="1227" y="339"/>
                  </a:cubicBezTo>
                  <a:cubicBezTo>
                    <a:pt x="1219" y="262"/>
                    <a:pt x="1219" y="262"/>
                    <a:pt x="1219" y="262"/>
                  </a:cubicBezTo>
                  <a:cubicBezTo>
                    <a:pt x="1219" y="262"/>
                    <a:pt x="1199" y="261"/>
                    <a:pt x="1209" y="249"/>
                  </a:cubicBezTo>
                  <a:cubicBezTo>
                    <a:pt x="1220" y="237"/>
                    <a:pt x="1214" y="213"/>
                    <a:pt x="1214" y="213"/>
                  </a:cubicBezTo>
                  <a:cubicBezTo>
                    <a:pt x="1184" y="194"/>
                    <a:pt x="1168" y="209"/>
                    <a:pt x="1168" y="209"/>
                  </a:cubicBezTo>
                  <a:cubicBezTo>
                    <a:pt x="1166" y="257"/>
                    <a:pt x="1140" y="239"/>
                    <a:pt x="1135" y="259"/>
                  </a:cubicBezTo>
                  <a:cubicBezTo>
                    <a:pt x="1131" y="278"/>
                    <a:pt x="1149" y="279"/>
                    <a:pt x="1149" y="279"/>
                  </a:cubicBezTo>
                  <a:cubicBezTo>
                    <a:pt x="1147" y="307"/>
                    <a:pt x="1138" y="287"/>
                    <a:pt x="1164" y="323"/>
                  </a:cubicBezTo>
                  <a:cubicBezTo>
                    <a:pt x="1189" y="360"/>
                    <a:pt x="1151" y="340"/>
                    <a:pt x="1125" y="323"/>
                  </a:cubicBezTo>
                  <a:cubicBezTo>
                    <a:pt x="1098" y="306"/>
                    <a:pt x="1084" y="315"/>
                    <a:pt x="1074" y="309"/>
                  </a:cubicBezTo>
                  <a:cubicBezTo>
                    <a:pt x="1063" y="304"/>
                    <a:pt x="1047" y="289"/>
                    <a:pt x="1045" y="294"/>
                  </a:cubicBezTo>
                  <a:cubicBezTo>
                    <a:pt x="1044" y="299"/>
                    <a:pt x="1057" y="313"/>
                    <a:pt x="1067" y="321"/>
                  </a:cubicBezTo>
                  <a:cubicBezTo>
                    <a:pt x="1078" y="330"/>
                    <a:pt x="1071" y="356"/>
                    <a:pt x="1064" y="357"/>
                  </a:cubicBezTo>
                  <a:cubicBezTo>
                    <a:pt x="1056" y="359"/>
                    <a:pt x="1048" y="336"/>
                    <a:pt x="1048" y="336"/>
                  </a:cubicBezTo>
                  <a:cubicBezTo>
                    <a:pt x="1048" y="336"/>
                    <a:pt x="1050" y="346"/>
                    <a:pt x="1026" y="347"/>
                  </a:cubicBezTo>
                  <a:cubicBezTo>
                    <a:pt x="1002" y="348"/>
                    <a:pt x="1011" y="361"/>
                    <a:pt x="999" y="362"/>
                  </a:cubicBezTo>
                  <a:cubicBezTo>
                    <a:pt x="987" y="363"/>
                    <a:pt x="990" y="340"/>
                    <a:pt x="990" y="340"/>
                  </a:cubicBezTo>
                  <a:cubicBezTo>
                    <a:pt x="962" y="346"/>
                    <a:pt x="913" y="373"/>
                    <a:pt x="908" y="382"/>
                  </a:cubicBezTo>
                  <a:cubicBezTo>
                    <a:pt x="903" y="392"/>
                    <a:pt x="898" y="416"/>
                    <a:pt x="885" y="399"/>
                  </a:cubicBezTo>
                  <a:cubicBezTo>
                    <a:pt x="872" y="381"/>
                    <a:pt x="892" y="376"/>
                    <a:pt x="892" y="376"/>
                  </a:cubicBezTo>
                  <a:cubicBezTo>
                    <a:pt x="892" y="376"/>
                    <a:pt x="888" y="365"/>
                    <a:pt x="879" y="356"/>
                  </a:cubicBezTo>
                  <a:cubicBezTo>
                    <a:pt x="870" y="348"/>
                    <a:pt x="851" y="354"/>
                    <a:pt x="851" y="354"/>
                  </a:cubicBezTo>
                  <a:cubicBezTo>
                    <a:pt x="855" y="358"/>
                    <a:pt x="863" y="372"/>
                    <a:pt x="869" y="398"/>
                  </a:cubicBezTo>
                  <a:cubicBezTo>
                    <a:pt x="875" y="424"/>
                    <a:pt x="862" y="434"/>
                    <a:pt x="856" y="426"/>
                  </a:cubicBezTo>
                  <a:cubicBezTo>
                    <a:pt x="850" y="418"/>
                    <a:pt x="861" y="413"/>
                    <a:pt x="827" y="428"/>
                  </a:cubicBezTo>
                  <a:cubicBezTo>
                    <a:pt x="792" y="442"/>
                    <a:pt x="838" y="463"/>
                    <a:pt x="818" y="470"/>
                  </a:cubicBezTo>
                  <a:cubicBezTo>
                    <a:pt x="797" y="477"/>
                    <a:pt x="773" y="437"/>
                    <a:pt x="770" y="453"/>
                  </a:cubicBezTo>
                  <a:cubicBezTo>
                    <a:pt x="766" y="469"/>
                    <a:pt x="787" y="474"/>
                    <a:pt x="787" y="474"/>
                  </a:cubicBezTo>
                  <a:cubicBezTo>
                    <a:pt x="774" y="513"/>
                    <a:pt x="736" y="447"/>
                    <a:pt x="736" y="447"/>
                  </a:cubicBezTo>
                  <a:cubicBezTo>
                    <a:pt x="736" y="447"/>
                    <a:pt x="757" y="431"/>
                    <a:pt x="742" y="429"/>
                  </a:cubicBezTo>
                  <a:cubicBezTo>
                    <a:pt x="728" y="427"/>
                    <a:pt x="710" y="394"/>
                    <a:pt x="710" y="394"/>
                  </a:cubicBezTo>
                  <a:cubicBezTo>
                    <a:pt x="760" y="419"/>
                    <a:pt x="794" y="433"/>
                    <a:pt x="821" y="408"/>
                  </a:cubicBezTo>
                  <a:cubicBezTo>
                    <a:pt x="848" y="384"/>
                    <a:pt x="751" y="328"/>
                    <a:pt x="751" y="328"/>
                  </a:cubicBezTo>
                  <a:cubicBezTo>
                    <a:pt x="751" y="328"/>
                    <a:pt x="721" y="335"/>
                    <a:pt x="674" y="305"/>
                  </a:cubicBezTo>
                  <a:cubicBezTo>
                    <a:pt x="628" y="276"/>
                    <a:pt x="569" y="311"/>
                    <a:pt x="569" y="311"/>
                  </a:cubicBezTo>
                  <a:cubicBezTo>
                    <a:pt x="569" y="311"/>
                    <a:pt x="471" y="367"/>
                    <a:pt x="458" y="413"/>
                  </a:cubicBezTo>
                  <a:cubicBezTo>
                    <a:pt x="451" y="436"/>
                    <a:pt x="419" y="488"/>
                    <a:pt x="400" y="497"/>
                  </a:cubicBezTo>
                  <a:cubicBezTo>
                    <a:pt x="381" y="506"/>
                    <a:pt x="360" y="519"/>
                    <a:pt x="355" y="571"/>
                  </a:cubicBezTo>
                  <a:cubicBezTo>
                    <a:pt x="350" y="624"/>
                    <a:pt x="366" y="630"/>
                    <a:pt x="380" y="630"/>
                  </a:cubicBezTo>
                  <a:cubicBezTo>
                    <a:pt x="393" y="629"/>
                    <a:pt x="402" y="623"/>
                    <a:pt x="411" y="612"/>
                  </a:cubicBezTo>
                  <a:cubicBezTo>
                    <a:pt x="420" y="601"/>
                    <a:pt x="431" y="604"/>
                    <a:pt x="431" y="604"/>
                  </a:cubicBezTo>
                  <a:cubicBezTo>
                    <a:pt x="429" y="625"/>
                    <a:pt x="453" y="662"/>
                    <a:pt x="453" y="662"/>
                  </a:cubicBezTo>
                  <a:cubicBezTo>
                    <a:pt x="453" y="662"/>
                    <a:pt x="443" y="689"/>
                    <a:pt x="461" y="689"/>
                  </a:cubicBezTo>
                  <a:cubicBezTo>
                    <a:pt x="480" y="689"/>
                    <a:pt x="473" y="682"/>
                    <a:pt x="482" y="675"/>
                  </a:cubicBezTo>
                  <a:cubicBezTo>
                    <a:pt x="491" y="668"/>
                    <a:pt x="508" y="667"/>
                    <a:pt x="508" y="667"/>
                  </a:cubicBezTo>
                  <a:cubicBezTo>
                    <a:pt x="510" y="614"/>
                    <a:pt x="510" y="614"/>
                    <a:pt x="510" y="614"/>
                  </a:cubicBezTo>
                  <a:cubicBezTo>
                    <a:pt x="519" y="615"/>
                    <a:pt x="534" y="606"/>
                    <a:pt x="533" y="587"/>
                  </a:cubicBezTo>
                  <a:cubicBezTo>
                    <a:pt x="533" y="568"/>
                    <a:pt x="515" y="568"/>
                    <a:pt x="515" y="568"/>
                  </a:cubicBezTo>
                  <a:cubicBezTo>
                    <a:pt x="515" y="534"/>
                    <a:pt x="523" y="517"/>
                    <a:pt x="523" y="517"/>
                  </a:cubicBezTo>
                  <a:cubicBezTo>
                    <a:pt x="569" y="482"/>
                    <a:pt x="569" y="482"/>
                    <a:pt x="569" y="482"/>
                  </a:cubicBezTo>
                  <a:cubicBezTo>
                    <a:pt x="568" y="430"/>
                    <a:pt x="594" y="431"/>
                    <a:pt x="594" y="431"/>
                  </a:cubicBezTo>
                  <a:cubicBezTo>
                    <a:pt x="594" y="431"/>
                    <a:pt x="621" y="428"/>
                    <a:pt x="617" y="456"/>
                  </a:cubicBezTo>
                  <a:cubicBezTo>
                    <a:pt x="613" y="485"/>
                    <a:pt x="566" y="506"/>
                    <a:pt x="566" y="506"/>
                  </a:cubicBezTo>
                  <a:cubicBezTo>
                    <a:pt x="566" y="506"/>
                    <a:pt x="566" y="550"/>
                    <a:pt x="568" y="563"/>
                  </a:cubicBezTo>
                  <a:cubicBezTo>
                    <a:pt x="570" y="576"/>
                    <a:pt x="591" y="582"/>
                    <a:pt x="614" y="581"/>
                  </a:cubicBezTo>
                  <a:cubicBezTo>
                    <a:pt x="637" y="579"/>
                    <a:pt x="648" y="562"/>
                    <a:pt x="667" y="578"/>
                  </a:cubicBezTo>
                  <a:cubicBezTo>
                    <a:pt x="685" y="594"/>
                    <a:pt x="622" y="591"/>
                    <a:pt x="624" y="591"/>
                  </a:cubicBezTo>
                  <a:cubicBezTo>
                    <a:pt x="626" y="591"/>
                    <a:pt x="586" y="588"/>
                    <a:pt x="587" y="605"/>
                  </a:cubicBezTo>
                  <a:cubicBezTo>
                    <a:pt x="588" y="622"/>
                    <a:pt x="600" y="621"/>
                    <a:pt x="600" y="621"/>
                  </a:cubicBezTo>
                  <a:cubicBezTo>
                    <a:pt x="600" y="621"/>
                    <a:pt x="612" y="621"/>
                    <a:pt x="611" y="638"/>
                  </a:cubicBezTo>
                  <a:cubicBezTo>
                    <a:pt x="610" y="655"/>
                    <a:pt x="598" y="654"/>
                    <a:pt x="598" y="654"/>
                  </a:cubicBezTo>
                  <a:cubicBezTo>
                    <a:pt x="598" y="654"/>
                    <a:pt x="599" y="638"/>
                    <a:pt x="581" y="638"/>
                  </a:cubicBezTo>
                  <a:cubicBezTo>
                    <a:pt x="564" y="638"/>
                    <a:pt x="563" y="655"/>
                    <a:pt x="563" y="655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47" y="696"/>
                    <a:pt x="550" y="709"/>
                    <a:pt x="547" y="711"/>
                  </a:cubicBezTo>
                  <a:cubicBezTo>
                    <a:pt x="544" y="713"/>
                    <a:pt x="523" y="687"/>
                    <a:pt x="513" y="703"/>
                  </a:cubicBezTo>
                  <a:cubicBezTo>
                    <a:pt x="502" y="719"/>
                    <a:pt x="475" y="722"/>
                    <a:pt x="475" y="722"/>
                  </a:cubicBezTo>
                  <a:cubicBezTo>
                    <a:pt x="475" y="722"/>
                    <a:pt x="466" y="712"/>
                    <a:pt x="438" y="714"/>
                  </a:cubicBezTo>
                  <a:cubicBezTo>
                    <a:pt x="411" y="716"/>
                    <a:pt x="415" y="697"/>
                    <a:pt x="419" y="680"/>
                  </a:cubicBezTo>
                  <a:cubicBezTo>
                    <a:pt x="422" y="664"/>
                    <a:pt x="421" y="638"/>
                    <a:pt x="421" y="638"/>
                  </a:cubicBezTo>
                  <a:cubicBezTo>
                    <a:pt x="407" y="645"/>
                    <a:pt x="376" y="664"/>
                    <a:pt x="391" y="680"/>
                  </a:cubicBezTo>
                  <a:cubicBezTo>
                    <a:pt x="406" y="696"/>
                    <a:pt x="399" y="720"/>
                    <a:pt x="399" y="720"/>
                  </a:cubicBezTo>
                  <a:cubicBezTo>
                    <a:pt x="399" y="720"/>
                    <a:pt x="394" y="715"/>
                    <a:pt x="368" y="729"/>
                  </a:cubicBezTo>
                  <a:cubicBezTo>
                    <a:pt x="343" y="744"/>
                    <a:pt x="337" y="769"/>
                    <a:pt x="337" y="769"/>
                  </a:cubicBezTo>
                  <a:cubicBezTo>
                    <a:pt x="337" y="769"/>
                    <a:pt x="325" y="761"/>
                    <a:pt x="304" y="789"/>
                  </a:cubicBezTo>
                  <a:cubicBezTo>
                    <a:pt x="284" y="817"/>
                    <a:pt x="259" y="812"/>
                    <a:pt x="259" y="812"/>
                  </a:cubicBezTo>
                  <a:cubicBezTo>
                    <a:pt x="261" y="825"/>
                    <a:pt x="238" y="824"/>
                    <a:pt x="238" y="824"/>
                  </a:cubicBezTo>
                  <a:cubicBezTo>
                    <a:pt x="238" y="824"/>
                    <a:pt x="210" y="821"/>
                    <a:pt x="209" y="834"/>
                  </a:cubicBezTo>
                  <a:cubicBezTo>
                    <a:pt x="208" y="848"/>
                    <a:pt x="224" y="846"/>
                    <a:pt x="224" y="846"/>
                  </a:cubicBezTo>
                  <a:cubicBezTo>
                    <a:pt x="259" y="846"/>
                    <a:pt x="263" y="881"/>
                    <a:pt x="263" y="904"/>
                  </a:cubicBezTo>
                  <a:cubicBezTo>
                    <a:pt x="262" y="927"/>
                    <a:pt x="247" y="925"/>
                    <a:pt x="247" y="925"/>
                  </a:cubicBezTo>
                  <a:cubicBezTo>
                    <a:pt x="247" y="925"/>
                    <a:pt x="226" y="927"/>
                    <a:pt x="186" y="925"/>
                  </a:cubicBezTo>
                  <a:cubicBezTo>
                    <a:pt x="147" y="922"/>
                    <a:pt x="155" y="945"/>
                    <a:pt x="155" y="945"/>
                  </a:cubicBezTo>
                  <a:cubicBezTo>
                    <a:pt x="154" y="991"/>
                    <a:pt x="154" y="991"/>
                    <a:pt x="154" y="991"/>
                  </a:cubicBezTo>
                  <a:cubicBezTo>
                    <a:pt x="141" y="995"/>
                    <a:pt x="142" y="1016"/>
                    <a:pt x="142" y="1016"/>
                  </a:cubicBezTo>
                  <a:cubicBezTo>
                    <a:pt x="155" y="1016"/>
                    <a:pt x="155" y="1016"/>
                    <a:pt x="155" y="1016"/>
                  </a:cubicBezTo>
                  <a:cubicBezTo>
                    <a:pt x="154" y="1038"/>
                    <a:pt x="154" y="1038"/>
                    <a:pt x="154" y="1038"/>
                  </a:cubicBezTo>
                  <a:cubicBezTo>
                    <a:pt x="189" y="1034"/>
                    <a:pt x="195" y="1060"/>
                    <a:pt x="195" y="1061"/>
                  </a:cubicBezTo>
                  <a:cubicBezTo>
                    <a:pt x="193" y="1059"/>
                    <a:pt x="192" y="1059"/>
                    <a:pt x="192" y="1059"/>
                  </a:cubicBezTo>
                  <a:cubicBezTo>
                    <a:pt x="190" y="1075"/>
                    <a:pt x="169" y="1090"/>
                    <a:pt x="169" y="1090"/>
                  </a:cubicBezTo>
                  <a:cubicBezTo>
                    <a:pt x="169" y="1090"/>
                    <a:pt x="144" y="1089"/>
                    <a:pt x="133" y="1132"/>
                  </a:cubicBezTo>
                  <a:cubicBezTo>
                    <a:pt x="123" y="1175"/>
                    <a:pt x="139" y="1146"/>
                    <a:pt x="91" y="1185"/>
                  </a:cubicBezTo>
                  <a:cubicBezTo>
                    <a:pt x="43" y="1224"/>
                    <a:pt x="15" y="1289"/>
                    <a:pt x="15" y="1289"/>
                  </a:cubicBezTo>
                  <a:cubicBezTo>
                    <a:pt x="15" y="1289"/>
                    <a:pt x="49" y="1316"/>
                    <a:pt x="25" y="1361"/>
                  </a:cubicBezTo>
                  <a:cubicBezTo>
                    <a:pt x="0" y="1406"/>
                    <a:pt x="12" y="1422"/>
                    <a:pt x="12" y="1422"/>
                  </a:cubicBezTo>
                  <a:cubicBezTo>
                    <a:pt x="12" y="1422"/>
                    <a:pt x="121" y="1568"/>
                    <a:pt x="159" y="1554"/>
                  </a:cubicBezTo>
                  <a:cubicBezTo>
                    <a:pt x="196" y="1541"/>
                    <a:pt x="230" y="1548"/>
                    <a:pt x="238" y="1548"/>
                  </a:cubicBezTo>
                  <a:cubicBezTo>
                    <a:pt x="246" y="1548"/>
                    <a:pt x="248" y="1530"/>
                    <a:pt x="297" y="1525"/>
                  </a:cubicBezTo>
                  <a:cubicBezTo>
                    <a:pt x="347" y="1520"/>
                    <a:pt x="353" y="1554"/>
                    <a:pt x="353" y="1554"/>
                  </a:cubicBezTo>
                  <a:cubicBezTo>
                    <a:pt x="383" y="1571"/>
                    <a:pt x="423" y="1520"/>
                    <a:pt x="405" y="1583"/>
                  </a:cubicBezTo>
                  <a:cubicBezTo>
                    <a:pt x="388" y="1646"/>
                    <a:pt x="405" y="1658"/>
                    <a:pt x="405" y="1658"/>
                  </a:cubicBezTo>
                  <a:cubicBezTo>
                    <a:pt x="471" y="1733"/>
                    <a:pt x="462" y="1769"/>
                    <a:pt x="462" y="1769"/>
                  </a:cubicBezTo>
                  <a:cubicBezTo>
                    <a:pt x="481" y="1811"/>
                    <a:pt x="461" y="1831"/>
                    <a:pt x="461" y="1831"/>
                  </a:cubicBezTo>
                  <a:cubicBezTo>
                    <a:pt x="429" y="1885"/>
                    <a:pt x="447" y="1984"/>
                    <a:pt x="473" y="2005"/>
                  </a:cubicBezTo>
                  <a:cubicBezTo>
                    <a:pt x="499" y="2027"/>
                    <a:pt x="492" y="2095"/>
                    <a:pt x="492" y="2095"/>
                  </a:cubicBezTo>
                  <a:cubicBezTo>
                    <a:pt x="518" y="2117"/>
                    <a:pt x="552" y="2196"/>
                    <a:pt x="552" y="2196"/>
                  </a:cubicBezTo>
                  <a:cubicBezTo>
                    <a:pt x="551" y="2258"/>
                    <a:pt x="579" y="2246"/>
                    <a:pt x="579" y="2246"/>
                  </a:cubicBezTo>
                  <a:cubicBezTo>
                    <a:pt x="579" y="2246"/>
                    <a:pt x="614" y="2236"/>
                    <a:pt x="672" y="2235"/>
                  </a:cubicBezTo>
                  <a:cubicBezTo>
                    <a:pt x="730" y="2234"/>
                    <a:pt x="782" y="2109"/>
                    <a:pt x="782" y="2109"/>
                  </a:cubicBezTo>
                  <a:cubicBezTo>
                    <a:pt x="782" y="2109"/>
                    <a:pt x="780" y="2065"/>
                    <a:pt x="812" y="2047"/>
                  </a:cubicBezTo>
                  <a:cubicBezTo>
                    <a:pt x="845" y="2028"/>
                    <a:pt x="809" y="1964"/>
                    <a:pt x="809" y="1964"/>
                  </a:cubicBezTo>
                  <a:cubicBezTo>
                    <a:pt x="809" y="1964"/>
                    <a:pt x="812" y="1925"/>
                    <a:pt x="876" y="1898"/>
                  </a:cubicBezTo>
                  <a:cubicBezTo>
                    <a:pt x="940" y="1872"/>
                    <a:pt x="875" y="1789"/>
                    <a:pt x="869" y="1753"/>
                  </a:cubicBezTo>
                  <a:cubicBezTo>
                    <a:pt x="863" y="1718"/>
                    <a:pt x="857" y="1670"/>
                    <a:pt x="964" y="1583"/>
                  </a:cubicBezTo>
                  <a:cubicBezTo>
                    <a:pt x="1069" y="1497"/>
                    <a:pt x="1030" y="1433"/>
                    <a:pt x="1030" y="1433"/>
                  </a:cubicBezTo>
                  <a:cubicBezTo>
                    <a:pt x="1030" y="1433"/>
                    <a:pt x="987" y="1458"/>
                    <a:pt x="929" y="1459"/>
                  </a:cubicBezTo>
                  <a:cubicBezTo>
                    <a:pt x="929" y="1459"/>
                    <a:pt x="923" y="1447"/>
                    <a:pt x="912" y="1431"/>
                  </a:cubicBezTo>
                  <a:cubicBezTo>
                    <a:pt x="913" y="1433"/>
                    <a:pt x="950" y="1425"/>
                    <a:pt x="997" y="1403"/>
                  </a:cubicBezTo>
                  <a:cubicBezTo>
                    <a:pt x="1044" y="1380"/>
                    <a:pt x="1037" y="1369"/>
                    <a:pt x="1093" y="1363"/>
                  </a:cubicBezTo>
                  <a:cubicBezTo>
                    <a:pt x="1093" y="1363"/>
                    <a:pt x="1146" y="1314"/>
                    <a:pt x="1143" y="1279"/>
                  </a:cubicBezTo>
                  <a:cubicBezTo>
                    <a:pt x="1140" y="1245"/>
                    <a:pt x="1089" y="1243"/>
                    <a:pt x="1089" y="1243"/>
                  </a:cubicBezTo>
                  <a:cubicBezTo>
                    <a:pt x="1084" y="1215"/>
                    <a:pt x="1084" y="1215"/>
                    <a:pt x="1084" y="1215"/>
                  </a:cubicBezTo>
                  <a:cubicBezTo>
                    <a:pt x="1084" y="1215"/>
                    <a:pt x="1085" y="1248"/>
                    <a:pt x="1021" y="1249"/>
                  </a:cubicBezTo>
                  <a:cubicBezTo>
                    <a:pt x="1021" y="1249"/>
                    <a:pt x="1002" y="1212"/>
                    <a:pt x="976" y="1184"/>
                  </a:cubicBezTo>
                  <a:cubicBezTo>
                    <a:pt x="950" y="1157"/>
                    <a:pt x="998" y="1158"/>
                    <a:pt x="998" y="1158"/>
                  </a:cubicBezTo>
                  <a:cubicBezTo>
                    <a:pt x="998" y="1158"/>
                    <a:pt x="1025" y="1213"/>
                    <a:pt x="1055" y="1214"/>
                  </a:cubicBezTo>
                  <a:cubicBezTo>
                    <a:pt x="1084" y="1215"/>
                    <a:pt x="1085" y="1201"/>
                    <a:pt x="1085" y="1201"/>
                  </a:cubicBezTo>
                  <a:cubicBezTo>
                    <a:pt x="1085" y="1201"/>
                    <a:pt x="1103" y="1224"/>
                    <a:pt x="1121" y="1226"/>
                  </a:cubicBezTo>
                  <a:cubicBezTo>
                    <a:pt x="1140" y="1229"/>
                    <a:pt x="1236" y="1231"/>
                    <a:pt x="1236" y="1231"/>
                  </a:cubicBezTo>
                  <a:cubicBezTo>
                    <a:pt x="1236" y="1231"/>
                    <a:pt x="1272" y="1257"/>
                    <a:pt x="1272" y="1267"/>
                  </a:cubicBezTo>
                  <a:cubicBezTo>
                    <a:pt x="1272" y="1277"/>
                    <a:pt x="1298" y="1264"/>
                    <a:pt x="1298" y="1264"/>
                  </a:cubicBezTo>
                  <a:cubicBezTo>
                    <a:pt x="1298" y="1264"/>
                    <a:pt x="1304" y="1281"/>
                    <a:pt x="1280" y="1282"/>
                  </a:cubicBezTo>
                  <a:cubicBezTo>
                    <a:pt x="1280" y="1282"/>
                    <a:pt x="1315" y="1323"/>
                    <a:pt x="1329" y="1284"/>
                  </a:cubicBezTo>
                  <a:cubicBezTo>
                    <a:pt x="1329" y="1284"/>
                    <a:pt x="1337" y="1346"/>
                    <a:pt x="1347" y="1369"/>
                  </a:cubicBezTo>
                  <a:cubicBezTo>
                    <a:pt x="1357" y="1393"/>
                    <a:pt x="1424" y="1496"/>
                    <a:pt x="1424" y="1496"/>
                  </a:cubicBezTo>
                  <a:cubicBezTo>
                    <a:pt x="1424" y="1496"/>
                    <a:pt x="1444" y="1503"/>
                    <a:pt x="1464" y="1447"/>
                  </a:cubicBezTo>
                  <a:cubicBezTo>
                    <a:pt x="1483" y="1392"/>
                    <a:pt x="1423" y="1394"/>
                    <a:pt x="1498" y="1347"/>
                  </a:cubicBezTo>
                  <a:cubicBezTo>
                    <a:pt x="1572" y="1300"/>
                    <a:pt x="1548" y="1290"/>
                    <a:pt x="1548" y="1290"/>
                  </a:cubicBezTo>
                  <a:cubicBezTo>
                    <a:pt x="1548" y="1290"/>
                    <a:pt x="1586" y="1307"/>
                    <a:pt x="1605" y="1279"/>
                  </a:cubicBezTo>
                  <a:cubicBezTo>
                    <a:pt x="1605" y="1279"/>
                    <a:pt x="1620" y="1316"/>
                    <a:pt x="1651" y="1330"/>
                  </a:cubicBezTo>
                  <a:cubicBezTo>
                    <a:pt x="1683" y="1343"/>
                    <a:pt x="1664" y="1374"/>
                    <a:pt x="1664" y="1374"/>
                  </a:cubicBezTo>
                  <a:cubicBezTo>
                    <a:pt x="1664" y="1374"/>
                    <a:pt x="1681" y="1393"/>
                    <a:pt x="1705" y="1365"/>
                  </a:cubicBezTo>
                  <a:cubicBezTo>
                    <a:pt x="1712" y="1357"/>
                    <a:pt x="1721" y="1376"/>
                    <a:pt x="1729" y="1398"/>
                  </a:cubicBezTo>
                  <a:cubicBezTo>
                    <a:pt x="1736" y="1421"/>
                    <a:pt x="1738" y="1474"/>
                    <a:pt x="1744" y="1486"/>
                  </a:cubicBezTo>
                  <a:cubicBezTo>
                    <a:pt x="1749" y="1497"/>
                    <a:pt x="1776" y="1526"/>
                    <a:pt x="1776" y="1526"/>
                  </a:cubicBezTo>
                  <a:cubicBezTo>
                    <a:pt x="1785" y="1549"/>
                    <a:pt x="1794" y="1561"/>
                    <a:pt x="1794" y="1561"/>
                  </a:cubicBezTo>
                  <a:cubicBezTo>
                    <a:pt x="1837" y="1618"/>
                    <a:pt x="1861" y="1599"/>
                    <a:pt x="1851" y="1592"/>
                  </a:cubicBezTo>
                  <a:cubicBezTo>
                    <a:pt x="1841" y="1585"/>
                    <a:pt x="1836" y="1562"/>
                    <a:pt x="1826" y="1539"/>
                  </a:cubicBezTo>
                  <a:cubicBezTo>
                    <a:pt x="1816" y="1515"/>
                    <a:pt x="1780" y="1510"/>
                    <a:pt x="1780" y="1510"/>
                  </a:cubicBezTo>
                  <a:cubicBezTo>
                    <a:pt x="1777" y="1491"/>
                    <a:pt x="1757" y="1479"/>
                    <a:pt x="1757" y="1479"/>
                  </a:cubicBezTo>
                  <a:cubicBezTo>
                    <a:pt x="1752" y="1450"/>
                    <a:pt x="1763" y="1423"/>
                    <a:pt x="1763" y="1423"/>
                  </a:cubicBezTo>
                  <a:cubicBezTo>
                    <a:pt x="1822" y="1440"/>
                    <a:pt x="1781" y="1455"/>
                    <a:pt x="1816" y="1459"/>
                  </a:cubicBezTo>
                  <a:cubicBezTo>
                    <a:pt x="1852" y="1463"/>
                    <a:pt x="1843" y="1496"/>
                    <a:pt x="1843" y="1496"/>
                  </a:cubicBezTo>
                  <a:cubicBezTo>
                    <a:pt x="1899" y="1464"/>
                    <a:pt x="1898" y="1443"/>
                    <a:pt x="1898" y="1443"/>
                  </a:cubicBezTo>
                  <a:cubicBezTo>
                    <a:pt x="1903" y="1397"/>
                    <a:pt x="1878" y="1384"/>
                    <a:pt x="1878" y="1384"/>
                  </a:cubicBezTo>
                  <a:cubicBezTo>
                    <a:pt x="1878" y="1384"/>
                    <a:pt x="1846" y="1379"/>
                    <a:pt x="1833" y="1342"/>
                  </a:cubicBezTo>
                  <a:cubicBezTo>
                    <a:pt x="1820" y="1305"/>
                    <a:pt x="1858" y="1292"/>
                    <a:pt x="1858" y="1292"/>
                  </a:cubicBezTo>
                  <a:cubicBezTo>
                    <a:pt x="1992" y="1288"/>
                    <a:pt x="2011" y="1222"/>
                    <a:pt x="2025" y="1185"/>
                  </a:cubicBezTo>
                  <a:cubicBezTo>
                    <a:pt x="2038" y="1149"/>
                    <a:pt x="2021" y="1123"/>
                    <a:pt x="2021" y="1123"/>
                  </a:cubicBezTo>
                  <a:cubicBezTo>
                    <a:pt x="2021" y="1123"/>
                    <a:pt x="2008" y="1121"/>
                    <a:pt x="2002" y="1104"/>
                  </a:cubicBezTo>
                  <a:cubicBezTo>
                    <a:pt x="1997" y="1086"/>
                    <a:pt x="1980" y="1072"/>
                    <a:pt x="1980" y="1072"/>
                  </a:cubicBezTo>
                  <a:cubicBezTo>
                    <a:pt x="1977" y="1042"/>
                    <a:pt x="2017" y="1063"/>
                    <a:pt x="2014" y="1044"/>
                  </a:cubicBezTo>
                  <a:cubicBezTo>
                    <a:pt x="2010" y="1025"/>
                    <a:pt x="1986" y="1025"/>
                    <a:pt x="1986" y="1025"/>
                  </a:cubicBezTo>
                  <a:cubicBezTo>
                    <a:pt x="1973" y="1035"/>
                    <a:pt x="1968" y="1033"/>
                    <a:pt x="1968" y="1033"/>
                  </a:cubicBezTo>
                  <a:cubicBezTo>
                    <a:pt x="1933" y="1013"/>
                    <a:pt x="1944" y="1019"/>
                    <a:pt x="1973" y="986"/>
                  </a:cubicBezTo>
                  <a:cubicBezTo>
                    <a:pt x="2000" y="953"/>
                    <a:pt x="1995" y="1009"/>
                    <a:pt x="1995" y="1009"/>
                  </a:cubicBezTo>
                  <a:cubicBezTo>
                    <a:pt x="1996" y="1003"/>
                    <a:pt x="2049" y="971"/>
                    <a:pt x="2043" y="1003"/>
                  </a:cubicBezTo>
                  <a:cubicBezTo>
                    <a:pt x="2038" y="1035"/>
                    <a:pt x="2069" y="1030"/>
                    <a:pt x="2069" y="1030"/>
                  </a:cubicBezTo>
                  <a:cubicBezTo>
                    <a:pt x="2073" y="1099"/>
                    <a:pt x="2072" y="1090"/>
                    <a:pt x="2102" y="1074"/>
                  </a:cubicBezTo>
                  <a:cubicBezTo>
                    <a:pt x="2132" y="1059"/>
                    <a:pt x="2112" y="1036"/>
                    <a:pt x="2090" y="1012"/>
                  </a:cubicBezTo>
                  <a:cubicBezTo>
                    <a:pt x="2068" y="988"/>
                    <a:pt x="2086" y="1001"/>
                    <a:pt x="2105" y="961"/>
                  </a:cubicBezTo>
                  <a:cubicBezTo>
                    <a:pt x="2123" y="922"/>
                    <a:pt x="2143" y="945"/>
                    <a:pt x="2143" y="945"/>
                  </a:cubicBezTo>
                  <a:cubicBezTo>
                    <a:pt x="2210" y="886"/>
                    <a:pt x="2219" y="827"/>
                    <a:pt x="2219" y="827"/>
                  </a:cubicBezTo>
                  <a:cubicBezTo>
                    <a:pt x="2208" y="772"/>
                    <a:pt x="2208" y="772"/>
                    <a:pt x="2208" y="772"/>
                  </a:cubicBezTo>
                  <a:cubicBezTo>
                    <a:pt x="2208" y="772"/>
                    <a:pt x="2215" y="743"/>
                    <a:pt x="2196" y="724"/>
                  </a:cubicBezTo>
                  <a:cubicBezTo>
                    <a:pt x="2177" y="705"/>
                    <a:pt x="2184" y="721"/>
                    <a:pt x="2164" y="722"/>
                  </a:cubicBezTo>
                  <a:cubicBezTo>
                    <a:pt x="2144" y="722"/>
                    <a:pt x="2118" y="700"/>
                    <a:pt x="2118" y="700"/>
                  </a:cubicBezTo>
                  <a:cubicBezTo>
                    <a:pt x="2200" y="597"/>
                    <a:pt x="2200" y="597"/>
                    <a:pt x="2200" y="597"/>
                  </a:cubicBezTo>
                  <a:cubicBezTo>
                    <a:pt x="2200" y="597"/>
                    <a:pt x="2259" y="612"/>
                    <a:pt x="2271" y="602"/>
                  </a:cubicBezTo>
                  <a:cubicBezTo>
                    <a:pt x="2283" y="592"/>
                    <a:pt x="2314" y="600"/>
                    <a:pt x="2314" y="600"/>
                  </a:cubicBezTo>
                  <a:cubicBezTo>
                    <a:pt x="2314" y="600"/>
                    <a:pt x="2292" y="608"/>
                    <a:pt x="2339" y="610"/>
                  </a:cubicBezTo>
                  <a:cubicBezTo>
                    <a:pt x="2386" y="611"/>
                    <a:pt x="2355" y="594"/>
                    <a:pt x="2355" y="594"/>
                  </a:cubicBezTo>
                  <a:cubicBezTo>
                    <a:pt x="2357" y="540"/>
                    <a:pt x="2414" y="528"/>
                    <a:pt x="2414" y="539"/>
                  </a:cubicBezTo>
                  <a:cubicBezTo>
                    <a:pt x="2414" y="550"/>
                    <a:pt x="2406" y="569"/>
                    <a:pt x="2420" y="568"/>
                  </a:cubicBezTo>
                  <a:cubicBezTo>
                    <a:pt x="2435" y="568"/>
                    <a:pt x="2464" y="518"/>
                    <a:pt x="2465" y="537"/>
                  </a:cubicBezTo>
                  <a:cubicBezTo>
                    <a:pt x="2466" y="556"/>
                    <a:pt x="2448" y="566"/>
                    <a:pt x="2425" y="603"/>
                  </a:cubicBezTo>
                  <a:cubicBezTo>
                    <a:pt x="2401" y="641"/>
                    <a:pt x="2380" y="635"/>
                    <a:pt x="2384" y="666"/>
                  </a:cubicBezTo>
                  <a:cubicBezTo>
                    <a:pt x="2388" y="697"/>
                    <a:pt x="2425" y="769"/>
                    <a:pt x="2428" y="782"/>
                  </a:cubicBezTo>
                  <a:cubicBezTo>
                    <a:pt x="2430" y="795"/>
                    <a:pt x="2458" y="797"/>
                    <a:pt x="2453" y="766"/>
                  </a:cubicBezTo>
                  <a:cubicBezTo>
                    <a:pt x="2449" y="735"/>
                    <a:pt x="2465" y="736"/>
                    <a:pt x="2465" y="736"/>
                  </a:cubicBezTo>
                  <a:cubicBezTo>
                    <a:pt x="2456" y="710"/>
                    <a:pt x="2484" y="701"/>
                    <a:pt x="2484" y="701"/>
                  </a:cubicBezTo>
                  <a:cubicBezTo>
                    <a:pt x="2484" y="701"/>
                    <a:pt x="2462" y="692"/>
                    <a:pt x="2474" y="674"/>
                  </a:cubicBezTo>
                  <a:cubicBezTo>
                    <a:pt x="2486" y="655"/>
                    <a:pt x="2485" y="635"/>
                    <a:pt x="2476" y="636"/>
                  </a:cubicBezTo>
                  <a:cubicBezTo>
                    <a:pt x="2468" y="636"/>
                    <a:pt x="2455" y="600"/>
                    <a:pt x="2476" y="586"/>
                  </a:cubicBezTo>
                  <a:cubicBezTo>
                    <a:pt x="2496" y="571"/>
                    <a:pt x="2509" y="587"/>
                    <a:pt x="2509" y="587"/>
                  </a:cubicBezTo>
                  <a:cubicBezTo>
                    <a:pt x="2509" y="587"/>
                    <a:pt x="2516" y="571"/>
                    <a:pt x="2528" y="569"/>
                  </a:cubicBezTo>
                  <a:cubicBezTo>
                    <a:pt x="2541" y="568"/>
                    <a:pt x="2560" y="585"/>
                    <a:pt x="2560" y="585"/>
                  </a:cubicBezTo>
                  <a:cubicBezTo>
                    <a:pt x="2560" y="571"/>
                    <a:pt x="2606" y="514"/>
                    <a:pt x="2633" y="518"/>
                  </a:cubicBezTo>
                  <a:cubicBezTo>
                    <a:pt x="2659" y="523"/>
                    <a:pt x="2667" y="559"/>
                    <a:pt x="2662" y="523"/>
                  </a:cubicBezTo>
                  <a:cubicBezTo>
                    <a:pt x="2658" y="488"/>
                    <a:pt x="2626" y="468"/>
                    <a:pt x="2626" y="468"/>
                  </a:cubicBezTo>
                  <a:cubicBezTo>
                    <a:pt x="2642" y="463"/>
                    <a:pt x="2656" y="464"/>
                    <a:pt x="2658" y="449"/>
                  </a:cubicBezTo>
                  <a:cubicBezTo>
                    <a:pt x="2659" y="434"/>
                    <a:pt x="2635" y="417"/>
                    <a:pt x="2650" y="419"/>
                  </a:cubicBezTo>
                  <a:cubicBezTo>
                    <a:pt x="2665" y="422"/>
                    <a:pt x="2668" y="444"/>
                    <a:pt x="2673" y="444"/>
                  </a:cubicBezTo>
                  <a:cubicBezTo>
                    <a:pt x="2678" y="444"/>
                    <a:pt x="2672" y="425"/>
                    <a:pt x="2718" y="460"/>
                  </a:cubicBezTo>
                  <a:cubicBezTo>
                    <a:pt x="2764" y="496"/>
                    <a:pt x="2738" y="463"/>
                    <a:pt x="2752" y="442"/>
                  </a:cubicBezTo>
                  <a:cubicBezTo>
                    <a:pt x="2766" y="422"/>
                    <a:pt x="2794" y="441"/>
                    <a:pt x="2762" y="417"/>
                  </a:cubicBezTo>
                  <a:close/>
                  <a:moveTo>
                    <a:pt x="850" y="1380"/>
                  </a:moveTo>
                  <a:cubicBezTo>
                    <a:pt x="850" y="1380"/>
                    <a:pt x="852" y="1344"/>
                    <a:pt x="815" y="1329"/>
                  </a:cubicBezTo>
                  <a:cubicBezTo>
                    <a:pt x="815" y="1329"/>
                    <a:pt x="825" y="1293"/>
                    <a:pt x="792" y="1260"/>
                  </a:cubicBezTo>
                  <a:cubicBezTo>
                    <a:pt x="792" y="1260"/>
                    <a:pt x="735" y="1133"/>
                    <a:pt x="702" y="1134"/>
                  </a:cubicBezTo>
                  <a:cubicBezTo>
                    <a:pt x="657" y="1134"/>
                    <a:pt x="595" y="1112"/>
                    <a:pt x="595" y="1112"/>
                  </a:cubicBezTo>
                  <a:cubicBezTo>
                    <a:pt x="595" y="1112"/>
                    <a:pt x="557" y="1096"/>
                    <a:pt x="562" y="1133"/>
                  </a:cubicBezTo>
                  <a:cubicBezTo>
                    <a:pt x="566" y="1170"/>
                    <a:pt x="494" y="1127"/>
                    <a:pt x="494" y="1127"/>
                  </a:cubicBezTo>
                  <a:cubicBezTo>
                    <a:pt x="494" y="1127"/>
                    <a:pt x="485" y="1105"/>
                    <a:pt x="452" y="1105"/>
                  </a:cubicBezTo>
                  <a:cubicBezTo>
                    <a:pt x="420" y="1105"/>
                    <a:pt x="416" y="1095"/>
                    <a:pt x="416" y="1095"/>
                  </a:cubicBezTo>
                  <a:cubicBezTo>
                    <a:pt x="416" y="1095"/>
                    <a:pt x="419" y="1085"/>
                    <a:pt x="426" y="1058"/>
                  </a:cubicBezTo>
                  <a:cubicBezTo>
                    <a:pt x="434" y="1030"/>
                    <a:pt x="395" y="1040"/>
                    <a:pt x="395" y="1040"/>
                  </a:cubicBezTo>
                  <a:cubicBezTo>
                    <a:pt x="254" y="1044"/>
                    <a:pt x="287" y="1063"/>
                    <a:pt x="253" y="1070"/>
                  </a:cubicBezTo>
                  <a:cubicBezTo>
                    <a:pt x="226" y="1075"/>
                    <a:pt x="203" y="1065"/>
                    <a:pt x="195" y="1061"/>
                  </a:cubicBezTo>
                  <a:cubicBezTo>
                    <a:pt x="195" y="1060"/>
                    <a:pt x="225" y="1040"/>
                    <a:pt x="244" y="1044"/>
                  </a:cubicBezTo>
                  <a:cubicBezTo>
                    <a:pt x="264" y="1049"/>
                    <a:pt x="279" y="1016"/>
                    <a:pt x="276" y="1004"/>
                  </a:cubicBezTo>
                  <a:cubicBezTo>
                    <a:pt x="274" y="992"/>
                    <a:pt x="286" y="975"/>
                    <a:pt x="298" y="974"/>
                  </a:cubicBezTo>
                  <a:cubicBezTo>
                    <a:pt x="309" y="972"/>
                    <a:pt x="324" y="957"/>
                    <a:pt x="324" y="957"/>
                  </a:cubicBezTo>
                  <a:cubicBezTo>
                    <a:pt x="325" y="932"/>
                    <a:pt x="325" y="932"/>
                    <a:pt x="325" y="932"/>
                  </a:cubicBezTo>
                  <a:cubicBezTo>
                    <a:pt x="343" y="926"/>
                    <a:pt x="365" y="935"/>
                    <a:pt x="369" y="935"/>
                  </a:cubicBezTo>
                  <a:cubicBezTo>
                    <a:pt x="391" y="935"/>
                    <a:pt x="415" y="905"/>
                    <a:pt x="417" y="915"/>
                  </a:cubicBezTo>
                  <a:cubicBezTo>
                    <a:pt x="420" y="926"/>
                    <a:pt x="439" y="955"/>
                    <a:pt x="472" y="973"/>
                  </a:cubicBezTo>
                  <a:cubicBezTo>
                    <a:pt x="504" y="991"/>
                    <a:pt x="503" y="1006"/>
                    <a:pt x="495" y="1013"/>
                  </a:cubicBezTo>
                  <a:cubicBezTo>
                    <a:pt x="487" y="1021"/>
                    <a:pt x="449" y="1024"/>
                    <a:pt x="449" y="1024"/>
                  </a:cubicBezTo>
                  <a:cubicBezTo>
                    <a:pt x="492" y="1049"/>
                    <a:pt x="492" y="1049"/>
                    <a:pt x="492" y="1049"/>
                  </a:cubicBezTo>
                  <a:cubicBezTo>
                    <a:pt x="492" y="1049"/>
                    <a:pt x="490" y="1027"/>
                    <a:pt x="499" y="1027"/>
                  </a:cubicBezTo>
                  <a:cubicBezTo>
                    <a:pt x="508" y="1027"/>
                    <a:pt x="524" y="998"/>
                    <a:pt x="524" y="998"/>
                  </a:cubicBezTo>
                  <a:cubicBezTo>
                    <a:pt x="524" y="998"/>
                    <a:pt x="504" y="988"/>
                    <a:pt x="514" y="983"/>
                  </a:cubicBezTo>
                  <a:cubicBezTo>
                    <a:pt x="524" y="977"/>
                    <a:pt x="536" y="991"/>
                    <a:pt x="536" y="991"/>
                  </a:cubicBezTo>
                  <a:cubicBezTo>
                    <a:pt x="536" y="968"/>
                    <a:pt x="501" y="961"/>
                    <a:pt x="501" y="961"/>
                  </a:cubicBezTo>
                  <a:cubicBezTo>
                    <a:pt x="504" y="951"/>
                    <a:pt x="504" y="951"/>
                    <a:pt x="504" y="951"/>
                  </a:cubicBezTo>
                  <a:cubicBezTo>
                    <a:pt x="504" y="951"/>
                    <a:pt x="499" y="956"/>
                    <a:pt x="490" y="954"/>
                  </a:cubicBezTo>
                  <a:cubicBezTo>
                    <a:pt x="481" y="951"/>
                    <a:pt x="460" y="918"/>
                    <a:pt x="454" y="904"/>
                  </a:cubicBezTo>
                  <a:cubicBezTo>
                    <a:pt x="448" y="889"/>
                    <a:pt x="484" y="892"/>
                    <a:pt x="484" y="892"/>
                  </a:cubicBezTo>
                  <a:cubicBezTo>
                    <a:pt x="488" y="925"/>
                    <a:pt x="546" y="951"/>
                    <a:pt x="546" y="951"/>
                  </a:cubicBezTo>
                  <a:cubicBezTo>
                    <a:pt x="545" y="970"/>
                    <a:pt x="552" y="986"/>
                    <a:pt x="552" y="986"/>
                  </a:cubicBezTo>
                  <a:cubicBezTo>
                    <a:pt x="582" y="1013"/>
                    <a:pt x="581" y="1035"/>
                    <a:pt x="581" y="1035"/>
                  </a:cubicBezTo>
                  <a:cubicBezTo>
                    <a:pt x="614" y="1061"/>
                    <a:pt x="608" y="1028"/>
                    <a:pt x="608" y="1028"/>
                  </a:cubicBezTo>
                  <a:cubicBezTo>
                    <a:pt x="619" y="1032"/>
                    <a:pt x="636" y="1029"/>
                    <a:pt x="636" y="1029"/>
                  </a:cubicBezTo>
                  <a:cubicBezTo>
                    <a:pt x="628" y="1031"/>
                    <a:pt x="583" y="983"/>
                    <a:pt x="605" y="990"/>
                  </a:cubicBezTo>
                  <a:cubicBezTo>
                    <a:pt x="626" y="997"/>
                    <a:pt x="616" y="974"/>
                    <a:pt x="616" y="974"/>
                  </a:cubicBezTo>
                  <a:cubicBezTo>
                    <a:pt x="643" y="977"/>
                    <a:pt x="648" y="990"/>
                    <a:pt x="648" y="990"/>
                  </a:cubicBezTo>
                  <a:cubicBezTo>
                    <a:pt x="661" y="1050"/>
                    <a:pt x="689" y="1059"/>
                    <a:pt x="700" y="1057"/>
                  </a:cubicBezTo>
                  <a:cubicBezTo>
                    <a:pt x="711" y="1055"/>
                    <a:pt x="718" y="1038"/>
                    <a:pt x="718" y="1038"/>
                  </a:cubicBezTo>
                  <a:cubicBezTo>
                    <a:pt x="718" y="1038"/>
                    <a:pt x="724" y="1060"/>
                    <a:pt x="748" y="1056"/>
                  </a:cubicBezTo>
                  <a:cubicBezTo>
                    <a:pt x="772" y="1052"/>
                    <a:pt x="780" y="1043"/>
                    <a:pt x="780" y="1043"/>
                  </a:cubicBezTo>
                  <a:cubicBezTo>
                    <a:pt x="780" y="1043"/>
                    <a:pt x="804" y="1070"/>
                    <a:pt x="787" y="1082"/>
                  </a:cubicBezTo>
                  <a:cubicBezTo>
                    <a:pt x="770" y="1095"/>
                    <a:pt x="779" y="1120"/>
                    <a:pt x="764" y="1131"/>
                  </a:cubicBezTo>
                  <a:cubicBezTo>
                    <a:pt x="749" y="1142"/>
                    <a:pt x="714" y="1138"/>
                    <a:pt x="714" y="1138"/>
                  </a:cubicBezTo>
                  <a:cubicBezTo>
                    <a:pt x="735" y="1149"/>
                    <a:pt x="760" y="1197"/>
                    <a:pt x="760" y="1197"/>
                  </a:cubicBezTo>
                  <a:cubicBezTo>
                    <a:pt x="767" y="1183"/>
                    <a:pt x="777" y="1193"/>
                    <a:pt x="777" y="1193"/>
                  </a:cubicBezTo>
                  <a:cubicBezTo>
                    <a:pt x="777" y="1193"/>
                    <a:pt x="819" y="1236"/>
                    <a:pt x="813" y="1248"/>
                  </a:cubicBezTo>
                  <a:cubicBezTo>
                    <a:pt x="813" y="1248"/>
                    <a:pt x="840" y="1260"/>
                    <a:pt x="841" y="1299"/>
                  </a:cubicBezTo>
                  <a:cubicBezTo>
                    <a:pt x="841" y="1299"/>
                    <a:pt x="873" y="1317"/>
                    <a:pt x="890" y="1360"/>
                  </a:cubicBezTo>
                  <a:cubicBezTo>
                    <a:pt x="907" y="1404"/>
                    <a:pt x="910" y="1429"/>
                    <a:pt x="911" y="1431"/>
                  </a:cubicBezTo>
                  <a:cubicBezTo>
                    <a:pt x="898" y="1413"/>
                    <a:pt x="877" y="1392"/>
                    <a:pt x="850" y="13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160588" y="3625851"/>
              <a:ext cx="111125" cy="190500"/>
            </a:xfrm>
            <a:custGeom>
              <a:avLst/>
              <a:gdLst/>
              <a:ahLst/>
              <a:cxnLst/>
              <a:rect l="l" t="t" r="r" b="b"/>
              <a:pathLst>
                <a:path w="111" h="191" extrusionOk="0">
                  <a:moveTo>
                    <a:pt x="20" y="64"/>
                  </a:moveTo>
                  <a:cubicBezTo>
                    <a:pt x="15" y="82"/>
                    <a:pt x="23" y="91"/>
                    <a:pt x="23" y="91"/>
                  </a:cubicBezTo>
                  <a:cubicBezTo>
                    <a:pt x="51" y="87"/>
                    <a:pt x="44" y="105"/>
                    <a:pt x="44" y="105"/>
                  </a:cubicBezTo>
                  <a:cubicBezTo>
                    <a:pt x="44" y="105"/>
                    <a:pt x="53" y="116"/>
                    <a:pt x="43" y="117"/>
                  </a:cubicBezTo>
                  <a:cubicBezTo>
                    <a:pt x="34" y="117"/>
                    <a:pt x="29" y="123"/>
                    <a:pt x="31" y="136"/>
                  </a:cubicBezTo>
                  <a:cubicBezTo>
                    <a:pt x="33" y="148"/>
                    <a:pt x="17" y="136"/>
                    <a:pt x="18" y="146"/>
                  </a:cubicBezTo>
                  <a:cubicBezTo>
                    <a:pt x="18" y="156"/>
                    <a:pt x="33" y="163"/>
                    <a:pt x="30" y="163"/>
                  </a:cubicBezTo>
                  <a:cubicBezTo>
                    <a:pt x="27" y="163"/>
                    <a:pt x="2" y="191"/>
                    <a:pt x="2" y="191"/>
                  </a:cubicBezTo>
                  <a:cubicBezTo>
                    <a:pt x="28" y="174"/>
                    <a:pt x="93" y="173"/>
                    <a:pt x="93" y="173"/>
                  </a:cubicBezTo>
                  <a:cubicBezTo>
                    <a:pt x="111" y="172"/>
                    <a:pt x="103" y="167"/>
                    <a:pt x="103" y="167"/>
                  </a:cubicBezTo>
                  <a:cubicBezTo>
                    <a:pt x="98" y="159"/>
                    <a:pt x="98" y="159"/>
                    <a:pt x="98" y="159"/>
                  </a:cubicBezTo>
                  <a:cubicBezTo>
                    <a:pt x="104" y="144"/>
                    <a:pt x="108" y="129"/>
                    <a:pt x="108" y="129"/>
                  </a:cubicBezTo>
                  <a:cubicBezTo>
                    <a:pt x="88" y="129"/>
                    <a:pt x="88" y="129"/>
                    <a:pt x="88" y="129"/>
                  </a:cubicBezTo>
                  <a:cubicBezTo>
                    <a:pt x="89" y="115"/>
                    <a:pt x="83" y="101"/>
                    <a:pt x="72" y="94"/>
                  </a:cubicBezTo>
                  <a:cubicBezTo>
                    <a:pt x="61" y="87"/>
                    <a:pt x="58" y="65"/>
                    <a:pt x="58" y="65"/>
                  </a:cubicBezTo>
                  <a:cubicBezTo>
                    <a:pt x="58" y="65"/>
                    <a:pt x="40" y="72"/>
                    <a:pt x="47" y="58"/>
                  </a:cubicBezTo>
                  <a:cubicBezTo>
                    <a:pt x="53" y="44"/>
                    <a:pt x="65" y="27"/>
                    <a:pt x="58" y="26"/>
                  </a:cubicBezTo>
                  <a:cubicBezTo>
                    <a:pt x="50" y="25"/>
                    <a:pt x="20" y="41"/>
                    <a:pt x="33" y="24"/>
                  </a:cubicBezTo>
                  <a:cubicBezTo>
                    <a:pt x="46" y="8"/>
                    <a:pt x="39" y="0"/>
                    <a:pt x="39" y="0"/>
                  </a:cubicBezTo>
                  <a:cubicBezTo>
                    <a:pt x="9" y="4"/>
                    <a:pt x="12" y="20"/>
                    <a:pt x="6" y="41"/>
                  </a:cubicBezTo>
                  <a:cubicBezTo>
                    <a:pt x="0" y="62"/>
                    <a:pt x="25" y="46"/>
                    <a:pt x="20" y="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101850" y="3700463"/>
              <a:ext cx="69850" cy="96838"/>
            </a:xfrm>
            <a:custGeom>
              <a:avLst/>
              <a:gdLst/>
              <a:ahLst/>
              <a:cxnLst/>
              <a:rect l="l" t="t" r="r" b="b"/>
              <a:pathLst>
                <a:path w="70" h="98" extrusionOk="0">
                  <a:moveTo>
                    <a:pt x="20" y="58"/>
                  </a:moveTo>
                  <a:cubicBezTo>
                    <a:pt x="9" y="80"/>
                    <a:pt x="0" y="77"/>
                    <a:pt x="12" y="87"/>
                  </a:cubicBezTo>
                  <a:cubicBezTo>
                    <a:pt x="25" y="98"/>
                    <a:pt x="17" y="79"/>
                    <a:pt x="39" y="75"/>
                  </a:cubicBezTo>
                  <a:cubicBezTo>
                    <a:pt x="60" y="71"/>
                    <a:pt x="54" y="37"/>
                    <a:pt x="54" y="37"/>
                  </a:cubicBezTo>
                  <a:cubicBezTo>
                    <a:pt x="70" y="22"/>
                    <a:pt x="67" y="17"/>
                    <a:pt x="56" y="9"/>
                  </a:cubicBezTo>
                  <a:cubicBezTo>
                    <a:pt x="46" y="0"/>
                    <a:pt x="30" y="3"/>
                    <a:pt x="31" y="16"/>
                  </a:cubicBezTo>
                  <a:cubicBezTo>
                    <a:pt x="33" y="28"/>
                    <a:pt x="41" y="30"/>
                    <a:pt x="24" y="31"/>
                  </a:cubicBezTo>
                  <a:cubicBezTo>
                    <a:pt x="7" y="32"/>
                    <a:pt x="2" y="36"/>
                    <a:pt x="8" y="48"/>
                  </a:cubicBezTo>
                  <a:cubicBezTo>
                    <a:pt x="13" y="60"/>
                    <a:pt x="31" y="35"/>
                    <a:pt x="2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924050" y="3424238"/>
              <a:ext cx="144463" cy="90488"/>
            </a:xfrm>
            <a:custGeom>
              <a:avLst/>
              <a:gdLst/>
              <a:ahLst/>
              <a:cxnLst/>
              <a:rect l="l" t="t" r="r" b="b"/>
              <a:pathLst>
                <a:path w="145" h="91" extrusionOk="0">
                  <a:moveTo>
                    <a:pt x="118" y="65"/>
                  </a:moveTo>
                  <a:cubicBezTo>
                    <a:pt x="132" y="50"/>
                    <a:pt x="129" y="67"/>
                    <a:pt x="136" y="50"/>
                  </a:cubicBezTo>
                  <a:cubicBezTo>
                    <a:pt x="143" y="33"/>
                    <a:pt x="145" y="6"/>
                    <a:pt x="113" y="9"/>
                  </a:cubicBezTo>
                  <a:cubicBezTo>
                    <a:pt x="82" y="12"/>
                    <a:pt x="99" y="11"/>
                    <a:pt x="80" y="15"/>
                  </a:cubicBezTo>
                  <a:cubicBezTo>
                    <a:pt x="60" y="20"/>
                    <a:pt x="57" y="33"/>
                    <a:pt x="47" y="27"/>
                  </a:cubicBezTo>
                  <a:cubicBezTo>
                    <a:pt x="38" y="21"/>
                    <a:pt x="52" y="13"/>
                    <a:pt x="35" y="1"/>
                  </a:cubicBezTo>
                  <a:cubicBezTo>
                    <a:pt x="35" y="1"/>
                    <a:pt x="14" y="0"/>
                    <a:pt x="31" y="21"/>
                  </a:cubicBezTo>
                  <a:cubicBezTo>
                    <a:pt x="31" y="21"/>
                    <a:pt x="14" y="13"/>
                    <a:pt x="7" y="26"/>
                  </a:cubicBezTo>
                  <a:cubicBezTo>
                    <a:pt x="0" y="40"/>
                    <a:pt x="35" y="24"/>
                    <a:pt x="35" y="37"/>
                  </a:cubicBezTo>
                  <a:cubicBezTo>
                    <a:pt x="35" y="51"/>
                    <a:pt x="16" y="50"/>
                    <a:pt x="16" y="50"/>
                  </a:cubicBezTo>
                  <a:cubicBezTo>
                    <a:pt x="16" y="50"/>
                    <a:pt x="48" y="60"/>
                    <a:pt x="31" y="70"/>
                  </a:cubicBezTo>
                  <a:cubicBezTo>
                    <a:pt x="14" y="79"/>
                    <a:pt x="29" y="78"/>
                    <a:pt x="40" y="78"/>
                  </a:cubicBezTo>
                  <a:cubicBezTo>
                    <a:pt x="51" y="78"/>
                    <a:pt x="58" y="88"/>
                    <a:pt x="73" y="89"/>
                  </a:cubicBezTo>
                  <a:cubicBezTo>
                    <a:pt x="88" y="91"/>
                    <a:pt x="104" y="81"/>
                    <a:pt x="118" y="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24238" y="4486276"/>
              <a:ext cx="38100" cy="53975"/>
            </a:xfrm>
            <a:custGeom>
              <a:avLst/>
              <a:gdLst/>
              <a:ahLst/>
              <a:cxnLst/>
              <a:rect l="l" t="t" r="r" b="b"/>
              <a:pathLst>
                <a:path w="37" h="54" extrusionOk="0">
                  <a:moveTo>
                    <a:pt x="12" y="0"/>
                  </a:moveTo>
                  <a:cubicBezTo>
                    <a:pt x="12" y="0"/>
                    <a:pt x="0" y="7"/>
                    <a:pt x="3" y="30"/>
                  </a:cubicBezTo>
                  <a:cubicBezTo>
                    <a:pt x="6" y="53"/>
                    <a:pt x="20" y="54"/>
                    <a:pt x="27" y="52"/>
                  </a:cubicBezTo>
                  <a:cubicBezTo>
                    <a:pt x="34" y="50"/>
                    <a:pt x="37" y="40"/>
                    <a:pt x="33" y="26"/>
                  </a:cubicBezTo>
                  <a:cubicBezTo>
                    <a:pt x="29" y="13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665538" y="4548188"/>
              <a:ext cx="200025" cy="190500"/>
            </a:xfrm>
            <a:custGeom>
              <a:avLst/>
              <a:gdLst/>
              <a:ahLst/>
              <a:cxnLst/>
              <a:rect l="l" t="t" r="r" b="b"/>
              <a:pathLst>
                <a:path w="200" h="191" extrusionOk="0">
                  <a:moveTo>
                    <a:pt x="135" y="88"/>
                  </a:moveTo>
                  <a:cubicBezTo>
                    <a:pt x="129" y="65"/>
                    <a:pt x="25" y="2"/>
                    <a:pt x="0" y="0"/>
                  </a:cubicBezTo>
                  <a:cubicBezTo>
                    <a:pt x="0" y="0"/>
                    <a:pt x="68" y="53"/>
                    <a:pt x="79" y="78"/>
                  </a:cubicBezTo>
                  <a:cubicBezTo>
                    <a:pt x="94" y="114"/>
                    <a:pt x="151" y="179"/>
                    <a:pt x="172" y="178"/>
                  </a:cubicBezTo>
                  <a:cubicBezTo>
                    <a:pt x="192" y="177"/>
                    <a:pt x="200" y="191"/>
                    <a:pt x="186" y="132"/>
                  </a:cubicBezTo>
                  <a:cubicBezTo>
                    <a:pt x="186" y="132"/>
                    <a:pt x="141" y="111"/>
                    <a:pt x="13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856038" y="4725988"/>
              <a:ext cx="165100" cy="50800"/>
            </a:xfrm>
            <a:custGeom>
              <a:avLst/>
              <a:gdLst/>
              <a:ahLst/>
              <a:cxnLst/>
              <a:rect l="l" t="t" r="r" b="b"/>
              <a:pathLst>
                <a:path w="165" h="52" extrusionOk="0">
                  <a:moveTo>
                    <a:pt x="163" y="43"/>
                  </a:moveTo>
                  <a:cubicBezTo>
                    <a:pt x="161" y="43"/>
                    <a:pt x="138" y="37"/>
                    <a:pt x="116" y="26"/>
                  </a:cubicBezTo>
                  <a:cubicBezTo>
                    <a:pt x="94" y="15"/>
                    <a:pt x="87" y="18"/>
                    <a:pt x="72" y="19"/>
                  </a:cubicBezTo>
                  <a:cubicBezTo>
                    <a:pt x="56" y="20"/>
                    <a:pt x="43" y="14"/>
                    <a:pt x="35" y="7"/>
                  </a:cubicBezTo>
                  <a:cubicBezTo>
                    <a:pt x="28" y="0"/>
                    <a:pt x="0" y="4"/>
                    <a:pt x="7" y="15"/>
                  </a:cubicBezTo>
                  <a:cubicBezTo>
                    <a:pt x="7" y="15"/>
                    <a:pt x="27" y="37"/>
                    <a:pt x="64" y="38"/>
                  </a:cubicBezTo>
                  <a:cubicBezTo>
                    <a:pt x="101" y="38"/>
                    <a:pt x="117" y="52"/>
                    <a:pt x="138" y="49"/>
                  </a:cubicBezTo>
                  <a:cubicBezTo>
                    <a:pt x="159" y="46"/>
                    <a:pt x="165" y="43"/>
                    <a:pt x="163" y="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878263" y="4530726"/>
              <a:ext cx="171450" cy="168275"/>
            </a:xfrm>
            <a:custGeom>
              <a:avLst/>
              <a:gdLst/>
              <a:ahLst/>
              <a:cxnLst/>
              <a:rect l="l" t="t" r="r" b="b"/>
              <a:pathLst>
                <a:path w="171" h="169" extrusionOk="0">
                  <a:moveTo>
                    <a:pt x="159" y="83"/>
                  </a:moveTo>
                  <a:cubicBezTo>
                    <a:pt x="148" y="83"/>
                    <a:pt x="126" y="61"/>
                    <a:pt x="127" y="51"/>
                  </a:cubicBezTo>
                  <a:cubicBezTo>
                    <a:pt x="128" y="40"/>
                    <a:pt x="153" y="38"/>
                    <a:pt x="148" y="38"/>
                  </a:cubicBezTo>
                  <a:cubicBezTo>
                    <a:pt x="144" y="38"/>
                    <a:pt x="141" y="32"/>
                    <a:pt x="141" y="32"/>
                  </a:cubicBezTo>
                  <a:cubicBezTo>
                    <a:pt x="150" y="25"/>
                    <a:pt x="147" y="21"/>
                    <a:pt x="147" y="21"/>
                  </a:cubicBezTo>
                  <a:cubicBezTo>
                    <a:pt x="134" y="19"/>
                    <a:pt x="126" y="8"/>
                    <a:pt x="120" y="5"/>
                  </a:cubicBezTo>
                  <a:cubicBezTo>
                    <a:pt x="113" y="2"/>
                    <a:pt x="105" y="0"/>
                    <a:pt x="104" y="5"/>
                  </a:cubicBezTo>
                  <a:cubicBezTo>
                    <a:pt x="102" y="10"/>
                    <a:pt x="94" y="31"/>
                    <a:pt x="83" y="31"/>
                  </a:cubicBezTo>
                  <a:cubicBezTo>
                    <a:pt x="72" y="30"/>
                    <a:pt x="77" y="32"/>
                    <a:pt x="72" y="34"/>
                  </a:cubicBezTo>
                  <a:cubicBezTo>
                    <a:pt x="66" y="36"/>
                    <a:pt x="80" y="49"/>
                    <a:pt x="66" y="50"/>
                  </a:cubicBezTo>
                  <a:cubicBezTo>
                    <a:pt x="52" y="51"/>
                    <a:pt x="55" y="54"/>
                    <a:pt x="45" y="70"/>
                  </a:cubicBezTo>
                  <a:cubicBezTo>
                    <a:pt x="35" y="85"/>
                    <a:pt x="32" y="71"/>
                    <a:pt x="17" y="73"/>
                  </a:cubicBezTo>
                  <a:cubicBezTo>
                    <a:pt x="3" y="76"/>
                    <a:pt x="0" y="102"/>
                    <a:pt x="18" y="112"/>
                  </a:cubicBezTo>
                  <a:cubicBezTo>
                    <a:pt x="36" y="122"/>
                    <a:pt x="38" y="150"/>
                    <a:pt x="38" y="150"/>
                  </a:cubicBezTo>
                  <a:cubicBezTo>
                    <a:pt x="55" y="145"/>
                    <a:pt x="52" y="149"/>
                    <a:pt x="77" y="153"/>
                  </a:cubicBezTo>
                  <a:cubicBezTo>
                    <a:pt x="103" y="158"/>
                    <a:pt x="95" y="166"/>
                    <a:pt x="117" y="168"/>
                  </a:cubicBezTo>
                  <a:cubicBezTo>
                    <a:pt x="139" y="169"/>
                    <a:pt x="132" y="131"/>
                    <a:pt x="132" y="131"/>
                  </a:cubicBezTo>
                  <a:cubicBezTo>
                    <a:pt x="150" y="126"/>
                    <a:pt x="145" y="92"/>
                    <a:pt x="145" y="92"/>
                  </a:cubicBezTo>
                  <a:cubicBezTo>
                    <a:pt x="168" y="100"/>
                    <a:pt x="171" y="82"/>
                    <a:pt x="159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4950" y="4600576"/>
              <a:ext cx="96838" cy="133350"/>
            </a:xfrm>
            <a:custGeom>
              <a:avLst/>
              <a:gdLst/>
              <a:ahLst/>
              <a:cxnLst/>
              <a:rect l="l" t="t" r="r" b="b"/>
              <a:pathLst>
                <a:path w="96" h="133" extrusionOk="0">
                  <a:moveTo>
                    <a:pt x="9" y="88"/>
                  </a:moveTo>
                  <a:cubicBezTo>
                    <a:pt x="18" y="89"/>
                    <a:pt x="17" y="90"/>
                    <a:pt x="22" y="109"/>
                  </a:cubicBezTo>
                  <a:cubicBezTo>
                    <a:pt x="26" y="128"/>
                    <a:pt x="32" y="127"/>
                    <a:pt x="32" y="127"/>
                  </a:cubicBezTo>
                  <a:cubicBezTo>
                    <a:pt x="40" y="127"/>
                    <a:pt x="37" y="119"/>
                    <a:pt x="37" y="119"/>
                  </a:cubicBezTo>
                  <a:cubicBezTo>
                    <a:pt x="33" y="101"/>
                    <a:pt x="27" y="82"/>
                    <a:pt x="37" y="85"/>
                  </a:cubicBezTo>
                  <a:cubicBezTo>
                    <a:pt x="46" y="88"/>
                    <a:pt x="51" y="104"/>
                    <a:pt x="66" y="118"/>
                  </a:cubicBezTo>
                  <a:cubicBezTo>
                    <a:pt x="82" y="133"/>
                    <a:pt x="79" y="116"/>
                    <a:pt x="78" y="110"/>
                  </a:cubicBezTo>
                  <a:cubicBezTo>
                    <a:pt x="77" y="104"/>
                    <a:pt x="72" y="102"/>
                    <a:pt x="72" y="102"/>
                  </a:cubicBezTo>
                  <a:cubicBezTo>
                    <a:pt x="60" y="102"/>
                    <a:pt x="69" y="86"/>
                    <a:pt x="61" y="85"/>
                  </a:cubicBezTo>
                  <a:cubicBezTo>
                    <a:pt x="52" y="85"/>
                    <a:pt x="48" y="70"/>
                    <a:pt x="48" y="70"/>
                  </a:cubicBezTo>
                  <a:cubicBezTo>
                    <a:pt x="48" y="70"/>
                    <a:pt x="42" y="60"/>
                    <a:pt x="54" y="57"/>
                  </a:cubicBezTo>
                  <a:cubicBezTo>
                    <a:pt x="65" y="54"/>
                    <a:pt x="70" y="46"/>
                    <a:pt x="70" y="46"/>
                  </a:cubicBezTo>
                  <a:cubicBezTo>
                    <a:pt x="55" y="39"/>
                    <a:pt x="44" y="48"/>
                    <a:pt x="36" y="48"/>
                  </a:cubicBezTo>
                  <a:cubicBezTo>
                    <a:pt x="28" y="47"/>
                    <a:pt x="21" y="68"/>
                    <a:pt x="20" y="46"/>
                  </a:cubicBezTo>
                  <a:cubicBezTo>
                    <a:pt x="19" y="24"/>
                    <a:pt x="41" y="33"/>
                    <a:pt x="58" y="33"/>
                  </a:cubicBezTo>
                  <a:cubicBezTo>
                    <a:pt x="76" y="32"/>
                    <a:pt x="79" y="28"/>
                    <a:pt x="88" y="20"/>
                  </a:cubicBezTo>
                  <a:cubicBezTo>
                    <a:pt x="96" y="12"/>
                    <a:pt x="84" y="0"/>
                    <a:pt x="81" y="9"/>
                  </a:cubicBezTo>
                  <a:cubicBezTo>
                    <a:pt x="79" y="18"/>
                    <a:pt x="72" y="19"/>
                    <a:pt x="58" y="21"/>
                  </a:cubicBezTo>
                  <a:cubicBezTo>
                    <a:pt x="44" y="23"/>
                    <a:pt x="50" y="19"/>
                    <a:pt x="30" y="16"/>
                  </a:cubicBezTo>
                  <a:cubicBezTo>
                    <a:pt x="10" y="14"/>
                    <a:pt x="10" y="31"/>
                    <a:pt x="12" y="40"/>
                  </a:cubicBezTo>
                  <a:cubicBezTo>
                    <a:pt x="13" y="49"/>
                    <a:pt x="8" y="41"/>
                    <a:pt x="10" y="51"/>
                  </a:cubicBezTo>
                  <a:cubicBezTo>
                    <a:pt x="13" y="61"/>
                    <a:pt x="14" y="66"/>
                    <a:pt x="8" y="75"/>
                  </a:cubicBezTo>
                  <a:cubicBezTo>
                    <a:pt x="2" y="84"/>
                    <a:pt x="0" y="87"/>
                    <a:pt x="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024313" y="4760913"/>
              <a:ext cx="57150" cy="22225"/>
            </a:xfrm>
            <a:custGeom>
              <a:avLst/>
              <a:gdLst/>
              <a:ahLst/>
              <a:cxnLst/>
              <a:rect l="l" t="t" r="r" b="b"/>
              <a:pathLst>
                <a:path w="57" h="22" extrusionOk="0">
                  <a:moveTo>
                    <a:pt x="46" y="16"/>
                  </a:moveTo>
                  <a:cubicBezTo>
                    <a:pt x="57" y="15"/>
                    <a:pt x="52" y="6"/>
                    <a:pt x="36" y="8"/>
                  </a:cubicBezTo>
                  <a:cubicBezTo>
                    <a:pt x="20" y="10"/>
                    <a:pt x="14" y="0"/>
                    <a:pt x="0" y="16"/>
                  </a:cubicBezTo>
                  <a:cubicBezTo>
                    <a:pt x="0" y="16"/>
                    <a:pt x="3" y="22"/>
                    <a:pt x="15" y="22"/>
                  </a:cubicBezTo>
                  <a:cubicBezTo>
                    <a:pt x="27" y="21"/>
                    <a:pt x="35" y="16"/>
                    <a:pt x="4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071938" y="4783138"/>
              <a:ext cx="39688" cy="25400"/>
            </a:xfrm>
            <a:custGeom>
              <a:avLst/>
              <a:gdLst/>
              <a:ahLst/>
              <a:cxnLst/>
              <a:rect l="l" t="t" r="r" b="b"/>
              <a:pathLst>
                <a:path w="39" h="26" extrusionOk="0">
                  <a:moveTo>
                    <a:pt x="10" y="4"/>
                  </a:moveTo>
                  <a:cubicBezTo>
                    <a:pt x="1" y="5"/>
                    <a:pt x="1" y="0"/>
                    <a:pt x="0" y="6"/>
                  </a:cubicBezTo>
                  <a:cubicBezTo>
                    <a:pt x="0" y="6"/>
                    <a:pt x="2" y="13"/>
                    <a:pt x="12" y="13"/>
                  </a:cubicBezTo>
                  <a:cubicBezTo>
                    <a:pt x="22" y="13"/>
                    <a:pt x="21" y="26"/>
                    <a:pt x="26" y="24"/>
                  </a:cubicBezTo>
                  <a:cubicBezTo>
                    <a:pt x="31" y="21"/>
                    <a:pt x="39" y="20"/>
                    <a:pt x="27" y="11"/>
                  </a:cubicBezTo>
                  <a:cubicBezTo>
                    <a:pt x="16" y="2"/>
                    <a:pt x="20" y="2"/>
                    <a:pt x="10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141788" y="4770438"/>
              <a:ext cx="57150" cy="44450"/>
            </a:xfrm>
            <a:custGeom>
              <a:avLst/>
              <a:gdLst/>
              <a:ahLst/>
              <a:cxnLst/>
              <a:rect l="l" t="t" r="r" b="b"/>
              <a:pathLst>
                <a:path w="57" h="45" extrusionOk="0">
                  <a:moveTo>
                    <a:pt x="10" y="34"/>
                  </a:moveTo>
                  <a:cubicBezTo>
                    <a:pt x="14" y="34"/>
                    <a:pt x="26" y="29"/>
                    <a:pt x="29" y="19"/>
                  </a:cubicBezTo>
                  <a:cubicBezTo>
                    <a:pt x="31" y="8"/>
                    <a:pt x="46" y="17"/>
                    <a:pt x="54" y="7"/>
                  </a:cubicBezTo>
                  <a:cubicBezTo>
                    <a:pt x="54" y="7"/>
                    <a:pt x="57" y="0"/>
                    <a:pt x="41" y="1"/>
                  </a:cubicBezTo>
                  <a:cubicBezTo>
                    <a:pt x="24" y="1"/>
                    <a:pt x="25" y="6"/>
                    <a:pt x="20" y="17"/>
                  </a:cubicBezTo>
                  <a:cubicBezTo>
                    <a:pt x="14" y="27"/>
                    <a:pt x="9" y="12"/>
                    <a:pt x="0" y="45"/>
                  </a:cubicBezTo>
                  <a:cubicBezTo>
                    <a:pt x="0" y="45"/>
                    <a:pt x="5" y="35"/>
                    <a:pt x="10" y="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2113" y="4643438"/>
              <a:ext cx="393700" cy="173038"/>
            </a:xfrm>
            <a:custGeom>
              <a:avLst/>
              <a:gdLst/>
              <a:ahLst/>
              <a:cxnLst/>
              <a:rect l="l" t="t" r="r" b="b"/>
              <a:pathLst>
                <a:path w="392" h="173" extrusionOk="0">
                  <a:moveTo>
                    <a:pt x="82" y="23"/>
                  </a:moveTo>
                  <a:cubicBezTo>
                    <a:pt x="77" y="1"/>
                    <a:pt x="78" y="0"/>
                    <a:pt x="52" y="0"/>
                  </a:cubicBezTo>
                  <a:cubicBezTo>
                    <a:pt x="25" y="1"/>
                    <a:pt x="0" y="7"/>
                    <a:pt x="27" y="16"/>
                  </a:cubicBezTo>
                  <a:cubicBezTo>
                    <a:pt x="53" y="25"/>
                    <a:pt x="41" y="35"/>
                    <a:pt x="54" y="40"/>
                  </a:cubicBezTo>
                  <a:cubicBezTo>
                    <a:pt x="67" y="44"/>
                    <a:pt x="69" y="62"/>
                    <a:pt x="71" y="62"/>
                  </a:cubicBezTo>
                  <a:cubicBezTo>
                    <a:pt x="73" y="62"/>
                    <a:pt x="78" y="51"/>
                    <a:pt x="78" y="51"/>
                  </a:cubicBezTo>
                  <a:cubicBezTo>
                    <a:pt x="88" y="58"/>
                    <a:pt x="104" y="69"/>
                    <a:pt x="127" y="70"/>
                  </a:cubicBezTo>
                  <a:cubicBezTo>
                    <a:pt x="149" y="72"/>
                    <a:pt x="172" y="95"/>
                    <a:pt x="176" y="110"/>
                  </a:cubicBezTo>
                  <a:cubicBezTo>
                    <a:pt x="180" y="126"/>
                    <a:pt x="144" y="104"/>
                    <a:pt x="156" y="120"/>
                  </a:cubicBezTo>
                  <a:cubicBezTo>
                    <a:pt x="168" y="136"/>
                    <a:pt x="181" y="120"/>
                    <a:pt x="193" y="121"/>
                  </a:cubicBezTo>
                  <a:cubicBezTo>
                    <a:pt x="205" y="123"/>
                    <a:pt x="217" y="142"/>
                    <a:pt x="217" y="142"/>
                  </a:cubicBezTo>
                  <a:cubicBezTo>
                    <a:pt x="217" y="142"/>
                    <a:pt x="245" y="149"/>
                    <a:pt x="247" y="136"/>
                  </a:cubicBezTo>
                  <a:cubicBezTo>
                    <a:pt x="249" y="123"/>
                    <a:pt x="253" y="102"/>
                    <a:pt x="284" y="122"/>
                  </a:cubicBezTo>
                  <a:cubicBezTo>
                    <a:pt x="315" y="142"/>
                    <a:pt x="323" y="160"/>
                    <a:pt x="347" y="159"/>
                  </a:cubicBezTo>
                  <a:cubicBezTo>
                    <a:pt x="372" y="158"/>
                    <a:pt x="392" y="173"/>
                    <a:pt x="316" y="118"/>
                  </a:cubicBezTo>
                  <a:cubicBezTo>
                    <a:pt x="241" y="64"/>
                    <a:pt x="298" y="56"/>
                    <a:pt x="186" y="34"/>
                  </a:cubicBezTo>
                  <a:cubicBezTo>
                    <a:pt x="181" y="27"/>
                    <a:pt x="161" y="31"/>
                    <a:pt x="143" y="23"/>
                  </a:cubicBezTo>
                  <a:cubicBezTo>
                    <a:pt x="124" y="16"/>
                    <a:pt x="113" y="27"/>
                    <a:pt x="107" y="37"/>
                  </a:cubicBezTo>
                  <a:cubicBezTo>
                    <a:pt x="100" y="48"/>
                    <a:pt x="88" y="46"/>
                    <a:pt x="82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078288" y="4764088"/>
              <a:ext cx="79375" cy="19050"/>
            </a:xfrm>
            <a:custGeom>
              <a:avLst/>
              <a:gdLst/>
              <a:ahLst/>
              <a:cxnLst/>
              <a:rect l="l" t="t" r="r" b="b"/>
              <a:pathLst>
                <a:path w="79" h="18" extrusionOk="0">
                  <a:moveTo>
                    <a:pt x="34" y="15"/>
                  </a:moveTo>
                  <a:cubicBezTo>
                    <a:pt x="48" y="13"/>
                    <a:pt x="58" y="9"/>
                    <a:pt x="79" y="7"/>
                  </a:cubicBezTo>
                  <a:cubicBezTo>
                    <a:pt x="79" y="7"/>
                    <a:pt x="65" y="0"/>
                    <a:pt x="35" y="8"/>
                  </a:cubicBezTo>
                  <a:cubicBezTo>
                    <a:pt x="35" y="8"/>
                    <a:pt x="28" y="4"/>
                    <a:pt x="11" y="4"/>
                  </a:cubicBezTo>
                  <a:cubicBezTo>
                    <a:pt x="0" y="4"/>
                    <a:pt x="9" y="8"/>
                    <a:pt x="9" y="8"/>
                  </a:cubicBezTo>
                  <a:cubicBezTo>
                    <a:pt x="9" y="8"/>
                    <a:pt x="21" y="18"/>
                    <a:pt x="34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162425" y="4684713"/>
              <a:ext cx="17463" cy="14288"/>
            </a:xfrm>
            <a:custGeom>
              <a:avLst/>
              <a:gdLst/>
              <a:ahLst/>
              <a:cxnLst/>
              <a:rect l="l" t="t" r="r" b="b"/>
              <a:pathLst>
                <a:path w="18" h="14" extrusionOk="0">
                  <a:moveTo>
                    <a:pt x="9" y="2"/>
                  </a:moveTo>
                  <a:cubicBezTo>
                    <a:pt x="0" y="0"/>
                    <a:pt x="8" y="2"/>
                    <a:pt x="0" y="5"/>
                  </a:cubicBezTo>
                  <a:cubicBezTo>
                    <a:pt x="0" y="5"/>
                    <a:pt x="5" y="14"/>
                    <a:pt x="12" y="14"/>
                  </a:cubicBezTo>
                  <a:cubicBezTo>
                    <a:pt x="18" y="14"/>
                    <a:pt x="18" y="4"/>
                    <a:pt x="9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4191000" y="4681538"/>
              <a:ext cx="53975" cy="19050"/>
            </a:xfrm>
            <a:custGeom>
              <a:avLst/>
              <a:gdLst/>
              <a:ahLst/>
              <a:cxnLst/>
              <a:rect l="l" t="t" r="r" b="b"/>
              <a:pathLst>
                <a:path w="53" h="19" extrusionOk="0">
                  <a:moveTo>
                    <a:pt x="6" y="16"/>
                  </a:moveTo>
                  <a:cubicBezTo>
                    <a:pt x="12" y="13"/>
                    <a:pt x="19" y="8"/>
                    <a:pt x="34" y="12"/>
                  </a:cubicBezTo>
                  <a:cubicBezTo>
                    <a:pt x="48" y="16"/>
                    <a:pt x="53" y="12"/>
                    <a:pt x="47" y="8"/>
                  </a:cubicBezTo>
                  <a:cubicBezTo>
                    <a:pt x="41" y="4"/>
                    <a:pt x="26" y="2"/>
                    <a:pt x="0" y="0"/>
                  </a:cubicBezTo>
                  <a:cubicBezTo>
                    <a:pt x="0" y="0"/>
                    <a:pt x="1" y="19"/>
                    <a:pt x="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4159250" y="4595813"/>
              <a:ext cx="38100" cy="65088"/>
            </a:xfrm>
            <a:custGeom>
              <a:avLst/>
              <a:gdLst/>
              <a:ahLst/>
              <a:cxnLst/>
              <a:rect l="l" t="t" r="r" b="b"/>
              <a:pathLst>
                <a:path w="37" h="66" extrusionOk="0">
                  <a:moveTo>
                    <a:pt x="2" y="22"/>
                  </a:moveTo>
                  <a:cubicBezTo>
                    <a:pt x="0" y="29"/>
                    <a:pt x="16" y="26"/>
                    <a:pt x="17" y="38"/>
                  </a:cubicBezTo>
                  <a:cubicBezTo>
                    <a:pt x="19" y="51"/>
                    <a:pt x="23" y="66"/>
                    <a:pt x="26" y="53"/>
                  </a:cubicBezTo>
                  <a:cubicBezTo>
                    <a:pt x="29" y="39"/>
                    <a:pt x="37" y="41"/>
                    <a:pt x="27" y="29"/>
                  </a:cubicBezTo>
                  <a:cubicBezTo>
                    <a:pt x="17" y="17"/>
                    <a:pt x="13" y="12"/>
                    <a:pt x="21" y="0"/>
                  </a:cubicBezTo>
                  <a:cubicBezTo>
                    <a:pt x="21" y="0"/>
                    <a:pt x="4" y="15"/>
                    <a:pt x="2" y="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281488" y="4719638"/>
              <a:ext cx="31750" cy="36513"/>
            </a:xfrm>
            <a:custGeom>
              <a:avLst/>
              <a:gdLst/>
              <a:ahLst/>
              <a:cxnLst/>
              <a:rect l="l" t="t" r="r" b="b"/>
              <a:pathLst>
                <a:path w="32" h="36" extrusionOk="0">
                  <a:moveTo>
                    <a:pt x="18" y="0"/>
                  </a:moveTo>
                  <a:cubicBezTo>
                    <a:pt x="18" y="0"/>
                    <a:pt x="19" y="23"/>
                    <a:pt x="10" y="25"/>
                  </a:cubicBezTo>
                  <a:cubicBezTo>
                    <a:pt x="0" y="26"/>
                    <a:pt x="28" y="36"/>
                    <a:pt x="26" y="21"/>
                  </a:cubicBezTo>
                  <a:cubicBezTo>
                    <a:pt x="24" y="6"/>
                    <a:pt x="32" y="9"/>
                    <a:pt x="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246563" y="4738688"/>
              <a:ext cx="26988" cy="31750"/>
            </a:xfrm>
            <a:custGeom>
              <a:avLst/>
              <a:gdLst/>
              <a:ahLst/>
              <a:cxnLst/>
              <a:rect l="l" t="t" r="r" b="b"/>
              <a:pathLst>
                <a:path w="27" h="31" extrusionOk="0">
                  <a:moveTo>
                    <a:pt x="9" y="20"/>
                  </a:moveTo>
                  <a:cubicBezTo>
                    <a:pt x="9" y="20"/>
                    <a:pt x="0" y="31"/>
                    <a:pt x="14" y="28"/>
                  </a:cubicBezTo>
                  <a:cubicBezTo>
                    <a:pt x="27" y="24"/>
                    <a:pt x="10" y="0"/>
                    <a:pt x="13" y="9"/>
                  </a:cubicBezTo>
                  <a:cubicBezTo>
                    <a:pt x="15" y="18"/>
                    <a:pt x="9" y="20"/>
                    <a:pt x="9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021138" y="4803776"/>
              <a:ext cx="687388" cy="560388"/>
            </a:xfrm>
            <a:custGeom>
              <a:avLst/>
              <a:gdLst/>
              <a:ahLst/>
              <a:cxnLst/>
              <a:rect l="l" t="t" r="r" b="b"/>
              <a:pathLst>
                <a:path w="688" h="560" extrusionOk="0">
                  <a:moveTo>
                    <a:pt x="673" y="318"/>
                  </a:moveTo>
                  <a:cubicBezTo>
                    <a:pt x="658" y="252"/>
                    <a:pt x="617" y="237"/>
                    <a:pt x="617" y="237"/>
                  </a:cubicBezTo>
                  <a:cubicBezTo>
                    <a:pt x="607" y="207"/>
                    <a:pt x="590" y="214"/>
                    <a:pt x="590" y="214"/>
                  </a:cubicBezTo>
                  <a:cubicBezTo>
                    <a:pt x="590" y="214"/>
                    <a:pt x="571" y="167"/>
                    <a:pt x="548" y="162"/>
                  </a:cubicBezTo>
                  <a:cubicBezTo>
                    <a:pt x="525" y="158"/>
                    <a:pt x="504" y="127"/>
                    <a:pt x="489" y="93"/>
                  </a:cubicBezTo>
                  <a:cubicBezTo>
                    <a:pt x="474" y="60"/>
                    <a:pt x="461" y="83"/>
                    <a:pt x="457" y="66"/>
                  </a:cubicBezTo>
                  <a:cubicBezTo>
                    <a:pt x="452" y="49"/>
                    <a:pt x="425" y="0"/>
                    <a:pt x="417" y="8"/>
                  </a:cubicBezTo>
                  <a:cubicBezTo>
                    <a:pt x="409" y="15"/>
                    <a:pt x="424" y="82"/>
                    <a:pt x="424" y="112"/>
                  </a:cubicBezTo>
                  <a:cubicBezTo>
                    <a:pt x="424" y="143"/>
                    <a:pt x="370" y="107"/>
                    <a:pt x="345" y="88"/>
                  </a:cubicBezTo>
                  <a:cubicBezTo>
                    <a:pt x="320" y="69"/>
                    <a:pt x="347" y="60"/>
                    <a:pt x="345" y="41"/>
                  </a:cubicBezTo>
                  <a:cubicBezTo>
                    <a:pt x="344" y="22"/>
                    <a:pt x="312" y="27"/>
                    <a:pt x="287" y="27"/>
                  </a:cubicBezTo>
                  <a:cubicBezTo>
                    <a:pt x="262" y="27"/>
                    <a:pt x="236" y="31"/>
                    <a:pt x="233" y="60"/>
                  </a:cubicBezTo>
                  <a:cubicBezTo>
                    <a:pt x="230" y="90"/>
                    <a:pt x="212" y="77"/>
                    <a:pt x="212" y="77"/>
                  </a:cubicBezTo>
                  <a:cubicBezTo>
                    <a:pt x="212" y="77"/>
                    <a:pt x="220" y="63"/>
                    <a:pt x="193" y="61"/>
                  </a:cubicBezTo>
                  <a:cubicBezTo>
                    <a:pt x="167" y="59"/>
                    <a:pt x="169" y="82"/>
                    <a:pt x="156" y="94"/>
                  </a:cubicBezTo>
                  <a:cubicBezTo>
                    <a:pt x="142" y="107"/>
                    <a:pt x="155" y="129"/>
                    <a:pt x="145" y="112"/>
                  </a:cubicBezTo>
                  <a:cubicBezTo>
                    <a:pt x="136" y="95"/>
                    <a:pt x="125" y="107"/>
                    <a:pt x="127" y="120"/>
                  </a:cubicBezTo>
                  <a:cubicBezTo>
                    <a:pt x="129" y="132"/>
                    <a:pt x="129" y="159"/>
                    <a:pt x="110" y="161"/>
                  </a:cubicBezTo>
                  <a:cubicBezTo>
                    <a:pt x="90" y="163"/>
                    <a:pt x="50" y="174"/>
                    <a:pt x="25" y="202"/>
                  </a:cubicBezTo>
                  <a:cubicBezTo>
                    <a:pt x="0" y="230"/>
                    <a:pt x="13" y="227"/>
                    <a:pt x="22" y="259"/>
                  </a:cubicBezTo>
                  <a:cubicBezTo>
                    <a:pt x="31" y="291"/>
                    <a:pt x="20" y="282"/>
                    <a:pt x="23" y="295"/>
                  </a:cubicBezTo>
                  <a:cubicBezTo>
                    <a:pt x="25" y="308"/>
                    <a:pt x="71" y="373"/>
                    <a:pt x="81" y="398"/>
                  </a:cubicBezTo>
                  <a:cubicBezTo>
                    <a:pt x="91" y="423"/>
                    <a:pt x="78" y="431"/>
                    <a:pt x="78" y="431"/>
                  </a:cubicBezTo>
                  <a:cubicBezTo>
                    <a:pt x="83" y="462"/>
                    <a:pt x="96" y="469"/>
                    <a:pt x="127" y="468"/>
                  </a:cubicBezTo>
                  <a:cubicBezTo>
                    <a:pt x="157" y="466"/>
                    <a:pt x="138" y="434"/>
                    <a:pt x="164" y="439"/>
                  </a:cubicBezTo>
                  <a:cubicBezTo>
                    <a:pt x="189" y="443"/>
                    <a:pt x="217" y="434"/>
                    <a:pt x="217" y="434"/>
                  </a:cubicBezTo>
                  <a:cubicBezTo>
                    <a:pt x="233" y="399"/>
                    <a:pt x="271" y="415"/>
                    <a:pt x="284" y="404"/>
                  </a:cubicBezTo>
                  <a:cubicBezTo>
                    <a:pt x="297" y="392"/>
                    <a:pt x="324" y="391"/>
                    <a:pt x="341" y="391"/>
                  </a:cubicBezTo>
                  <a:cubicBezTo>
                    <a:pt x="358" y="391"/>
                    <a:pt x="403" y="428"/>
                    <a:pt x="404" y="440"/>
                  </a:cubicBezTo>
                  <a:cubicBezTo>
                    <a:pt x="405" y="453"/>
                    <a:pt x="427" y="474"/>
                    <a:pt x="422" y="461"/>
                  </a:cubicBezTo>
                  <a:cubicBezTo>
                    <a:pt x="416" y="447"/>
                    <a:pt x="443" y="418"/>
                    <a:pt x="443" y="418"/>
                  </a:cubicBezTo>
                  <a:cubicBezTo>
                    <a:pt x="457" y="423"/>
                    <a:pt x="453" y="460"/>
                    <a:pt x="453" y="460"/>
                  </a:cubicBezTo>
                  <a:cubicBezTo>
                    <a:pt x="462" y="446"/>
                    <a:pt x="467" y="478"/>
                    <a:pt x="467" y="478"/>
                  </a:cubicBezTo>
                  <a:cubicBezTo>
                    <a:pt x="477" y="481"/>
                    <a:pt x="483" y="468"/>
                    <a:pt x="495" y="503"/>
                  </a:cubicBezTo>
                  <a:cubicBezTo>
                    <a:pt x="506" y="539"/>
                    <a:pt x="552" y="548"/>
                    <a:pt x="562" y="554"/>
                  </a:cubicBezTo>
                  <a:cubicBezTo>
                    <a:pt x="572" y="560"/>
                    <a:pt x="580" y="535"/>
                    <a:pt x="580" y="535"/>
                  </a:cubicBezTo>
                  <a:cubicBezTo>
                    <a:pt x="605" y="558"/>
                    <a:pt x="622" y="553"/>
                    <a:pt x="622" y="553"/>
                  </a:cubicBezTo>
                  <a:cubicBezTo>
                    <a:pt x="631" y="518"/>
                    <a:pt x="679" y="532"/>
                    <a:pt x="679" y="532"/>
                  </a:cubicBezTo>
                  <a:cubicBezTo>
                    <a:pt x="670" y="513"/>
                    <a:pt x="665" y="450"/>
                    <a:pt x="672" y="420"/>
                  </a:cubicBezTo>
                  <a:cubicBezTo>
                    <a:pt x="680" y="389"/>
                    <a:pt x="688" y="386"/>
                    <a:pt x="673" y="3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619625" y="5403851"/>
              <a:ext cx="76200" cy="77788"/>
            </a:xfrm>
            <a:custGeom>
              <a:avLst/>
              <a:gdLst/>
              <a:ahLst/>
              <a:cxnLst/>
              <a:rect l="l" t="t" r="r" b="b"/>
              <a:pathLst>
                <a:path w="76" h="77" extrusionOk="0">
                  <a:moveTo>
                    <a:pt x="37" y="10"/>
                  </a:moveTo>
                  <a:cubicBezTo>
                    <a:pt x="19" y="10"/>
                    <a:pt x="0" y="0"/>
                    <a:pt x="0" y="0"/>
                  </a:cubicBezTo>
                  <a:cubicBezTo>
                    <a:pt x="3" y="21"/>
                    <a:pt x="22" y="31"/>
                    <a:pt x="22" y="31"/>
                  </a:cubicBezTo>
                  <a:cubicBezTo>
                    <a:pt x="28" y="57"/>
                    <a:pt x="36" y="67"/>
                    <a:pt x="49" y="72"/>
                  </a:cubicBezTo>
                  <a:cubicBezTo>
                    <a:pt x="63" y="77"/>
                    <a:pt x="63" y="61"/>
                    <a:pt x="69" y="46"/>
                  </a:cubicBezTo>
                  <a:cubicBezTo>
                    <a:pt x="76" y="30"/>
                    <a:pt x="59" y="5"/>
                    <a:pt x="59" y="5"/>
                  </a:cubicBezTo>
                  <a:cubicBezTo>
                    <a:pt x="59" y="5"/>
                    <a:pt x="55" y="10"/>
                    <a:pt x="37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094163" y="4102101"/>
              <a:ext cx="49213" cy="57150"/>
            </a:xfrm>
            <a:custGeom>
              <a:avLst/>
              <a:gdLst/>
              <a:ahLst/>
              <a:cxnLst/>
              <a:rect l="l" t="t" r="r" b="b"/>
              <a:pathLst>
                <a:path w="49" h="57" extrusionOk="0">
                  <a:moveTo>
                    <a:pt x="0" y="20"/>
                  </a:moveTo>
                  <a:cubicBezTo>
                    <a:pt x="0" y="20"/>
                    <a:pt x="5" y="23"/>
                    <a:pt x="12" y="20"/>
                  </a:cubicBezTo>
                  <a:cubicBezTo>
                    <a:pt x="19" y="17"/>
                    <a:pt x="3" y="28"/>
                    <a:pt x="11" y="42"/>
                  </a:cubicBezTo>
                  <a:cubicBezTo>
                    <a:pt x="19" y="55"/>
                    <a:pt x="23" y="57"/>
                    <a:pt x="29" y="51"/>
                  </a:cubicBezTo>
                  <a:cubicBezTo>
                    <a:pt x="35" y="44"/>
                    <a:pt x="49" y="37"/>
                    <a:pt x="37" y="19"/>
                  </a:cubicBezTo>
                  <a:cubicBezTo>
                    <a:pt x="25" y="1"/>
                    <a:pt x="10" y="0"/>
                    <a:pt x="0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108450" y="3983038"/>
              <a:ext cx="149225" cy="142875"/>
            </a:xfrm>
            <a:custGeom>
              <a:avLst/>
              <a:gdLst/>
              <a:ahLst/>
              <a:cxnLst/>
              <a:rect l="l" t="t" r="r" b="b"/>
              <a:pathLst>
                <a:path w="149" h="144" extrusionOk="0">
                  <a:moveTo>
                    <a:pt x="23" y="100"/>
                  </a:moveTo>
                  <a:cubicBezTo>
                    <a:pt x="10" y="101"/>
                    <a:pt x="0" y="118"/>
                    <a:pt x="0" y="118"/>
                  </a:cubicBezTo>
                  <a:cubicBezTo>
                    <a:pt x="13" y="122"/>
                    <a:pt x="16" y="120"/>
                    <a:pt x="16" y="120"/>
                  </a:cubicBezTo>
                  <a:cubicBezTo>
                    <a:pt x="35" y="102"/>
                    <a:pt x="60" y="113"/>
                    <a:pt x="60" y="113"/>
                  </a:cubicBezTo>
                  <a:cubicBezTo>
                    <a:pt x="61" y="119"/>
                    <a:pt x="60" y="121"/>
                    <a:pt x="63" y="124"/>
                  </a:cubicBezTo>
                  <a:cubicBezTo>
                    <a:pt x="82" y="144"/>
                    <a:pt x="82" y="104"/>
                    <a:pt x="82" y="104"/>
                  </a:cubicBezTo>
                  <a:cubicBezTo>
                    <a:pt x="93" y="107"/>
                    <a:pt x="91" y="110"/>
                    <a:pt x="103" y="113"/>
                  </a:cubicBezTo>
                  <a:cubicBezTo>
                    <a:pt x="114" y="115"/>
                    <a:pt x="119" y="96"/>
                    <a:pt x="119" y="96"/>
                  </a:cubicBezTo>
                  <a:cubicBezTo>
                    <a:pt x="119" y="96"/>
                    <a:pt x="123" y="110"/>
                    <a:pt x="136" y="103"/>
                  </a:cubicBezTo>
                  <a:cubicBezTo>
                    <a:pt x="149" y="95"/>
                    <a:pt x="127" y="51"/>
                    <a:pt x="127" y="51"/>
                  </a:cubicBezTo>
                  <a:cubicBezTo>
                    <a:pt x="127" y="51"/>
                    <a:pt x="143" y="40"/>
                    <a:pt x="137" y="25"/>
                  </a:cubicBezTo>
                  <a:cubicBezTo>
                    <a:pt x="130" y="9"/>
                    <a:pt x="122" y="0"/>
                    <a:pt x="113" y="0"/>
                  </a:cubicBezTo>
                  <a:cubicBezTo>
                    <a:pt x="103" y="0"/>
                    <a:pt x="104" y="8"/>
                    <a:pt x="104" y="8"/>
                  </a:cubicBezTo>
                  <a:cubicBezTo>
                    <a:pt x="110" y="28"/>
                    <a:pt x="104" y="69"/>
                    <a:pt x="93" y="71"/>
                  </a:cubicBezTo>
                  <a:cubicBezTo>
                    <a:pt x="81" y="73"/>
                    <a:pt x="76" y="75"/>
                    <a:pt x="71" y="86"/>
                  </a:cubicBezTo>
                  <a:cubicBezTo>
                    <a:pt x="66" y="98"/>
                    <a:pt x="37" y="98"/>
                    <a:pt x="23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197350" y="3900488"/>
              <a:ext cx="87313" cy="74613"/>
            </a:xfrm>
            <a:custGeom>
              <a:avLst/>
              <a:gdLst/>
              <a:ahLst/>
              <a:cxnLst/>
              <a:rect l="l" t="t" r="r" b="b"/>
              <a:pathLst>
                <a:path w="87" h="74" extrusionOk="0">
                  <a:moveTo>
                    <a:pt x="68" y="27"/>
                  </a:moveTo>
                  <a:cubicBezTo>
                    <a:pt x="49" y="21"/>
                    <a:pt x="32" y="16"/>
                    <a:pt x="23" y="0"/>
                  </a:cubicBezTo>
                  <a:cubicBezTo>
                    <a:pt x="23" y="0"/>
                    <a:pt x="12" y="2"/>
                    <a:pt x="22" y="34"/>
                  </a:cubicBezTo>
                  <a:cubicBezTo>
                    <a:pt x="22" y="34"/>
                    <a:pt x="24" y="44"/>
                    <a:pt x="13" y="45"/>
                  </a:cubicBezTo>
                  <a:cubicBezTo>
                    <a:pt x="1" y="46"/>
                    <a:pt x="0" y="61"/>
                    <a:pt x="26" y="67"/>
                  </a:cubicBezTo>
                  <a:cubicBezTo>
                    <a:pt x="26" y="67"/>
                    <a:pt x="5" y="56"/>
                    <a:pt x="23" y="56"/>
                  </a:cubicBezTo>
                  <a:cubicBezTo>
                    <a:pt x="41" y="56"/>
                    <a:pt x="43" y="74"/>
                    <a:pt x="57" y="67"/>
                  </a:cubicBezTo>
                  <a:cubicBezTo>
                    <a:pt x="70" y="59"/>
                    <a:pt x="49" y="48"/>
                    <a:pt x="81" y="49"/>
                  </a:cubicBezTo>
                  <a:cubicBezTo>
                    <a:pt x="81" y="49"/>
                    <a:pt x="87" y="34"/>
                    <a:pt x="68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183063" y="3716338"/>
              <a:ext cx="63500" cy="174625"/>
            </a:xfrm>
            <a:custGeom>
              <a:avLst/>
              <a:gdLst/>
              <a:ahLst/>
              <a:cxnLst/>
              <a:rect l="l" t="t" r="r" b="b"/>
              <a:pathLst>
                <a:path w="63" h="174" extrusionOk="0">
                  <a:moveTo>
                    <a:pt x="63" y="120"/>
                  </a:moveTo>
                  <a:cubicBezTo>
                    <a:pt x="55" y="114"/>
                    <a:pt x="35" y="93"/>
                    <a:pt x="24" y="63"/>
                  </a:cubicBezTo>
                  <a:cubicBezTo>
                    <a:pt x="14" y="33"/>
                    <a:pt x="7" y="0"/>
                    <a:pt x="4" y="8"/>
                  </a:cubicBezTo>
                  <a:cubicBezTo>
                    <a:pt x="1" y="16"/>
                    <a:pt x="0" y="11"/>
                    <a:pt x="1" y="32"/>
                  </a:cubicBezTo>
                  <a:cubicBezTo>
                    <a:pt x="2" y="53"/>
                    <a:pt x="4" y="51"/>
                    <a:pt x="10" y="71"/>
                  </a:cubicBezTo>
                  <a:cubicBezTo>
                    <a:pt x="16" y="91"/>
                    <a:pt x="10" y="93"/>
                    <a:pt x="15" y="115"/>
                  </a:cubicBezTo>
                  <a:cubicBezTo>
                    <a:pt x="21" y="138"/>
                    <a:pt x="34" y="174"/>
                    <a:pt x="34" y="174"/>
                  </a:cubicBezTo>
                  <a:cubicBezTo>
                    <a:pt x="34" y="174"/>
                    <a:pt x="30" y="163"/>
                    <a:pt x="41" y="161"/>
                  </a:cubicBezTo>
                  <a:cubicBezTo>
                    <a:pt x="51" y="159"/>
                    <a:pt x="61" y="174"/>
                    <a:pt x="61" y="174"/>
                  </a:cubicBezTo>
                  <a:cubicBezTo>
                    <a:pt x="63" y="162"/>
                    <a:pt x="32" y="147"/>
                    <a:pt x="32" y="124"/>
                  </a:cubicBezTo>
                  <a:cubicBezTo>
                    <a:pt x="32" y="102"/>
                    <a:pt x="63" y="120"/>
                    <a:pt x="63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319588" y="3883026"/>
              <a:ext cx="22225" cy="19050"/>
            </a:xfrm>
            <a:custGeom>
              <a:avLst/>
              <a:gdLst/>
              <a:ahLst/>
              <a:cxnLst/>
              <a:rect l="l" t="t" r="r" b="b"/>
              <a:pathLst>
                <a:path w="22" h="19" extrusionOk="0">
                  <a:moveTo>
                    <a:pt x="22" y="8"/>
                  </a:moveTo>
                  <a:cubicBezTo>
                    <a:pt x="7" y="0"/>
                    <a:pt x="0" y="19"/>
                    <a:pt x="5" y="18"/>
                  </a:cubicBezTo>
                  <a:cubicBezTo>
                    <a:pt x="10" y="17"/>
                    <a:pt x="22" y="8"/>
                    <a:pt x="22" y="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291013" y="3892551"/>
              <a:ext cx="28575" cy="26988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25" y="13"/>
                  </a:moveTo>
                  <a:cubicBezTo>
                    <a:pt x="28" y="0"/>
                    <a:pt x="0" y="16"/>
                    <a:pt x="2" y="28"/>
                  </a:cubicBezTo>
                  <a:cubicBezTo>
                    <a:pt x="2" y="28"/>
                    <a:pt x="21" y="26"/>
                    <a:pt x="2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132263" y="4097338"/>
              <a:ext cx="34925" cy="39688"/>
            </a:xfrm>
            <a:custGeom>
              <a:avLst/>
              <a:gdLst/>
              <a:ahLst/>
              <a:cxnLst/>
              <a:rect l="l" t="t" r="r" b="b"/>
              <a:pathLst>
                <a:path w="35" h="39" extrusionOk="0">
                  <a:moveTo>
                    <a:pt x="18" y="1"/>
                  </a:moveTo>
                  <a:cubicBezTo>
                    <a:pt x="14" y="0"/>
                    <a:pt x="0" y="5"/>
                    <a:pt x="1" y="15"/>
                  </a:cubicBezTo>
                  <a:cubicBezTo>
                    <a:pt x="1" y="15"/>
                    <a:pt x="10" y="29"/>
                    <a:pt x="11" y="34"/>
                  </a:cubicBezTo>
                  <a:cubicBezTo>
                    <a:pt x="12" y="39"/>
                    <a:pt x="14" y="25"/>
                    <a:pt x="14" y="18"/>
                  </a:cubicBezTo>
                  <a:cubicBezTo>
                    <a:pt x="13" y="11"/>
                    <a:pt x="27" y="17"/>
                    <a:pt x="31" y="17"/>
                  </a:cubicBezTo>
                  <a:cubicBezTo>
                    <a:pt x="34" y="17"/>
                    <a:pt x="35" y="5"/>
                    <a:pt x="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986213" y="4237038"/>
              <a:ext cx="31750" cy="60325"/>
            </a:xfrm>
            <a:custGeom>
              <a:avLst/>
              <a:gdLst/>
              <a:ahLst/>
              <a:cxnLst/>
              <a:rect l="l" t="t" r="r" b="b"/>
              <a:pathLst>
                <a:path w="31" h="60" extrusionOk="0">
                  <a:moveTo>
                    <a:pt x="0" y="30"/>
                  </a:moveTo>
                  <a:cubicBezTo>
                    <a:pt x="0" y="30"/>
                    <a:pt x="7" y="60"/>
                    <a:pt x="17" y="60"/>
                  </a:cubicBezTo>
                  <a:cubicBezTo>
                    <a:pt x="27" y="60"/>
                    <a:pt x="14" y="50"/>
                    <a:pt x="19" y="38"/>
                  </a:cubicBezTo>
                  <a:cubicBezTo>
                    <a:pt x="24" y="27"/>
                    <a:pt x="31" y="20"/>
                    <a:pt x="25" y="10"/>
                  </a:cubicBezTo>
                  <a:cubicBezTo>
                    <a:pt x="18" y="0"/>
                    <a:pt x="5" y="14"/>
                    <a:pt x="0" y="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833813" y="4316413"/>
              <a:ext cx="34925" cy="44450"/>
            </a:xfrm>
            <a:custGeom>
              <a:avLst/>
              <a:gdLst/>
              <a:ahLst/>
              <a:cxnLst/>
              <a:rect l="l" t="t" r="r" b="b"/>
              <a:pathLst>
                <a:path w="36" h="45" extrusionOk="0">
                  <a:moveTo>
                    <a:pt x="18" y="12"/>
                  </a:moveTo>
                  <a:cubicBezTo>
                    <a:pt x="18" y="12"/>
                    <a:pt x="2" y="18"/>
                    <a:pt x="1" y="29"/>
                  </a:cubicBezTo>
                  <a:cubicBezTo>
                    <a:pt x="0" y="40"/>
                    <a:pt x="13" y="45"/>
                    <a:pt x="24" y="42"/>
                  </a:cubicBezTo>
                  <a:cubicBezTo>
                    <a:pt x="34" y="39"/>
                    <a:pt x="35" y="25"/>
                    <a:pt x="36" y="12"/>
                  </a:cubicBezTo>
                  <a:cubicBezTo>
                    <a:pt x="36" y="0"/>
                    <a:pt x="33" y="15"/>
                    <a:pt x="18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513263" y="4676776"/>
              <a:ext cx="77788" cy="69850"/>
            </a:xfrm>
            <a:custGeom>
              <a:avLst/>
              <a:gdLst/>
              <a:ahLst/>
              <a:cxnLst/>
              <a:rect l="l" t="t" r="r" b="b"/>
              <a:pathLst>
                <a:path w="77" h="69" extrusionOk="0">
                  <a:moveTo>
                    <a:pt x="40" y="36"/>
                  </a:moveTo>
                  <a:cubicBezTo>
                    <a:pt x="35" y="53"/>
                    <a:pt x="0" y="36"/>
                    <a:pt x="0" y="36"/>
                  </a:cubicBezTo>
                  <a:cubicBezTo>
                    <a:pt x="28" y="69"/>
                    <a:pt x="34" y="67"/>
                    <a:pt x="56" y="44"/>
                  </a:cubicBezTo>
                  <a:cubicBezTo>
                    <a:pt x="77" y="21"/>
                    <a:pt x="69" y="26"/>
                    <a:pt x="62" y="14"/>
                  </a:cubicBezTo>
                  <a:cubicBezTo>
                    <a:pt x="55" y="2"/>
                    <a:pt x="22" y="0"/>
                    <a:pt x="22" y="0"/>
                  </a:cubicBezTo>
                  <a:cubicBezTo>
                    <a:pt x="69" y="26"/>
                    <a:pt x="46" y="19"/>
                    <a:pt x="4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903538" y="4829176"/>
              <a:ext cx="106363" cy="254000"/>
            </a:xfrm>
            <a:custGeom>
              <a:avLst/>
              <a:gdLst/>
              <a:ahLst/>
              <a:cxnLst/>
              <a:rect l="l" t="t" r="r" b="b"/>
              <a:pathLst>
                <a:path w="106" h="253" extrusionOk="0">
                  <a:moveTo>
                    <a:pt x="82" y="21"/>
                  </a:moveTo>
                  <a:cubicBezTo>
                    <a:pt x="78" y="42"/>
                    <a:pt x="66" y="65"/>
                    <a:pt x="34" y="68"/>
                  </a:cubicBezTo>
                  <a:cubicBezTo>
                    <a:pt x="3" y="71"/>
                    <a:pt x="6" y="80"/>
                    <a:pt x="12" y="104"/>
                  </a:cubicBezTo>
                  <a:cubicBezTo>
                    <a:pt x="17" y="129"/>
                    <a:pt x="24" y="135"/>
                    <a:pt x="12" y="159"/>
                  </a:cubicBezTo>
                  <a:cubicBezTo>
                    <a:pt x="0" y="183"/>
                    <a:pt x="4" y="169"/>
                    <a:pt x="9" y="199"/>
                  </a:cubicBezTo>
                  <a:cubicBezTo>
                    <a:pt x="15" y="230"/>
                    <a:pt x="32" y="245"/>
                    <a:pt x="32" y="245"/>
                  </a:cubicBezTo>
                  <a:cubicBezTo>
                    <a:pt x="77" y="253"/>
                    <a:pt x="80" y="188"/>
                    <a:pt x="89" y="141"/>
                  </a:cubicBezTo>
                  <a:cubicBezTo>
                    <a:pt x="98" y="94"/>
                    <a:pt x="106" y="66"/>
                    <a:pt x="103" y="34"/>
                  </a:cubicBezTo>
                  <a:cubicBezTo>
                    <a:pt x="100" y="1"/>
                    <a:pt x="85" y="0"/>
                    <a:pt x="82" y="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903538" y="3051176"/>
              <a:ext cx="215900" cy="244475"/>
            </a:xfrm>
            <a:custGeom>
              <a:avLst/>
              <a:gdLst/>
              <a:ahLst/>
              <a:cxnLst/>
              <a:rect l="l" t="t" r="r" b="b"/>
              <a:pathLst>
                <a:path w="215" h="245" extrusionOk="0">
                  <a:moveTo>
                    <a:pt x="21" y="212"/>
                  </a:moveTo>
                  <a:cubicBezTo>
                    <a:pt x="33" y="210"/>
                    <a:pt x="45" y="228"/>
                    <a:pt x="43" y="232"/>
                  </a:cubicBezTo>
                  <a:cubicBezTo>
                    <a:pt x="41" y="236"/>
                    <a:pt x="53" y="245"/>
                    <a:pt x="65" y="244"/>
                  </a:cubicBezTo>
                  <a:cubicBezTo>
                    <a:pt x="76" y="243"/>
                    <a:pt x="88" y="244"/>
                    <a:pt x="88" y="244"/>
                  </a:cubicBezTo>
                  <a:cubicBezTo>
                    <a:pt x="88" y="244"/>
                    <a:pt x="53" y="223"/>
                    <a:pt x="59" y="182"/>
                  </a:cubicBezTo>
                  <a:cubicBezTo>
                    <a:pt x="64" y="142"/>
                    <a:pt x="125" y="67"/>
                    <a:pt x="142" y="61"/>
                  </a:cubicBezTo>
                  <a:cubicBezTo>
                    <a:pt x="159" y="56"/>
                    <a:pt x="205" y="38"/>
                    <a:pt x="210" y="24"/>
                  </a:cubicBezTo>
                  <a:cubicBezTo>
                    <a:pt x="215" y="10"/>
                    <a:pt x="211" y="2"/>
                    <a:pt x="187" y="1"/>
                  </a:cubicBezTo>
                  <a:cubicBezTo>
                    <a:pt x="163" y="0"/>
                    <a:pt x="168" y="23"/>
                    <a:pt x="168" y="23"/>
                  </a:cubicBezTo>
                  <a:cubicBezTo>
                    <a:pt x="168" y="23"/>
                    <a:pt x="138" y="38"/>
                    <a:pt x="130" y="33"/>
                  </a:cubicBezTo>
                  <a:cubicBezTo>
                    <a:pt x="121" y="28"/>
                    <a:pt x="111" y="35"/>
                    <a:pt x="107" y="43"/>
                  </a:cubicBezTo>
                  <a:cubicBezTo>
                    <a:pt x="102" y="51"/>
                    <a:pt x="87" y="43"/>
                    <a:pt x="85" y="52"/>
                  </a:cubicBezTo>
                  <a:cubicBezTo>
                    <a:pt x="82" y="60"/>
                    <a:pt x="72" y="67"/>
                    <a:pt x="68" y="75"/>
                  </a:cubicBezTo>
                  <a:cubicBezTo>
                    <a:pt x="63" y="82"/>
                    <a:pt x="50" y="81"/>
                    <a:pt x="59" y="97"/>
                  </a:cubicBezTo>
                  <a:cubicBezTo>
                    <a:pt x="59" y="97"/>
                    <a:pt x="49" y="110"/>
                    <a:pt x="47" y="120"/>
                  </a:cubicBezTo>
                  <a:cubicBezTo>
                    <a:pt x="46" y="130"/>
                    <a:pt x="18" y="126"/>
                    <a:pt x="26" y="135"/>
                  </a:cubicBezTo>
                  <a:cubicBezTo>
                    <a:pt x="34" y="144"/>
                    <a:pt x="36" y="147"/>
                    <a:pt x="27" y="157"/>
                  </a:cubicBezTo>
                  <a:cubicBezTo>
                    <a:pt x="17" y="167"/>
                    <a:pt x="15" y="177"/>
                    <a:pt x="22" y="177"/>
                  </a:cubicBezTo>
                  <a:cubicBezTo>
                    <a:pt x="29" y="177"/>
                    <a:pt x="17" y="193"/>
                    <a:pt x="8" y="192"/>
                  </a:cubicBezTo>
                  <a:cubicBezTo>
                    <a:pt x="0" y="191"/>
                    <a:pt x="10" y="214"/>
                    <a:pt x="21" y="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065588" y="4494213"/>
              <a:ext cx="74613" cy="63500"/>
            </a:xfrm>
            <a:custGeom>
              <a:avLst/>
              <a:gdLst/>
              <a:ahLst/>
              <a:cxnLst/>
              <a:rect l="l" t="t" r="r" b="b"/>
              <a:pathLst>
                <a:path w="74" h="63" extrusionOk="0">
                  <a:moveTo>
                    <a:pt x="67" y="38"/>
                  </a:moveTo>
                  <a:cubicBezTo>
                    <a:pt x="74" y="48"/>
                    <a:pt x="65" y="0"/>
                    <a:pt x="55" y="0"/>
                  </a:cubicBezTo>
                  <a:cubicBezTo>
                    <a:pt x="45" y="0"/>
                    <a:pt x="44" y="13"/>
                    <a:pt x="30" y="10"/>
                  </a:cubicBezTo>
                  <a:cubicBezTo>
                    <a:pt x="16" y="8"/>
                    <a:pt x="0" y="7"/>
                    <a:pt x="4" y="35"/>
                  </a:cubicBezTo>
                  <a:cubicBezTo>
                    <a:pt x="9" y="63"/>
                    <a:pt x="3" y="30"/>
                    <a:pt x="13" y="26"/>
                  </a:cubicBezTo>
                  <a:cubicBezTo>
                    <a:pt x="23" y="22"/>
                    <a:pt x="36" y="20"/>
                    <a:pt x="35" y="27"/>
                  </a:cubicBezTo>
                  <a:cubicBezTo>
                    <a:pt x="35" y="27"/>
                    <a:pt x="30" y="45"/>
                    <a:pt x="51" y="51"/>
                  </a:cubicBezTo>
                  <a:cubicBezTo>
                    <a:pt x="72" y="57"/>
                    <a:pt x="47" y="41"/>
                    <a:pt x="52" y="30"/>
                  </a:cubicBezTo>
                  <a:cubicBezTo>
                    <a:pt x="57" y="19"/>
                    <a:pt x="60" y="29"/>
                    <a:pt x="6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000500" y="4348163"/>
              <a:ext cx="47625" cy="87313"/>
            </a:xfrm>
            <a:custGeom>
              <a:avLst/>
              <a:gdLst/>
              <a:ahLst/>
              <a:cxnLst/>
              <a:rect l="l" t="t" r="r" b="b"/>
              <a:pathLst>
                <a:path w="47" h="88" extrusionOk="0">
                  <a:moveTo>
                    <a:pt x="37" y="39"/>
                  </a:moveTo>
                  <a:cubicBezTo>
                    <a:pt x="42" y="36"/>
                    <a:pt x="46" y="37"/>
                    <a:pt x="43" y="27"/>
                  </a:cubicBezTo>
                  <a:cubicBezTo>
                    <a:pt x="41" y="17"/>
                    <a:pt x="36" y="18"/>
                    <a:pt x="36" y="18"/>
                  </a:cubicBezTo>
                  <a:cubicBezTo>
                    <a:pt x="32" y="0"/>
                    <a:pt x="10" y="2"/>
                    <a:pt x="10" y="2"/>
                  </a:cubicBezTo>
                  <a:cubicBezTo>
                    <a:pt x="5" y="9"/>
                    <a:pt x="20" y="34"/>
                    <a:pt x="18" y="41"/>
                  </a:cubicBezTo>
                  <a:cubicBezTo>
                    <a:pt x="16" y="48"/>
                    <a:pt x="0" y="47"/>
                    <a:pt x="18" y="59"/>
                  </a:cubicBezTo>
                  <a:cubicBezTo>
                    <a:pt x="36" y="70"/>
                    <a:pt x="14" y="67"/>
                    <a:pt x="31" y="77"/>
                  </a:cubicBezTo>
                  <a:cubicBezTo>
                    <a:pt x="47" y="88"/>
                    <a:pt x="44" y="66"/>
                    <a:pt x="37" y="65"/>
                  </a:cubicBezTo>
                  <a:cubicBezTo>
                    <a:pt x="29" y="64"/>
                    <a:pt x="32" y="42"/>
                    <a:pt x="37" y="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048125" y="4421188"/>
              <a:ext cx="69850" cy="84138"/>
            </a:xfrm>
            <a:custGeom>
              <a:avLst/>
              <a:gdLst/>
              <a:ahLst/>
              <a:cxnLst/>
              <a:rect l="l" t="t" r="r" b="b"/>
              <a:pathLst>
                <a:path w="70" h="83" extrusionOk="0">
                  <a:moveTo>
                    <a:pt x="15" y="36"/>
                  </a:moveTo>
                  <a:cubicBezTo>
                    <a:pt x="0" y="33"/>
                    <a:pt x="1" y="34"/>
                    <a:pt x="8" y="51"/>
                  </a:cubicBezTo>
                  <a:cubicBezTo>
                    <a:pt x="16" y="68"/>
                    <a:pt x="16" y="60"/>
                    <a:pt x="12" y="72"/>
                  </a:cubicBezTo>
                  <a:cubicBezTo>
                    <a:pt x="8" y="83"/>
                    <a:pt x="20" y="73"/>
                    <a:pt x="30" y="68"/>
                  </a:cubicBezTo>
                  <a:cubicBezTo>
                    <a:pt x="39" y="64"/>
                    <a:pt x="36" y="57"/>
                    <a:pt x="53" y="54"/>
                  </a:cubicBezTo>
                  <a:cubicBezTo>
                    <a:pt x="70" y="51"/>
                    <a:pt x="62" y="28"/>
                    <a:pt x="53" y="24"/>
                  </a:cubicBezTo>
                  <a:cubicBezTo>
                    <a:pt x="44" y="20"/>
                    <a:pt x="31" y="18"/>
                    <a:pt x="30" y="11"/>
                  </a:cubicBezTo>
                  <a:cubicBezTo>
                    <a:pt x="29" y="4"/>
                    <a:pt x="10" y="0"/>
                    <a:pt x="5" y="3"/>
                  </a:cubicBezTo>
                  <a:cubicBezTo>
                    <a:pt x="5" y="3"/>
                    <a:pt x="21" y="11"/>
                    <a:pt x="26" y="23"/>
                  </a:cubicBezTo>
                  <a:cubicBezTo>
                    <a:pt x="31" y="35"/>
                    <a:pt x="31" y="30"/>
                    <a:pt x="37" y="28"/>
                  </a:cubicBezTo>
                  <a:cubicBezTo>
                    <a:pt x="44" y="26"/>
                    <a:pt x="44" y="32"/>
                    <a:pt x="34" y="43"/>
                  </a:cubicBezTo>
                  <a:cubicBezTo>
                    <a:pt x="25" y="53"/>
                    <a:pt x="30" y="39"/>
                    <a:pt x="1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4019550" y="4427538"/>
              <a:ext cx="25400" cy="31750"/>
            </a:xfrm>
            <a:custGeom>
              <a:avLst/>
              <a:gdLst/>
              <a:ahLst/>
              <a:cxnLst/>
              <a:rect l="l" t="t" r="r" b="b"/>
              <a:pathLst>
                <a:path w="26" h="32" extrusionOk="0">
                  <a:moveTo>
                    <a:pt x="17" y="6"/>
                  </a:moveTo>
                  <a:cubicBezTo>
                    <a:pt x="7" y="0"/>
                    <a:pt x="0" y="4"/>
                    <a:pt x="0" y="4"/>
                  </a:cubicBezTo>
                  <a:cubicBezTo>
                    <a:pt x="0" y="4"/>
                    <a:pt x="20" y="15"/>
                    <a:pt x="20" y="23"/>
                  </a:cubicBezTo>
                  <a:cubicBezTo>
                    <a:pt x="21" y="32"/>
                    <a:pt x="26" y="12"/>
                    <a:pt x="17" y="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979863" y="4452938"/>
              <a:ext cx="39688" cy="55563"/>
            </a:xfrm>
            <a:custGeom>
              <a:avLst/>
              <a:gdLst/>
              <a:ahLst/>
              <a:cxnLst/>
              <a:rect l="l" t="t" r="r" b="b"/>
              <a:pathLst>
                <a:path w="39" h="56" extrusionOk="0">
                  <a:moveTo>
                    <a:pt x="7" y="54"/>
                  </a:moveTo>
                  <a:cubicBezTo>
                    <a:pt x="10" y="56"/>
                    <a:pt x="12" y="54"/>
                    <a:pt x="12" y="54"/>
                  </a:cubicBezTo>
                  <a:cubicBezTo>
                    <a:pt x="12" y="54"/>
                    <a:pt x="29" y="42"/>
                    <a:pt x="33" y="34"/>
                  </a:cubicBezTo>
                  <a:cubicBezTo>
                    <a:pt x="36" y="26"/>
                    <a:pt x="39" y="16"/>
                    <a:pt x="35" y="8"/>
                  </a:cubicBezTo>
                  <a:cubicBezTo>
                    <a:pt x="31" y="0"/>
                    <a:pt x="31" y="26"/>
                    <a:pt x="24" y="31"/>
                  </a:cubicBezTo>
                  <a:cubicBezTo>
                    <a:pt x="17" y="36"/>
                    <a:pt x="0" y="48"/>
                    <a:pt x="7" y="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944563" y="4333876"/>
              <a:ext cx="1500" cy="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0" y="3252788"/>
              <a:ext cx="1682748" cy="2581274"/>
            </a:xfrm>
            <a:custGeom>
              <a:avLst/>
              <a:gdLst/>
              <a:ahLst/>
              <a:cxnLst/>
              <a:rect l="l" t="t" r="r" b="b"/>
              <a:pathLst>
                <a:path w="1681" h="2578" extrusionOk="0">
                  <a:moveTo>
                    <a:pt x="1651" y="1463"/>
                  </a:moveTo>
                  <a:cubicBezTo>
                    <a:pt x="1630" y="1455"/>
                    <a:pt x="1632" y="1431"/>
                    <a:pt x="1592" y="1422"/>
                  </a:cubicBezTo>
                  <a:cubicBezTo>
                    <a:pt x="1551" y="1413"/>
                    <a:pt x="1546" y="1421"/>
                    <a:pt x="1518" y="1397"/>
                  </a:cubicBezTo>
                  <a:cubicBezTo>
                    <a:pt x="1491" y="1373"/>
                    <a:pt x="1457" y="1396"/>
                    <a:pt x="1466" y="1356"/>
                  </a:cubicBezTo>
                  <a:cubicBezTo>
                    <a:pt x="1475" y="1315"/>
                    <a:pt x="1400" y="1289"/>
                    <a:pt x="1370" y="1291"/>
                  </a:cubicBezTo>
                  <a:cubicBezTo>
                    <a:pt x="1370" y="1291"/>
                    <a:pt x="1321" y="1245"/>
                    <a:pt x="1296" y="1227"/>
                  </a:cubicBezTo>
                  <a:cubicBezTo>
                    <a:pt x="1271" y="1210"/>
                    <a:pt x="1266" y="1232"/>
                    <a:pt x="1246" y="1227"/>
                  </a:cubicBezTo>
                  <a:cubicBezTo>
                    <a:pt x="1226" y="1223"/>
                    <a:pt x="1202" y="1207"/>
                    <a:pt x="1185" y="1192"/>
                  </a:cubicBezTo>
                  <a:cubicBezTo>
                    <a:pt x="1169" y="1177"/>
                    <a:pt x="1133" y="1222"/>
                    <a:pt x="1108" y="1213"/>
                  </a:cubicBezTo>
                  <a:cubicBezTo>
                    <a:pt x="1083" y="1204"/>
                    <a:pt x="1100" y="1232"/>
                    <a:pt x="1069" y="1253"/>
                  </a:cubicBezTo>
                  <a:cubicBezTo>
                    <a:pt x="1069" y="1253"/>
                    <a:pt x="1047" y="1212"/>
                    <a:pt x="1015" y="1239"/>
                  </a:cubicBezTo>
                  <a:cubicBezTo>
                    <a:pt x="983" y="1266"/>
                    <a:pt x="980" y="1218"/>
                    <a:pt x="980" y="1207"/>
                  </a:cubicBezTo>
                  <a:cubicBezTo>
                    <a:pt x="981" y="1196"/>
                    <a:pt x="1003" y="1149"/>
                    <a:pt x="990" y="1144"/>
                  </a:cubicBezTo>
                  <a:cubicBezTo>
                    <a:pt x="977" y="1139"/>
                    <a:pt x="917" y="1150"/>
                    <a:pt x="920" y="1137"/>
                  </a:cubicBezTo>
                  <a:cubicBezTo>
                    <a:pt x="924" y="1123"/>
                    <a:pt x="943" y="1100"/>
                    <a:pt x="943" y="1080"/>
                  </a:cubicBezTo>
                  <a:cubicBezTo>
                    <a:pt x="942" y="1080"/>
                    <a:pt x="942" y="1080"/>
                    <a:pt x="942" y="1081"/>
                  </a:cubicBezTo>
                  <a:cubicBezTo>
                    <a:pt x="948" y="1073"/>
                    <a:pt x="954" y="1066"/>
                    <a:pt x="956" y="1061"/>
                  </a:cubicBezTo>
                  <a:cubicBezTo>
                    <a:pt x="961" y="1051"/>
                    <a:pt x="936" y="1045"/>
                    <a:pt x="903" y="1055"/>
                  </a:cubicBezTo>
                  <a:cubicBezTo>
                    <a:pt x="903" y="1055"/>
                    <a:pt x="887" y="1099"/>
                    <a:pt x="872" y="1098"/>
                  </a:cubicBezTo>
                  <a:cubicBezTo>
                    <a:pt x="858" y="1097"/>
                    <a:pt x="816" y="1110"/>
                    <a:pt x="807" y="1061"/>
                  </a:cubicBezTo>
                  <a:cubicBezTo>
                    <a:pt x="799" y="1012"/>
                    <a:pt x="822" y="974"/>
                    <a:pt x="822" y="974"/>
                  </a:cubicBezTo>
                  <a:cubicBezTo>
                    <a:pt x="822" y="974"/>
                    <a:pt x="830" y="942"/>
                    <a:pt x="849" y="941"/>
                  </a:cubicBezTo>
                  <a:cubicBezTo>
                    <a:pt x="869" y="940"/>
                    <a:pt x="852" y="921"/>
                    <a:pt x="870" y="921"/>
                  </a:cubicBezTo>
                  <a:cubicBezTo>
                    <a:pt x="888" y="921"/>
                    <a:pt x="911" y="928"/>
                    <a:pt x="930" y="930"/>
                  </a:cubicBezTo>
                  <a:cubicBezTo>
                    <a:pt x="949" y="932"/>
                    <a:pt x="939" y="903"/>
                    <a:pt x="951" y="906"/>
                  </a:cubicBezTo>
                  <a:cubicBezTo>
                    <a:pt x="964" y="909"/>
                    <a:pt x="996" y="922"/>
                    <a:pt x="1024" y="914"/>
                  </a:cubicBezTo>
                  <a:cubicBezTo>
                    <a:pt x="1052" y="905"/>
                    <a:pt x="1034" y="951"/>
                    <a:pt x="1034" y="951"/>
                  </a:cubicBezTo>
                  <a:cubicBezTo>
                    <a:pt x="1034" y="951"/>
                    <a:pt x="1029" y="983"/>
                    <a:pt x="1051" y="995"/>
                  </a:cubicBezTo>
                  <a:cubicBezTo>
                    <a:pt x="1074" y="1007"/>
                    <a:pt x="1057" y="973"/>
                    <a:pt x="1059" y="945"/>
                  </a:cubicBezTo>
                  <a:cubicBezTo>
                    <a:pt x="1062" y="918"/>
                    <a:pt x="1066" y="888"/>
                    <a:pt x="1088" y="876"/>
                  </a:cubicBezTo>
                  <a:cubicBezTo>
                    <a:pt x="1110" y="864"/>
                    <a:pt x="1149" y="850"/>
                    <a:pt x="1160" y="811"/>
                  </a:cubicBezTo>
                  <a:cubicBezTo>
                    <a:pt x="1171" y="772"/>
                    <a:pt x="1180" y="775"/>
                    <a:pt x="1184" y="762"/>
                  </a:cubicBezTo>
                  <a:cubicBezTo>
                    <a:pt x="1188" y="750"/>
                    <a:pt x="1198" y="730"/>
                    <a:pt x="1221" y="729"/>
                  </a:cubicBezTo>
                  <a:cubicBezTo>
                    <a:pt x="1244" y="728"/>
                    <a:pt x="1251" y="717"/>
                    <a:pt x="1254" y="698"/>
                  </a:cubicBezTo>
                  <a:cubicBezTo>
                    <a:pt x="1257" y="679"/>
                    <a:pt x="1297" y="668"/>
                    <a:pt x="1302" y="667"/>
                  </a:cubicBezTo>
                  <a:cubicBezTo>
                    <a:pt x="1305" y="666"/>
                    <a:pt x="1308" y="661"/>
                    <a:pt x="1306" y="655"/>
                  </a:cubicBezTo>
                  <a:cubicBezTo>
                    <a:pt x="1306" y="655"/>
                    <a:pt x="1306" y="656"/>
                    <a:pt x="1306" y="656"/>
                  </a:cubicBezTo>
                  <a:cubicBezTo>
                    <a:pt x="1307" y="656"/>
                    <a:pt x="1307" y="656"/>
                    <a:pt x="1307" y="656"/>
                  </a:cubicBezTo>
                  <a:cubicBezTo>
                    <a:pt x="1343" y="640"/>
                    <a:pt x="1329" y="640"/>
                    <a:pt x="1321" y="664"/>
                  </a:cubicBezTo>
                  <a:cubicBezTo>
                    <a:pt x="1313" y="687"/>
                    <a:pt x="1316" y="682"/>
                    <a:pt x="1348" y="672"/>
                  </a:cubicBezTo>
                  <a:cubicBezTo>
                    <a:pt x="1380" y="662"/>
                    <a:pt x="1409" y="645"/>
                    <a:pt x="1404" y="633"/>
                  </a:cubicBezTo>
                  <a:cubicBezTo>
                    <a:pt x="1398" y="621"/>
                    <a:pt x="1397" y="624"/>
                    <a:pt x="1383" y="640"/>
                  </a:cubicBezTo>
                  <a:cubicBezTo>
                    <a:pt x="1369" y="657"/>
                    <a:pt x="1355" y="632"/>
                    <a:pt x="1341" y="630"/>
                  </a:cubicBezTo>
                  <a:cubicBezTo>
                    <a:pt x="1327" y="629"/>
                    <a:pt x="1343" y="608"/>
                    <a:pt x="1343" y="608"/>
                  </a:cubicBezTo>
                  <a:cubicBezTo>
                    <a:pt x="1343" y="608"/>
                    <a:pt x="1303" y="600"/>
                    <a:pt x="1331" y="596"/>
                  </a:cubicBezTo>
                  <a:cubicBezTo>
                    <a:pt x="1358" y="591"/>
                    <a:pt x="1361" y="574"/>
                    <a:pt x="1337" y="573"/>
                  </a:cubicBezTo>
                  <a:cubicBezTo>
                    <a:pt x="1313" y="572"/>
                    <a:pt x="1260" y="618"/>
                    <a:pt x="1260" y="618"/>
                  </a:cubicBezTo>
                  <a:cubicBezTo>
                    <a:pt x="1260" y="618"/>
                    <a:pt x="1304" y="572"/>
                    <a:pt x="1330" y="555"/>
                  </a:cubicBezTo>
                  <a:cubicBezTo>
                    <a:pt x="1355" y="537"/>
                    <a:pt x="1407" y="571"/>
                    <a:pt x="1424" y="549"/>
                  </a:cubicBezTo>
                  <a:cubicBezTo>
                    <a:pt x="1440" y="528"/>
                    <a:pt x="1457" y="538"/>
                    <a:pt x="1457" y="538"/>
                  </a:cubicBezTo>
                  <a:cubicBezTo>
                    <a:pt x="1416" y="610"/>
                    <a:pt x="1416" y="610"/>
                    <a:pt x="1416" y="610"/>
                  </a:cubicBezTo>
                  <a:cubicBezTo>
                    <a:pt x="1416" y="610"/>
                    <a:pt x="1437" y="608"/>
                    <a:pt x="1469" y="610"/>
                  </a:cubicBezTo>
                  <a:cubicBezTo>
                    <a:pt x="1501" y="612"/>
                    <a:pt x="1509" y="574"/>
                    <a:pt x="1495" y="572"/>
                  </a:cubicBezTo>
                  <a:cubicBezTo>
                    <a:pt x="1480" y="570"/>
                    <a:pt x="1445" y="589"/>
                    <a:pt x="1467" y="560"/>
                  </a:cubicBezTo>
                  <a:cubicBezTo>
                    <a:pt x="1489" y="531"/>
                    <a:pt x="1484" y="485"/>
                    <a:pt x="1471" y="483"/>
                  </a:cubicBezTo>
                  <a:cubicBezTo>
                    <a:pt x="1458" y="481"/>
                    <a:pt x="1465" y="461"/>
                    <a:pt x="1465" y="461"/>
                  </a:cubicBezTo>
                  <a:cubicBezTo>
                    <a:pt x="1426" y="459"/>
                    <a:pt x="1410" y="422"/>
                    <a:pt x="1410" y="422"/>
                  </a:cubicBezTo>
                  <a:cubicBezTo>
                    <a:pt x="1418" y="407"/>
                    <a:pt x="1386" y="345"/>
                    <a:pt x="1386" y="345"/>
                  </a:cubicBezTo>
                  <a:cubicBezTo>
                    <a:pt x="1386" y="345"/>
                    <a:pt x="1367" y="332"/>
                    <a:pt x="1367" y="356"/>
                  </a:cubicBezTo>
                  <a:cubicBezTo>
                    <a:pt x="1367" y="379"/>
                    <a:pt x="1332" y="388"/>
                    <a:pt x="1329" y="373"/>
                  </a:cubicBezTo>
                  <a:cubicBezTo>
                    <a:pt x="1327" y="359"/>
                    <a:pt x="1316" y="368"/>
                    <a:pt x="1316" y="368"/>
                  </a:cubicBezTo>
                  <a:cubicBezTo>
                    <a:pt x="1317" y="318"/>
                    <a:pt x="1317" y="318"/>
                    <a:pt x="1317" y="318"/>
                  </a:cubicBezTo>
                  <a:cubicBezTo>
                    <a:pt x="1312" y="317"/>
                    <a:pt x="1296" y="316"/>
                    <a:pt x="1283" y="299"/>
                  </a:cubicBezTo>
                  <a:cubicBezTo>
                    <a:pt x="1270" y="282"/>
                    <a:pt x="1267" y="287"/>
                    <a:pt x="1256" y="288"/>
                  </a:cubicBezTo>
                  <a:cubicBezTo>
                    <a:pt x="1245" y="289"/>
                    <a:pt x="1244" y="281"/>
                    <a:pt x="1222" y="281"/>
                  </a:cubicBezTo>
                  <a:cubicBezTo>
                    <a:pt x="1200" y="280"/>
                    <a:pt x="1212" y="305"/>
                    <a:pt x="1207" y="335"/>
                  </a:cubicBezTo>
                  <a:cubicBezTo>
                    <a:pt x="1203" y="364"/>
                    <a:pt x="1186" y="371"/>
                    <a:pt x="1186" y="371"/>
                  </a:cubicBezTo>
                  <a:cubicBezTo>
                    <a:pt x="1215" y="406"/>
                    <a:pt x="1204" y="439"/>
                    <a:pt x="1204" y="439"/>
                  </a:cubicBezTo>
                  <a:cubicBezTo>
                    <a:pt x="1150" y="461"/>
                    <a:pt x="1159" y="483"/>
                    <a:pt x="1159" y="483"/>
                  </a:cubicBezTo>
                  <a:cubicBezTo>
                    <a:pt x="1170" y="500"/>
                    <a:pt x="1173" y="515"/>
                    <a:pt x="1157" y="531"/>
                  </a:cubicBezTo>
                  <a:cubicBezTo>
                    <a:pt x="1141" y="547"/>
                    <a:pt x="1117" y="499"/>
                    <a:pt x="1117" y="499"/>
                  </a:cubicBezTo>
                  <a:cubicBezTo>
                    <a:pt x="1127" y="454"/>
                    <a:pt x="1127" y="454"/>
                    <a:pt x="1127" y="454"/>
                  </a:cubicBezTo>
                  <a:cubicBezTo>
                    <a:pt x="1127" y="454"/>
                    <a:pt x="1084" y="457"/>
                    <a:pt x="1082" y="448"/>
                  </a:cubicBezTo>
                  <a:cubicBezTo>
                    <a:pt x="1080" y="438"/>
                    <a:pt x="1068" y="438"/>
                    <a:pt x="1051" y="422"/>
                  </a:cubicBezTo>
                  <a:cubicBezTo>
                    <a:pt x="1033" y="405"/>
                    <a:pt x="999" y="411"/>
                    <a:pt x="999" y="411"/>
                  </a:cubicBezTo>
                  <a:cubicBezTo>
                    <a:pt x="1001" y="389"/>
                    <a:pt x="1024" y="365"/>
                    <a:pt x="989" y="372"/>
                  </a:cubicBezTo>
                  <a:cubicBezTo>
                    <a:pt x="953" y="379"/>
                    <a:pt x="976" y="314"/>
                    <a:pt x="991" y="314"/>
                  </a:cubicBezTo>
                  <a:cubicBezTo>
                    <a:pt x="1005" y="314"/>
                    <a:pt x="1018" y="276"/>
                    <a:pt x="1029" y="276"/>
                  </a:cubicBezTo>
                  <a:cubicBezTo>
                    <a:pt x="1040" y="276"/>
                    <a:pt x="1043" y="267"/>
                    <a:pt x="1049" y="254"/>
                  </a:cubicBezTo>
                  <a:cubicBezTo>
                    <a:pt x="1055" y="242"/>
                    <a:pt x="1091" y="242"/>
                    <a:pt x="1100" y="224"/>
                  </a:cubicBezTo>
                  <a:cubicBezTo>
                    <a:pt x="1108" y="206"/>
                    <a:pt x="1089" y="210"/>
                    <a:pt x="1082" y="210"/>
                  </a:cubicBezTo>
                  <a:cubicBezTo>
                    <a:pt x="1076" y="210"/>
                    <a:pt x="1070" y="188"/>
                    <a:pt x="1091" y="199"/>
                  </a:cubicBezTo>
                  <a:cubicBezTo>
                    <a:pt x="1112" y="211"/>
                    <a:pt x="1119" y="184"/>
                    <a:pt x="1145" y="178"/>
                  </a:cubicBezTo>
                  <a:cubicBezTo>
                    <a:pt x="1171" y="172"/>
                    <a:pt x="1188" y="158"/>
                    <a:pt x="1194" y="148"/>
                  </a:cubicBezTo>
                  <a:cubicBezTo>
                    <a:pt x="1199" y="138"/>
                    <a:pt x="1181" y="114"/>
                    <a:pt x="1181" y="114"/>
                  </a:cubicBezTo>
                  <a:cubicBezTo>
                    <a:pt x="1181" y="114"/>
                    <a:pt x="1192" y="114"/>
                    <a:pt x="1197" y="101"/>
                  </a:cubicBezTo>
                  <a:cubicBezTo>
                    <a:pt x="1201" y="87"/>
                    <a:pt x="1180" y="73"/>
                    <a:pt x="1168" y="72"/>
                  </a:cubicBezTo>
                  <a:cubicBezTo>
                    <a:pt x="1155" y="70"/>
                    <a:pt x="1147" y="78"/>
                    <a:pt x="1151" y="96"/>
                  </a:cubicBezTo>
                  <a:cubicBezTo>
                    <a:pt x="1155" y="114"/>
                    <a:pt x="1136" y="99"/>
                    <a:pt x="1132" y="124"/>
                  </a:cubicBezTo>
                  <a:cubicBezTo>
                    <a:pt x="1129" y="149"/>
                    <a:pt x="1089" y="167"/>
                    <a:pt x="1103" y="136"/>
                  </a:cubicBezTo>
                  <a:cubicBezTo>
                    <a:pt x="1118" y="105"/>
                    <a:pt x="1095" y="78"/>
                    <a:pt x="1099" y="92"/>
                  </a:cubicBezTo>
                  <a:cubicBezTo>
                    <a:pt x="1103" y="105"/>
                    <a:pt x="1080" y="114"/>
                    <a:pt x="1080" y="114"/>
                  </a:cubicBezTo>
                  <a:cubicBezTo>
                    <a:pt x="1080" y="114"/>
                    <a:pt x="1094" y="88"/>
                    <a:pt x="1074" y="82"/>
                  </a:cubicBezTo>
                  <a:cubicBezTo>
                    <a:pt x="1054" y="77"/>
                    <a:pt x="1066" y="65"/>
                    <a:pt x="1064" y="51"/>
                  </a:cubicBezTo>
                  <a:cubicBezTo>
                    <a:pt x="1062" y="36"/>
                    <a:pt x="1058" y="5"/>
                    <a:pt x="1053" y="3"/>
                  </a:cubicBezTo>
                  <a:cubicBezTo>
                    <a:pt x="1048" y="0"/>
                    <a:pt x="1034" y="11"/>
                    <a:pt x="1024" y="42"/>
                  </a:cubicBezTo>
                  <a:cubicBezTo>
                    <a:pt x="1014" y="72"/>
                    <a:pt x="1021" y="61"/>
                    <a:pt x="1034" y="75"/>
                  </a:cubicBezTo>
                  <a:cubicBezTo>
                    <a:pt x="1048" y="89"/>
                    <a:pt x="1045" y="102"/>
                    <a:pt x="1026" y="118"/>
                  </a:cubicBezTo>
                  <a:cubicBezTo>
                    <a:pt x="1007" y="134"/>
                    <a:pt x="1015" y="106"/>
                    <a:pt x="1014" y="94"/>
                  </a:cubicBezTo>
                  <a:cubicBezTo>
                    <a:pt x="1013" y="81"/>
                    <a:pt x="996" y="65"/>
                    <a:pt x="980" y="85"/>
                  </a:cubicBezTo>
                  <a:cubicBezTo>
                    <a:pt x="965" y="105"/>
                    <a:pt x="977" y="108"/>
                    <a:pt x="977" y="108"/>
                  </a:cubicBezTo>
                  <a:cubicBezTo>
                    <a:pt x="977" y="108"/>
                    <a:pt x="1000" y="128"/>
                    <a:pt x="950" y="137"/>
                  </a:cubicBezTo>
                  <a:cubicBezTo>
                    <a:pt x="901" y="145"/>
                    <a:pt x="884" y="102"/>
                    <a:pt x="879" y="102"/>
                  </a:cubicBezTo>
                  <a:cubicBezTo>
                    <a:pt x="875" y="102"/>
                    <a:pt x="884" y="119"/>
                    <a:pt x="848" y="129"/>
                  </a:cubicBezTo>
                  <a:cubicBezTo>
                    <a:pt x="811" y="139"/>
                    <a:pt x="759" y="132"/>
                    <a:pt x="759" y="132"/>
                  </a:cubicBezTo>
                  <a:cubicBezTo>
                    <a:pt x="759" y="132"/>
                    <a:pt x="794" y="101"/>
                    <a:pt x="756" y="101"/>
                  </a:cubicBezTo>
                  <a:cubicBezTo>
                    <a:pt x="719" y="101"/>
                    <a:pt x="691" y="70"/>
                    <a:pt x="671" y="72"/>
                  </a:cubicBezTo>
                  <a:cubicBezTo>
                    <a:pt x="650" y="75"/>
                    <a:pt x="630" y="114"/>
                    <a:pt x="626" y="88"/>
                  </a:cubicBezTo>
                  <a:cubicBezTo>
                    <a:pt x="623" y="63"/>
                    <a:pt x="603" y="57"/>
                    <a:pt x="593" y="60"/>
                  </a:cubicBezTo>
                  <a:cubicBezTo>
                    <a:pt x="564" y="68"/>
                    <a:pt x="564" y="57"/>
                    <a:pt x="540" y="76"/>
                  </a:cubicBezTo>
                  <a:cubicBezTo>
                    <a:pt x="515" y="96"/>
                    <a:pt x="485" y="125"/>
                    <a:pt x="468" y="98"/>
                  </a:cubicBezTo>
                  <a:cubicBezTo>
                    <a:pt x="451" y="71"/>
                    <a:pt x="439" y="77"/>
                    <a:pt x="439" y="77"/>
                  </a:cubicBezTo>
                  <a:cubicBezTo>
                    <a:pt x="421" y="68"/>
                    <a:pt x="401" y="59"/>
                    <a:pt x="378" y="62"/>
                  </a:cubicBezTo>
                  <a:cubicBezTo>
                    <a:pt x="355" y="64"/>
                    <a:pt x="356" y="49"/>
                    <a:pt x="332" y="52"/>
                  </a:cubicBezTo>
                  <a:cubicBezTo>
                    <a:pt x="309" y="56"/>
                    <a:pt x="303" y="38"/>
                    <a:pt x="287" y="38"/>
                  </a:cubicBezTo>
                  <a:cubicBezTo>
                    <a:pt x="271" y="38"/>
                    <a:pt x="273" y="17"/>
                    <a:pt x="254" y="19"/>
                  </a:cubicBezTo>
                  <a:cubicBezTo>
                    <a:pt x="235" y="21"/>
                    <a:pt x="206" y="53"/>
                    <a:pt x="179" y="54"/>
                  </a:cubicBezTo>
                  <a:cubicBezTo>
                    <a:pt x="152" y="55"/>
                    <a:pt x="153" y="95"/>
                    <a:pt x="126" y="97"/>
                  </a:cubicBezTo>
                  <a:cubicBezTo>
                    <a:pt x="100" y="98"/>
                    <a:pt x="66" y="119"/>
                    <a:pt x="91" y="119"/>
                  </a:cubicBezTo>
                  <a:cubicBezTo>
                    <a:pt x="116" y="119"/>
                    <a:pt x="120" y="157"/>
                    <a:pt x="137" y="160"/>
                  </a:cubicBezTo>
                  <a:cubicBezTo>
                    <a:pt x="153" y="163"/>
                    <a:pt x="149" y="185"/>
                    <a:pt x="125" y="188"/>
                  </a:cubicBezTo>
                  <a:cubicBezTo>
                    <a:pt x="101" y="191"/>
                    <a:pt x="116" y="167"/>
                    <a:pt x="106" y="171"/>
                  </a:cubicBezTo>
                  <a:cubicBezTo>
                    <a:pt x="96" y="175"/>
                    <a:pt x="53" y="182"/>
                    <a:pt x="51" y="204"/>
                  </a:cubicBezTo>
                  <a:cubicBezTo>
                    <a:pt x="49" y="227"/>
                    <a:pt x="81" y="240"/>
                    <a:pt x="108" y="227"/>
                  </a:cubicBezTo>
                  <a:cubicBezTo>
                    <a:pt x="135" y="214"/>
                    <a:pt x="149" y="255"/>
                    <a:pt x="121" y="254"/>
                  </a:cubicBezTo>
                  <a:cubicBezTo>
                    <a:pt x="94" y="253"/>
                    <a:pt x="90" y="271"/>
                    <a:pt x="75" y="273"/>
                  </a:cubicBezTo>
                  <a:cubicBezTo>
                    <a:pt x="60" y="275"/>
                    <a:pt x="33" y="297"/>
                    <a:pt x="41" y="310"/>
                  </a:cubicBezTo>
                  <a:cubicBezTo>
                    <a:pt x="49" y="324"/>
                    <a:pt x="37" y="322"/>
                    <a:pt x="51" y="344"/>
                  </a:cubicBezTo>
                  <a:cubicBezTo>
                    <a:pt x="60" y="358"/>
                    <a:pt x="70" y="349"/>
                    <a:pt x="76" y="340"/>
                  </a:cubicBezTo>
                  <a:cubicBezTo>
                    <a:pt x="73" y="349"/>
                    <a:pt x="71" y="361"/>
                    <a:pt x="80" y="367"/>
                  </a:cubicBezTo>
                  <a:cubicBezTo>
                    <a:pt x="93" y="376"/>
                    <a:pt x="82" y="374"/>
                    <a:pt x="112" y="373"/>
                  </a:cubicBezTo>
                  <a:cubicBezTo>
                    <a:pt x="141" y="372"/>
                    <a:pt x="129" y="384"/>
                    <a:pt x="104" y="409"/>
                  </a:cubicBezTo>
                  <a:cubicBezTo>
                    <a:pt x="79" y="434"/>
                    <a:pt x="0" y="469"/>
                    <a:pt x="0" y="469"/>
                  </a:cubicBezTo>
                  <a:cubicBezTo>
                    <a:pt x="126" y="435"/>
                    <a:pt x="119" y="411"/>
                    <a:pt x="152" y="396"/>
                  </a:cubicBezTo>
                  <a:cubicBezTo>
                    <a:pt x="185" y="380"/>
                    <a:pt x="177" y="378"/>
                    <a:pt x="179" y="366"/>
                  </a:cubicBezTo>
                  <a:cubicBezTo>
                    <a:pt x="181" y="358"/>
                    <a:pt x="207" y="342"/>
                    <a:pt x="225" y="332"/>
                  </a:cubicBezTo>
                  <a:cubicBezTo>
                    <a:pt x="209" y="345"/>
                    <a:pt x="208" y="364"/>
                    <a:pt x="212" y="370"/>
                  </a:cubicBezTo>
                  <a:cubicBezTo>
                    <a:pt x="216" y="377"/>
                    <a:pt x="250" y="345"/>
                    <a:pt x="268" y="340"/>
                  </a:cubicBezTo>
                  <a:cubicBezTo>
                    <a:pt x="286" y="335"/>
                    <a:pt x="259" y="292"/>
                    <a:pt x="286" y="319"/>
                  </a:cubicBezTo>
                  <a:cubicBezTo>
                    <a:pt x="313" y="347"/>
                    <a:pt x="367" y="339"/>
                    <a:pt x="367" y="339"/>
                  </a:cubicBezTo>
                  <a:cubicBezTo>
                    <a:pt x="441" y="390"/>
                    <a:pt x="444" y="435"/>
                    <a:pt x="472" y="463"/>
                  </a:cubicBezTo>
                  <a:cubicBezTo>
                    <a:pt x="501" y="491"/>
                    <a:pt x="460" y="544"/>
                    <a:pt x="501" y="547"/>
                  </a:cubicBezTo>
                  <a:cubicBezTo>
                    <a:pt x="541" y="550"/>
                    <a:pt x="546" y="583"/>
                    <a:pt x="546" y="583"/>
                  </a:cubicBezTo>
                  <a:cubicBezTo>
                    <a:pt x="546" y="583"/>
                    <a:pt x="562" y="598"/>
                    <a:pt x="533" y="599"/>
                  </a:cubicBezTo>
                  <a:cubicBezTo>
                    <a:pt x="505" y="600"/>
                    <a:pt x="515" y="600"/>
                    <a:pt x="518" y="623"/>
                  </a:cubicBezTo>
                  <a:cubicBezTo>
                    <a:pt x="522" y="646"/>
                    <a:pt x="511" y="677"/>
                    <a:pt x="499" y="698"/>
                  </a:cubicBezTo>
                  <a:cubicBezTo>
                    <a:pt x="486" y="719"/>
                    <a:pt x="480" y="762"/>
                    <a:pt x="490" y="769"/>
                  </a:cubicBezTo>
                  <a:cubicBezTo>
                    <a:pt x="499" y="776"/>
                    <a:pt x="495" y="803"/>
                    <a:pt x="515" y="828"/>
                  </a:cubicBezTo>
                  <a:cubicBezTo>
                    <a:pt x="535" y="854"/>
                    <a:pt x="553" y="853"/>
                    <a:pt x="556" y="869"/>
                  </a:cubicBezTo>
                  <a:cubicBezTo>
                    <a:pt x="557" y="874"/>
                    <a:pt x="559" y="876"/>
                    <a:pt x="562" y="876"/>
                  </a:cubicBezTo>
                  <a:cubicBezTo>
                    <a:pt x="562" y="877"/>
                    <a:pt x="562" y="912"/>
                    <a:pt x="573" y="924"/>
                  </a:cubicBezTo>
                  <a:cubicBezTo>
                    <a:pt x="584" y="935"/>
                    <a:pt x="590" y="950"/>
                    <a:pt x="566" y="953"/>
                  </a:cubicBezTo>
                  <a:cubicBezTo>
                    <a:pt x="566" y="953"/>
                    <a:pt x="583" y="965"/>
                    <a:pt x="597" y="973"/>
                  </a:cubicBezTo>
                  <a:cubicBezTo>
                    <a:pt x="611" y="981"/>
                    <a:pt x="595" y="997"/>
                    <a:pt x="603" y="1004"/>
                  </a:cubicBezTo>
                  <a:cubicBezTo>
                    <a:pt x="610" y="1010"/>
                    <a:pt x="622" y="1034"/>
                    <a:pt x="631" y="1028"/>
                  </a:cubicBezTo>
                  <a:cubicBezTo>
                    <a:pt x="639" y="1023"/>
                    <a:pt x="634" y="1018"/>
                    <a:pt x="624" y="1004"/>
                  </a:cubicBezTo>
                  <a:cubicBezTo>
                    <a:pt x="614" y="990"/>
                    <a:pt x="630" y="988"/>
                    <a:pt x="609" y="952"/>
                  </a:cubicBezTo>
                  <a:cubicBezTo>
                    <a:pt x="589" y="916"/>
                    <a:pt x="586" y="906"/>
                    <a:pt x="592" y="894"/>
                  </a:cubicBezTo>
                  <a:cubicBezTo>
                    <a:pt x="592" y="894"/>
                    <a:pt x="605" y="894"/>
                    <a:pt x="607" y="909"/>
                  </a:cubicBezTo>
                  <a:cubicBezTo>
                    <a:pt x="609" y="925"/>
                    <a:pt x="637" y="965"/>
                    <a:pt x="646" y="974"/>
                  </a:cubicBezTo>
                  <a:cubicBezTo>
                    <a:pt x="655" y="983"/>
                    <a:pt x="636" y="986"/>
                    <a:pt x="648" y="993"/>
                  </a:cubicBezTo>
                  <a:cubicBezTo>
                    <a:pt x="661" y="999"/>
                    <a:pt x="696" y="1043"/>
                    <a:pt x="685" y="1069"/>
                  </a:cubicBezTo>
                  <a:cubicBezTo>
                    <a:pt x="685" y="1069"/>
                    <a:pt x="676" y="1081"/>
                    <a:pt x="694" y="1089"/>
                  </a:cubicBezTo>
                  <a:cubicBezTo>
                    <a:pt x="713" y="1097"/>
                    <a:pt x="784" y="1143"/>
                    <a:pt x="805" y="1139"/>
                  </a:cubicBezTo>
                  <a:cubicBezTo>
                    <a:pt x="826" y="1135"/>
                    <a:pt x="844" y="1135"/>
                    <a:pt x="851" y="1150"/>
                  </a:cubicBezTo>
                  <a:cubicBezTo>
                    <a:pt x="853" y="1156"/>
                    <a:pt x="856" y="1157"/>
                    <a:pt x="858" y="1157"/>
                  </a:cubicBezTo>
                  <a:cubicBezTo>
                    <a:pt x="857" y="1157"/>
                    <a:pt x="857" y="1157"/>
                    <a:pt x="857" y="1157"/>
                  </a:cubicBezTo>
                  <a:cubicBezTo>
                    <a:pt x="857" y="1157"/>
                    <a:pt x="869" y="1174"/>
                    <a:pt x="892" y="1170"/>
                  </a:cubicBezTo>
                  <a:cubicBezTo>
                    <a:pt x="915" y="1167"/>
                    <a:pt x="894" y="1187"/>
                    <a:pt x="923" y="1179"/>
                  </a:cubicBezTo>
                  <a:cubicBezTo>
                    <a:pt x="923" y="1179"/>
                    <a:pt x="932" y="1211"/>
                    <a:pt x="945" y="1213"/>
                  </a:cubicBezTo>
                  <a:cubicBezTo>
                    <a:pt x="945" y="1213"/>
                    <a:pt x="939" y="1230"/>
                    <a:pt x="952" y="1230"/>
                  </a:cubicBezTo>
                  <a:cubicBezTo>
                    <a:pt x="966" y="1230"/>
                    <a:pt x="961" y="1258"/>
                    <a:pt x="983" y="1256"/>
                  </a:cubicBezTo>
                  <a:cubicBezTo>
                    <a:pt x="1005" y="1253"/>
                    <a:pt x="1000" y="1280"/>
                    <a:pt x="1014" y="1270"/>
                  </a:cubicBezTo>
                  <a:cubicBezTo>
                    <a:pt x="1027" y="1259"/>
                    <a:pt x="1052" y="1231"/>
                    <a:pt x="1051" y="1272"/>
                  </a:cubicBezTo>
                  <a:cubicBezTo>
                    <a:pt x="1051" y="1272"/>
                    <a:pt x="1064" y="1297"/>
                    <a:pt x="1042" y="1328"/>
                  </a:cubicBezTo>
                  <a:cubicBezTo>
                    <a:pt x="1020" y="1359"/>
                    <a:pt x="976" y="1398"/>
                    <a:pt x="982" y="1414"/>
                  </a:cubicBezTo>
                  <a:cubicBezTo>
                    <a:pt x="988" y="1430"/>
                    <a:pt x="992" y="1427"/>
                    <a:pt x="975" y="1448"/>
                  </a:cubicBezTo>
                  <a:cubicBezTo>
                    <a:pt x="957" y="1470"/>
                    <a:pt x="981" y="1486"/>
                    <a:pt x="987" y="1499"/>
                  </a:cubicBezTo>
                  <a:cubicBezTo>
                    <a:pt x="992" y="1512"/>
                    <a:pt x="1027" y="1606"/>
                    <a:pt x="1026" y="1620"/>
                  </a:cubicBezTo>
                  <a:cubicBezTo>
                    <a:pt x="1025" y="1634"/>
                    <a:pt x="1101" y="1659"/>
                    <a:pt x="1099" y="1693"/>
                  </a:cubicBezTo>
                  <a:cubicBezTo>
                    <a:pt x="1097" y="1727"/>
                    <a:pt x="1081" y="1814"/>
                    <a:pt x="1053" y="1900"/>
                  </a:cubicBezTo>
                  <a:cubicBezTo>
                    <a:pt x="1024" y="1987"/>
                    <a:pt x="1049" y="1983"/>
                    <a:pt x="1000" y="2057"/>
                  </a:cubicBezTo>
                  <a:cubicBezTo>
                    <a:pt x="1000" y="2057"/>
                    <a:pt x="985" y="2145"/>
                    <a:pt x="975" y="2166"/>
                  </a:cubicBezTo>
                  <a:cubicBezTo>
                    <a:pt x="964" y="2187"/>
                    <a:pt x="952" y="2217"/>
                    <a:pt x="964" y="2214"/>
                  </a:cubicBezTo>
                  <a:cubicBezTo>
                    <a:pt x="976" y="2210"/>
                    <a:pt x="983" y="2157"/>
                    <a:pt x="997" y="2164"/>
                  </a:cubicBezTo>
                  <a:cubicBezTo>
                    <a:pt x="997" y="2164"/>
                    <a:pt x="969" y="2277"/>
                    <a:pt x="954" y="2301"/>
                  </a:cubicBezTo>
                  <a:cubicBezTo>
                    <a:pt x="938" y="2326"/>
                    <a:pt x="916" y="2399"/>
                    <a:pt x="924" y="2432"/>
                  </a:cubicBezTo>
                  <a:cubicBezTo>
                    <a:pt x="933" y="2467"/>
                    <a:pt x="912" y="2506"/>
                    <a:pt x="938" y="2528"/>
                  </a:cubicBezTo>
                  <a:cubicBezTo>
                    <a:pt x="964" y="2550"/>
                    <a:pt x="958" y="2570"/>
                    <a:pt x="1001" y="2574"/>
                  </a:cubicBezTo>
                  <a:cubicBezTo>
                    <a:pt x="1044" y="2578"/>
                    <a:pt x="1051" y="2569"/>
                    <a:pt x="1070" y="2564"/>
                  </a:cubicBezTo>
                  <a:cubicBezTo>
                    <a:pt x="1090" y="2559"/>
                    <a:pt x="1018" y="2561"/>
                    <a:pt x="1015" y="2486"/>
                  </a:cubicBezTo>
                  <a:cubicBezTo>
                    <a:pt x="1012" y="2411"/>
                    <a:pt x="1014" y="2411"/>
                    <a:pt x="1034" y="2407"/>
                  </a:cubicBezTo>
                  <a:cubicBezTo>
                    <a:pt x="1054" y="2404"/>
                    <a:pt x="1038" y="2391"/>
                    <a:pt x="1050" y="2375"/>
                  </a:cubicBezTo>
                  <a:cubicBezTo>
                    <a:pt x="1062" y="2359"/>
                    <a:pt x="1089" y="2351"/>
                    <a:pt x="1092" y="2326"/>
                  </a:cubicBezTo>
                  <a:cubicBezTo>
                    <a:pt x="1094" y="2300"/>
                    <a:pt x="1059" y="2313"/>
                    <a:pt x="1066" y="2279"/>
                  </a:cubicBezTo>
                  <a:cubicBezTo>
                    <a:pt x="1073" y="2245"/>
                    <a:pt x="1107" y="2252"/>
                    <a:pt x="1107" y="2252"/>
                  </a:cubicBezTo>
                  <a:cubicBezTo>
                    <a:pt x="1109" y="2215"/>
                    <a:pt x="1109" y="2215"/>
                    <a:pt x="1109" y="2215"/>
                  </a:cubicBezTo>
                  <a:cubicBezTo>
                    <a:pt x="1109" y="2215"/>
                    <a:pt x="1139" y="2215"/>
                    <a:pt x="1143" y="2196"/>
                  </a:cubicBezTo>
                  <a:cubicBezTo>
                    <a:pt x="1146" y="2177"/>
                    <a:pt x="1123" y="2191"/>
                    <a:pt x="1121" y="2176"/>
                  </a:cubicBezTo>
                  <a:cubicBezTo>
                    <a:pt x="1119" y="2160"/>
                    <a:pt x="1123" y="2139"/>
                    <a:pt x="1143" y="2159"/>
                  </a:cubicBezTo>
                  <a:cubicBezTo>
                    <a:pt x="1164" y="2179"/>
                    <a:pt x="1174" y="2127"/>
                    <a:pt x="1174" y="2127"/>
                  </a:cubicBezTo>
                  <a:cubicBezTo>
                    <a:pt x="1174" y="2127"/>
                    <a:pt x="1175" y="2102"/>
                    <a:pt x="1214" y="2105"/>
                  </a:cubicBezTo>
                  <a:cubicBezTo>
                    <a:pt x="1254" y="2107"/>
                    <a:pt x="1274" y="2077"/>
                    <a:pt x="1280" y="2045"/>
                  </a:cubicBezTo>
                  <a:cubicBezTo>
                    <a:pt x="1286" y="2014"/>
                    <a:pt x="1261" y="2055"/>
                    <a:pt x="1265" y="2019"/>
                  </a:cubicBezTo>
                  <a:cubicBezTo>
                    <a:pt x="1268" y="1983"/>
                    <a:pt x="1280" y="2027"/>
                    <a:pt x="1308" y="2010"/>
                  </a:cubicBezTo>
                  <a:cubicBezTo>
                    <a:pt x="1336" y="1992"/>
                    <a:pt x="1368" y="1956"/>
                    <a:pt x="1372" y="1944"/>
                  </a:cubicBezTo>
                  <a:cubicBezTo>
                    <a:pt x="1375" y="1931"/>
                    <a:pt x="1414" y="1898"/>
                    <a:pt x="1426" y="1876"/>
                  </a:cubicBezTo>
                  <a:cubicBezTo>
                    <a:pt x="1439" y="1854"/>
                    <a:pt x="1425" y="1831"/>
                    <a:pt x="1446" y="1809"/>
                  </a:cubicBezTo>
                  <a:cubicBezTo>
                    <a:pt x="1466" y="1787"/>
                    <a:pt x="1516" y="1769"/>
                    <a:pt x="1533" y="1770"/>
                  </a:cubicBezTo>
                  <a:cubicBezTo>
                    <a:pt x="1550" y="1771"/>
                    <a:pt x="1584" y="1711"/>
                    <a:pt x="1589" y="1687"/>
                  </a:cubicBezTo>
                  <a:cubicBezTo>
                    <a:pt x="1594" y="1662"/>
                    <a:pt x="1604" y="1612"/>
                    <a:pt x="1621" y="1589"/>
                  </a:cubicBezTo>
                  <a:cubicBezTo>
                    <a:pt x="1638" y="1566"/>
                    <a:pt x="1681" y="1543"/>
                    <a:pt x="1681" y="1496"/>
                  </a:cubicBezTo>
                  <a:cubicBezTo>
                    <a:pt x="1681" y="1449"/>
                    <a:pt x="1671" y="1472"/>
                    <a:pt x="1651" y="1463"/>
                  </a:cubicBezTo>
                  <a:close/>
                  <a:moveTo>
                    <a:pt x="925" y="1098"/>
                  </a:moveTo>
                  <a:cubicBezTo>
                    <a:pt x="923" y="1099"/>
                    <a:pt x="922" y="1101"/>
                    <a:pt x="920" y="1102"/>
                  </a:cubicBezTo>
                  <a:cubicBezTo>
                    <a:pt x="922" y="1101"/>
                    <a:pt x="923" y="1099"/>
                    <a:pt x="925" y="1098"/>
                  </a:cubicBezTo>
                  <a:close/>
                  <a:moveTo>
                    <a:pt x="1301" y="647"/>
                  </a:moveTo>
                  <a:cubicBezTo>
                    <a:pt x="1300" y="646"/>
                    <a:pt x="1299" y="646"/>
                    <a:pt x="1297" y="645"/>
                  </a:cubicBezTo>
                  <a:cubicBezTo>
                    <a:pt x="1299" y="646"/>
                    <a:pt x="1300" y="646"/>
                    <a:pt x="1301" y="647"/>
                  </a:cubicBezTo>
                  <a:close/>
                  <a:moveTo>
                    <a:pt x="581" y="870"/>
                  </a:moveTo>
                  <a:cubicBezTo>
                    <a:pt x="584" y="870"/>
                    <a:pt x="586" y="869"/>
                    <a:pt x="588" y="869"/>
                  </a:cubicBezTo>
                  <a:cubicBezTo>
                    <a:pt x="586" y="869"/>
                    <a:pt x="584" y="870"/>
                    <a:pt x="581" y="870"/>
                  </a:cubicBezTo>
                  <a:close/>
                  <a:moveTo>
                    <a:pt x="917" y="1104"/>
                  </a:moveTo>
                  <a:cubicBezTo>
                    <a:pt x="918" y="1104"/>
                    <a:pt x="919" y="1103"/>
                    <a:pt x="920" y="1102"/>
                  </a:cubicBezTo>
                  <a:cubicBezTo>
                    <a:pt x="919" y="1103"/>
                    <a:pt x="918" y="1104"/>
                    <a:pt x="917" y="1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341438" y="2771776"/>
              <a:ext cx="746125" cy="828675"/>
            </a:xfrm>
            <a:custGeom>
              <a:avLst/>
              <a:gdLst/>
              <a:ahLst/>
              <a:cxnLst/>
              <a:rect l="l" t="t" r="r" b="b"/>
              <a:pathLst>
                <a:path w="745" h="827" extrusionOk="0">
                  <a:moveTo>
                    <a:pt x="623" y="547"/>
                  </a:moveTo>
                  <a:cubicBezTo>
                    <a:pt x="620" y="543"/>
                    <a:pt x="639" y="537"/>
                    <a:pt x="633" y="508"/>
                  </a:cubicBezTo>
                  <a:cubicBezTo>
                    <a:pt x="626" y="479"/>
                    <a:pt x="639" y="464"/>
                    <a:pt x="638" y="461"/>
                  </a:cubicBezTo>
                  <a:cubicBezTo>
                    <a:pt x="637" y="458"/>
                    <a:pt x="626" y="428"/>
                    <a:pt x="640" y="426"/>
                  </a:cubicBezTo>
                  <a:cubicBezTo>
                    <a:pt x="653" y="424"/>
                    <a:pt x="653" y="418"/>
                    <a:pt x="654" y="404"/>
                  </a:cubicBezTo>
                  <a:cubicBezTo>
                    <a:pt x="654" y="391"/>
                    <a:pt x="671" y="395"/>
                    <a:pt x="671" y="386"/>
                  </a:cubicBezTo>
                  <a:cubicBezTo>
                    <a:pt x="670" y="378"/>
                    <a:pt x="658" y="368"/>
                    <a:pt x="664" y="357"/>
                  </a:cubicBezTo>
                  <a:cubicBezTo>
                    <a:pt x="670" y="346"/>
                    <a:pt x="683" y="337"/>
                    <a:pt x="670" y="327"/>
                  </a:cubicBezTo>
                  <a:cubicBezTo>
                    <a:pt x="657" y="316"/>
                    <a:pt x="665" y="318"/>
                    <a:pt x="646" y="305"/>
                  </a:cubicBezTo>
                  <a:cubicBezTo>
                    <a:pt x="627" y="292"/>
                    <a:pt x="672" y="281"/>
                    <a:pt x="678" y="281"/>
                  </a:cubicBezTo>
                  <a:cubicBezTo>
                    <a:pt x="685" y="281"/>
                    <a:pt x="692" y="287"/>
                    <a:pt x="692" y="270"/>
                  </a:cubicBezTo>
                  <a:cubicBezTo>
                    <a:pt x="693" y="253"/>
                    <a:pt x="679" y="270"/>
                    <a:pt x="674" y="244"/>
                  </a:cubicBezTo>
                  <a:cubicBezTo>
                    <a:pt x="673" y="238"/>
                    <a:pt x="671" y="234"/>
                    <a:pt x="669" y="233"/>
                  </a:cubicBezTo>
                  <a:cubicBezTo>
                    <a:pt x="671" y="227"/>
                    <a:pt x="673" y="221"/>
                    <a:pt x="677" y="217"/>
                  </a:cubicBezTo>
                  <a:cubicBezTo>
                    <a:pt x="687" y="208"/>
                    <a:pt x="680" y="198"/>
                    <a:pt x="667" y="199"/>
                  </a:cubicBezTo>
                  <a:cubicBezTo>
                    <a:pt x="664" y="196"/>
                    <a:pt x="663" y="191"/>
                    <a:pt x="664" y="186"/>
                  </a:cubicBezTo>
                  <a:cubicBezTo>
                    <a:pt x="665" y="185"/>
                    <a:pt x="666" y="184"/>
                    <a:pt x="667" y="184"/>
                  </a:cubicBezTo>
                  <a:cubicBezTo>
                    <a:pt x="673" y="181"/>
                    <a:pt x="677" y="173"/>
                    <a:pt x="680" y="164"/>
                  </a:cubicBezTo>
                  <a:cubicBezTo>
                    <a:pt x="691" y="151"/>
                    <a:pt x="712" y="129"/>
                    <a:pt x="721" y="127"/>
                  </a:cubicBezTo>
                  <a:cubicBezTo>
                    <a:pt x="734" y="122"/>
                    <a:pt x="744" y="110"/>
                    <a:pt x="745" y="98"/>
                  </a:cubicBezTo>
                  <a:cubicBezTo>
                    <a:pt x="744" y="82"/>
                    <a:pt x="724" y="81"/>
                    <a:pt x="708" y="79"/>
                  </a:cubicBezTo>
                  <a:cubicBezTo>
                    <a:pt x="683" y="75"/>
                    <a:pt x="672" y="115"/>
                    <a:pt x="649" y="111"/>
                  </a:cubicBezTo>
                  <a:cubicBezTo>
                    <a:pt x="636" y="104"/>
                    <a:pt x="617" y="61"/>
                    <a:pt x="616" y="44"/>
                  </a:cubicBezTo>
                  <a:cubicBezTo>
                    <a:pt x="614" y="34"/>
                    <a:pt x="614" y="21"/>
                    <a:pt x="601" y="20"/>
                  </a:cubicBezTo>
                  <a:cubicBezTo>
                    <a:pt x="580" y="25"/>
                    <a:pt x="562" y="15"/>
                    <a:pt x="543" y="27"/>
                  </a:cubicBezTo>
                  <a:cubicBezTo>
                    <a:pt x="547" y="9"/>
                    <a:pt x="483" y="5"/>
                    <a:pt x="464" y="1"/>
                  </a:cubicBezTo>
                  <a:cubicBezTo>
                    <a:pt x="448" y="0"/>
                    <a:pt x="435" y="6"/>
                    <a:pt x="420" y="7"/>
                  </a:cubicBezTo>
                  <a:cubicBezTo>
                    <a:pt x="379" y="2"/>
                    <a:pt x="359" y="20"/>
                    <a:pt x="323" y="31"/>
                  </a:cubicBezTo>
                  <a:cubicBezTo>
                    <a:pt x="313" y="36"/>
                    <a:pt x="310" y="54"/>
                    <a:pt x="303" y="62"/>
                  </a:cubicBezTo>
                  <a:cubicBezTo>
                    <a:pt x="293" y="33"/>
                    <a:pt x="270" y="38"/>
                    <a:pt x="271" y="67"/>
                  </a:cubicBezTo>
                  <a:cubicBezTo>
                    <a:pt x="272" y="82"/>
                    <a:pt x="267" y="92"/>
                    <a:pt x="250" y="91"/>
                  </a:cubicBezTo>
                  <a:cubicBezTo>
                    <a:pt x="230" y="90"/>
                    <a:pt x="233" y="80"/>
                    <a:pt x="206" y="81"/>
                  </a:cubicBezTo>
                  <a:cubicBezTo>
                    <a:pt x="185" y="83"/>
                    <a:pt x="130" y="84"/>
                    <a:pt x="137" y="114"/>
                  </a:cubicBezTo>
                  <a:cubicBezTo>
                    <a:pt x="138" y="117"/>
                    <a:pt x="131" y="119"/>
                    <a:pt x="129" y="118"/>
                  </a:cubicBezTo>
                  <a:cubicBezTo>
                    <a:pt x="116" y="109"/>
                    <a:pt x="94" y="124"/>
                    <a:pt x="93" y="139"/>
                  </a:cubicBezTo>
                  <a:cubicBezTo>
                    <a:pt x="94" y="144"/>
                    <a:pt x="93" y="154"/>
                    <a:pt x="87" y="155"/>
                  </a:cubicBezTo>
                  <a:cubicBezTo>
                    <a:pt x="54" y="149"/>
                    <a:pt x="67" y="176"/>
                    <a:pt x="46" y="181"/>
                  </a:cubicBezTo>
                  <a:cubicBezTo>
                    <a:pt x="34" y="187"/>
                    <a:pt x="22" y="183"/>
                    <a:pt x="8" y="188"/>
                  </a:cubicBezTo>
                  <a:cubicBezTo>
                    <a:pt x="2" y="189"/>
                    <a:pt x="0" y="201"/>
                    <a:pt x="7" y="205"/>
                  </a:cubicBezTo>
                  <a:cubicBezTo>
                    <a:pt x="14" y="211"/>
                    <a:pt x="19" y="211"/>
                    <a:pt x="25" y="211"/>
                  </a:cubicBezTo>
                  <a:cubicBezTo>
                    <a:pt x="24" y="213"/>
                    <a:pt x="23" y="215"/>
                    <a:pt x="23" y="217"/>
                  </a:cubicBezTo>
                  <a:cubicBezTo>
                    <a:pt x="19" y="247"/>
                    <a:pt x="88" y="262"/>
                    <a:pt x="63" y="263"/>
                  </a:cubicBezTo>
                  <a:cubicBezTo>
                    <a:pt x="38" y="264"/>
                    <a:pt x="34" y="265"/>
                    <a:pt x="31" y="274"/>
                  </a:cubicBezTo>
                  <a:cubicBezTo>
                    <a:pt x="27" y="284"/>
                    <a:pt x="57" y="294"/>
                    <a:pt x="57" y="294"/>
                  </a:cubicBezTo>
                  <a:cubicBezTo>
                    <a:pt x="53" y="314"/>
                    <a:pt x="90" y="326"/>
                    <a:pt x="90" y="326"/>
                  </a:cubicBezTo>
                  <a:cubicBezTo>
                    <a:pt x="95" y="305"/>
                    <a:pt x="135" y="322"/>
                    <a:pt x="165" y="324"/>
                  </a:cubicBezTo>
                  <a:cubicBezTo>
                    <a:pt x="195" y="326"/>
                    <a:pt x="231" y="433"/>
                    <a:pt x="217" y="458"/>
                  </a:cubicBezTo>
                  <a:cubicBezTo>
                    <a:pt x="203" y="484"/>
                    <a:pt x="203" y="486"/>
                    <a:pt x="212" y="499"/>
                  </a:cubicBezTo>
                  <a:cubicBezTo>
                    <a:pt x="221" y="512"/>
                    <a:pt x="230" y="458"/>
                    <a:pt x="236" y="481"/>
                  </a:cubicBezTo>
                  <a:cubicBezTo>
                    <a:pt x="241" y="505"/>
                    <a:pt x="271" y="534"/>
                    <a:pt x="252" y="531"/>
                  </a:cubicBezTo>
                  <a:cubicBezTo>
                    <a:pt x="233" y="528"/>
                    <a:pt x="204" y="508"/>
                    <a:pt x="211" y="521"/>
                  </a:cubicBezTo>
                  <a:cubicBezTo>
                    <a:pt x="218" y="534"/>
                    <a:pt x="241" y="545"/>
                    <a:pt x="254" y="547"/>
                  </a:cubicBezTo>
                  <a:cubicBezTo>
                    <a:pt x="266" y="549"/>
                    <a:pt x="256" y="587"/>
                    <a:pt x="237" y="590"/>
                  </a:cubicBezTo>
                  <a:cubicBezTo>
                    <a:pt x="218" y="593"/>
                    <a:pt x="217" y="604"/>
                    <a:pt x="211" y="641"/>
                  </a:cubicBezTo>
                  <a:cubicBezTo>
                    <a:pt x="205" y="677"/>
                    <a:pt x="250" y="776"/>
                    <a:pt x="255" y="792"/>
                  </a:cubicBezTo>
                  <a:cubicBezTo>
                    <a:pt x="260" y="808"/>
                    <a:pt x="295" y="788"/>
                    <a:pt x="292" y="802"/>
                  </a:cubicBezTo>
                  <a:cubicBezTo>
                    <a:pt x="288" y="817"/>
                    <a:pt x="315" y="823"/>
                    <a:pt x="315" y="823"/>
                  </a:cubicBezTo>
                  <a:cubicBezTo>
                    <a:pt x="315" y="823"/>
                    <a:pt x="336" y="827"/>
                    <a:pt x="343" y="783"/>
                  </a:cubicBezTo>
                  <a:cubicBezTo>
                    <a:pt x="349" y="740"/>
                    <a:pt x="349" y="750"/>
                    <a:pt x="365" y="739"/>
                  </a:cubicBezTo>
                  <a:cubicBezTo>
                    <a:pt x="380" y="728"/>
                    <a:pt x="358" y="711"/>
                    <a:pt x="379" y="695"/>
                  </a:cubicBezTo>
                  <a:cubicBezTo>
                    <a:pt x="400" y="678"/>
                    <a:pt x="427" y="675"/>
                    <a:pt x="446" y="658"/>
                  </a:cubicBezTo>
                  <a:cubicBezTo>
                    <a:pt x="465" y="641"/>
                    <a:pt x="493" y="622"/>
                    <a:pt x="490" y="606"/>
                  </a:cubicBezTo>
                  <a:cubicBezTo>
                    <a:pt x="487" y="590"/>
                    <a:pt x="529" y="612"/>
                    <a:pt x="557" y="593"/>
                  </a:cubicBezTo>
                  <a:cubicBezTo>
                    <a:pt x="584" y="574"/>
                    <a:pt x="626" y="552"/>
                    <a:pt x="623" y="5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5035550" y="5357813"/>
              <a:ext cx="120650" cy="219075"/>
            </a:xfrm>
            <a:custGeom>
              <a:avLst/>
              <a:gdLst/>
              <a:ahLst/>
              <a:cxnLst/>
              <a:rect l="l" t="t" r="r" b="b"/>
              <a:pathLst>
                <a:path w="120" h="219" extrusionOk="0">
                  <a:moveTo>
                    <a:pt x="61" y="26"/>
                  </a:moveTo>
                  <a:cubicBezTo>
                    <a:pt x="36" y="0"/>
                    <a:pt x="85" y="83"/>
                    <a:pt x="34" y="118"/>
                  </a:cubicBezTo>
                  <a:cubicBezTo>
                    <a:pt x="34" y="118"/>
                    <a:pt x="0" y="123"/>
                    <a:pt x="2" y="155"/>
                  </a:cubicBezTo>
                  <a:cubicBezTo>
                    <a:pt x="4" y="188"/>
                    <a:pt x="21" y="200"/>
                    <a:pt x="36" y="199"/>
                  </a:cubicBezTo>
                  <a:cubicBezTo>
                    <a:pt x="51" y="197"/>
                    <a:pt x="55" y="219"/>
                    <a:pt x="77" y="188"/>
                  </a:cubicBezTo>
                  <a:cubicBezTo>
                    <a:pt x="99" y="157"/>
                    <a:pt x="67" y="129"/>
                    <a:pt x="85" y="118"/>
                  </a:cubicBezTo>
                  <a:cubicBezTo>
                    <a:pt x="102" y="107"/>
                    <a:pt x="120" y="63"/>
                    <a:pt x="109" y="48"/>
                  </a:cubicBezTo>
                  <a:cubicBezTo>
                    <a:pt x="97" y="33"/>
                    <a:pt x="87" y="52"/>
                    <a:pt x="61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3"/>
          <p:cNvGrpSpPr/>
          <p:nvPr/>
        </p:nvGrpSpPr>
        <p:grpSpPr>
          <a:xfrm>
            <a:off x="-1973686" y="-1548648"/>
            <a:ext cx="13341266" cy="7106286"/>
            <a:chOff x="-1973686" y="-1548648"/>
            <a:chExt cx="13341266" cy="7106286"/>
          </a:xfrm>
        </p:grpSpPr>
        <p:grpSp>
          <p:nvGrpSpPr>
            <p:cNvPr id="77" name="Google Shape;77;p3"/>
            <p:cNvGrpSpPr/>
            <p:nvPr/>
          </p:nvGrpSpPr>
          <p:grpSpPr>
            <a:xfrm>
              <a:off x="6178889" y="-1548648"/>
              <a:ext cx="5188691" cy="5123431"/>
              <a:chOff x="6178889" y="-1548648"/>
              <a:chExt cx="5188691" cy="5123431"/>
            </a:xfrm>
          </p:grpSpPr>
          <p:sp>
            <p:nvSpPr>
              <p:cNvPr id="78" name="Google Shape;78;p3"/>
              <p:cNvSpPr/>
              <p:nvPr/>
            </p:nvSpPr>
            <p:spPr>
              <a:xfrm rot="-9925725">
                <a:off x="6636308" y="-1078299"/>
                <a:ext cx="4273853" cy="4182733"/>
              </a:xfrm>
              <a:custGeom>
                <a:avLst/>
                <a:gdLst/>
                <a:ahLst/>
                <a:cxnLst/>
                <a:rect l="l" t="t" r="r" b="b"/>
                <a:pathLst>
                  <a:path w="2232" h="2183" extrusionOk="0">
                    <a:moveTo>
                      <a:pt x="1757" y="2149"/>
                    </a:moveTo>
                    <a:cubicBezTo>
                      <a:pt x="1722" y="2149"/>
                      <a:pt x="1689" y="2143"/>
                      <a:pt x="1661" y="2130"/>
                    </a:cubicBezTo>
                    <a:cubicBezTo>
                      <a:pt x="1543" y="2071"/>
                      <a:pt x="1444" y="2029"/>
                      <a:pt x="1350" y="1996"/>
                    </a:cubicBezTo>
                    <a:cubicBezTo>
                      <a:pt x="1328" y="1989"/>
                      <a:pt x="1228" y="1969"/>
                      <a:pt x="1102" y="1943"/>
                    </a:cubicBezTo>
                    <a:cubicBezTo>
                      <a:pt x="1020" y="1927"/>
                      <a:pt x="928" y="1909"/>
                      <a:pt x="838" y="1890"/>
                    </a:cubicBezTo>
                    <a:cubicBezTo>
                      <a:pt x="653" y="1851"/>
                      <a:pt x="503" y="1742"/>
                      <a:pt x="422" y="1683"/>
                    </a:cubicBezTo>
                    <a:cubicBezTo>
                      <a:pt x="399" y="1666"/>
                      <a:pt x="381" y="1653"/>
                      <a:pt x="369" y="1646"/>
                    </a:cubicBezTo>
                    <a:cubicBezTo>
                      <a:pt x="304" y="1609"/>
                      <a:pt x="179" y="1198"/>
                      <a:pt x="100" y="837"/>
                    </a:cubicBezTo>
                    <a:cubicBezTo>
                      <a:pt x="23" y="484"/>
                      <a:pt x="0" y="239"/>
                      <a:pt x="40" y="184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104" y="95"/>
                      <a:pt x="282" y="35"/>
                      <a:pt x="420" y="16"/>
                    </a:cubicBezTo>
                    <a:cubicBezTo>
                      <a:pt x="542" y="0"/>
                      <a:pt x="640" y="13"/>
                      <a:pt x="689" y="52"/>
                    </a:cubicBezTo>
                    <a:cubicBezTo>
                      <a:pt x="821" y="158"/>
                      <a:pt x="920" y="360"/>
                      <a:pt x="938" y="399"/>
                    </a:cubicBezTo>
                    <a:cubicBezTo>
                      <a:pt x="981" y="491"/>
                      <a:pt x="1054" y="604"/>
                      <a:pt x="1154" y="734"/>
                    </a:cubicBezTo>
                    <a:cubicBezTo>
                      <a:pt x="1186" y="776"/>
                      <a:pt x="1241" y="806"/>
                      <a:pt x="1297" y="811"/>
                    </a:cubicBezTo>
                    <a:cubicBezTo>
                      <a:pt x="1336" y="815"/>
                      <a:pt x="1369" y="806"/>
                      <a:pt x="1391" y="786"/>
                    </a:cubicBezTo>
                    <a:cubicBezTo>
                      <a:pt x="1397" y="780"/>
                      <a:pt x="1397" y="780"/>
                      <a:pt x="1397" y="780"/>
                    </a:cubicBezTo>
                    <a:cubicBezTo>
                      <a:pt x="1451" y="733"/>
                      <a:pt x="1516" y="673"/>
                      <a:pt x="1585" y="675"/>
                    </a:cubicBezTo>
                    <a:cubicBezTo>
                      <a:pt x="1708" y="679"/>
                      <a:pt x="1781" y="778"/>
                      <a:pt x="1797" y="813"/>
                    </a:cubicBezTo>
                    <a:cubicBezTo>
                      <a:pt x="1814" y="850"/>
                      <a:pt x="1797" y="1031"/>
                      <a:pt x="1718" y="1078"/>
                    </a:cubicBezTo>
                    <a:cubicBezTo>
                      <a:pt x="1680" y="1100"/>
                      <a:pt x="1623" y="1104"/>
                      <a:pt x="1572" y="1108"/>
                    </a:cubicBezTo>
                    <a:cubicBezTo>
                      <a:pt x="1517" y="1112"/>
                      <a:pt x="1464" y="1116"/>
                      <a:pt x="1450" y="1143"/>
                    </a:cubicBezTo>
                    <a:cubicBezTo>
                      <a:pt x="1419" y="1200"/>
                      <a:pt x="1394" y="1329"/>
                      <a:pt x="1471" y="1384"/>
                    </a:cubicBezTo>
                    <a:cubicBezTo>
                      <a:pt x="1483" y="1392"/>
                      <a:pt x="1495" y="1401"/>
                      <a:pt x="1508" y="1411"/>
                    </a:cubicBezTo>
                    <a:cubicBezTo>
                      <a:pt x="1591" y="1471"/>
                      <a:pt x="1704" y="1553"/>
                      <a:pt x="1788" y="1583"/>
                    </a:cubicBezTo>
                    <a:cubicBezTo>
                      <a:pt x="1829" y="1598"/>
                      <a:pt x="1886" y="1604"/>
                      <a:pt x="1946" y="1611"/>
                    </a:cubicBezTo>
                    <a:cubicBezTo>
                      <a:pt x="2060" y="1625"/>
                      <a:pt x="2178" y="1638"/>
                      <a:pt x="2199" y="1710"/>
                    </a:cubicBezTo>
                    <a:cubicBezTo>
                      <a:pt x="2232" y="1818"/>
                      <a:pt x="2207" y="1965"/>
                      <a:pt x="2096" y="2036"/>
                    </a:cubicBezTo>
                    <a:cubicBezTo>
                      <a:pt x="2015" y="2087"/>
                      <a:pt x="1872" y="2149"/>
                      <a:pt x="1757" y="2149"/>
                    </a:cubicBezTo>
                    <a:close/>
                    <a:moveTo>
                      <a:pt x="518" y="13"/>
                    </a:moveTo>
                    <a:cubicBezTo>
                      <a:pt x="488" y="13"/>
                      <a:pt x="455" y="16"/>
                      <a:pt x="421" y="20"/>
                    </a:cubicBezTo>
                    <a:cubicBezTo>
                      <a:pt x="253" y="43"/>
                      <a:pt x="98" y="111"/>
                      <a:pt x="44" y="186"/>
                    </a:cubicBezTo>
                    <a:cubicBezTo>
                      <a:pt x="4" y="241"/>
                      <a:pt x="27" y="484"/>
                      <a:pt x="104" y="836"/>
                    </a:cubicBezTo>
                    <a:cubicBezTo>
                      <a:pt x="183" y="1196"/>
                      <a:pt x="307" y="1606"/>
                      <a:pt x="371" y="1643"/>
                    </a:cubicBezTo>
                    <a:cubicBezTo>
                      <a:pt x="383" y="1650"/>
                      <a:pt x="401" y="1663"/>
                      <a:pt x="424" y="1679"/>
                    </a:cubicBezTo>
                    <a:cubicBezTo>
                      <a:pt x="505" y="1738"/>
                      <a:pt x="655" y="1847"/>
                      <a:pt x="839" y="1886"/>
                    </a:cubicBezTo>
                    <a:cubicBezTo>
                      <a:pt x="929" y="1905"/>
                      <a:pt x="1021" y="1923"/>
                      <a:pt x="1102" y="1939"/>
                    </a:cubicBezTo>
                    <a:cubicBezTo>
                      <a:pt x="1229" y="1965"/>
                      <a:pt x="1329" y="1985"/>
                      <a:pt x="1351" y="1992"/>
                    </a:cubicBezTo>
                    <a:cubicBezTo>
                      <a:pt x="1446" y="2025"/>
                      <a:pt x="1545" y="2068"/>
                      <a:pt x="1663" y="2126"/>
                    </a:cubicBezTo>
                    <a:cubicBezTo>
                      <a:pt x="1780" y="2183"/>
                      <a:pt x="1989" y="2099"/>
                      <a:pt x="2094" y="2032"/>
                    </a:cubicBezTo>
                    <a:cubicBezTo>
                      <a:pt x="2203" y="1962"/>
                      <a:pt x="2227" y="1818"/>
                      <a:pt x="2195" y="1711"/>
                    </a:cubicBezTo>
                    <a:cubicBezTo>
                      <a:pt x="2174" y="1642"/>
                      <a:pt x="2058" y="1628"/>
                      <a:pt x="1946" y="1616"/>
                    </a:cubicBezTo>
                    <a:cubicBezTo>
                      <a:pt x="1885" y="1609"/>
                      <a:pt x="1828" y="1602"/>
                      <a:pt x="1787" y="1587"/>
                    </a:cubicBezTo>
                    <a:cubicBezTo>
                      <a:pt x="1702" y="1556"/>
                      <a:pt x="1588" y="1474"/>
                      <a:pt x="1506" y="1414"/>
                    </a:cubicBezTo>
                    <a:cubicBezTo>
                      <a:pt x="1493" y="1405"/>
                      <a:pt x="1480" y="1396"/>
                      <a:pt x="1469" y="1388"/>
                    </a:cubicBezTo>
                    <a:cubicBezTo>
                      <a:pt x="1385" y="1328"/>
                      <a:pt x="1418" y="1193"/>
                      <a:pt x="1446" y="1141"/>
                    </a:cubicBezTo>
                    <a:cubicBezTo>
                      <a:pt x="1462" y="1112"/>
                      <a:pt x="1513" y="1108"/>
                      <a:pt x="1572" y="1104"/>
                    </a:cubicBezTo>
                    <a:cubicBezTo>
                      <a:pt x="1622" y="1100"/>
                      <a:pt x="1679" y="1096"/>
                      <a:pt x="1716" y="1074"/>
                    </a:cubicBezTo>
                    <a:cubicBezTo>
                      <a:pt x="1794" y="1028"/>
                      <a:pt x="1810" y="851"/>
                      <a:pt x="1793" y="815"/>
                    </a:cubicBezTo>
                    <a:cubicBezTo>
                      <a:pt x="1777" y="781"/>
                      <a:pt x="1706" y="683"/>
                      <a:pt x="1584" y="679"/>
                    </a:cubicBezTo>
                    <a:cubicBezTo>
                      <a:pt x="1583" y="679"/>
                      <a:pt x="1582" y="679"/>
                      <a:pt x="1581" y="679"/>
                    </a:cubicBezTo>
                    <a:cubicBezTo>
                      <a:pt x="1516" y="679"/>
                      <a:pt x="1452" y="737"/>
                      <a:pt x="1400" y="784"/>
                    </a:cubicBezTo>
                    <a:cubicBezTo>
                      <a:pt x="1394" y="789"/>
                      <a:pt x="1394" y="789"/>
                      <a:pt x="1394" y="789"/>
                    </a:cubicBezTo>
                    <a:cubicBezTo>
                      <a:pt x="1371" y="810"/>
                      <a:pt x="1337" y="819"/>
                      <a:pt x="1296" y="815"/>
                    </a:cubicBezTo>
                    <a:cubicBezTo>
                      <a:pt x="1239" y="810"/>
                      <a:pt x="1183" y="780"/>
                      <a:pt x="1150" y="737"/>
                    </a:cubicBezTo>
                    <a:cubicBezTo>
                      <a:pt x="1050" y="606"/>
                      <a:pt x="978" y="493"/>
                      <a:pt x="934" y="401"/>
                    </a:cubicBezTo>
                    <a:cubicBezTo>
                      <a:pt x="916" y="362"/>
                      <a:pt x="817" y="161"/>
                      <a:pt x="686" y="55"/>
                    </a:cubicBezTo>
                    <a:cubicBezTo>
                      <a:pt x="652" y="27"/>
                      <a:pt x="593" y="13"/>
                      <a:pt x="518" y="1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 rot="-9925727">
                <a:off x="7432264" y="-1098017"/>
                <a:ext cx="1205915" cy="941645"/>
              </a:xfrm>
              <a:custGeom>
                <a:avLst/>
                <a:gdLst/>
                <a:ahLst/>
                <a:cxnLst/>
                <a:rect l="l" t="t" r="r" b="b"/>
                <a:pathLst>
                  <a:path w="631" h="491" extrusionOk="0">
                    <a:moveTo>
                      <a:pt x="395" y="458"/>
                    </a:moveTo>
                    <a:cubicBezTo>
                      <a:pt x="376" y="458"/>
                      <a:pt x="357" y="453"/>
                      <a:pt x="339" y="443"/>
                    </a:cubicBezTo>
                    <a:cubicBezTo>
                      <a:pt x="256" y="396"/>
                      <a:pt x="73" y="283"/>
                      <a:pt x="35" y="233"/>
                    </a:cubicBezTo>
                    <a:cubicBezTo>
                      <a:pt x="9" y="198"/>
                      <a:pt x="0" y="103"/>
                      <a:pt x="28" y="45"/>
                    </a:cubicBezTo>
                    <a:cubicBezTo>
                      <a:pt x="40" y="18"/>
                      <a:pt x="60" y="3"/>
                      <a:pt x="83" y="2"/>
                    </a:cubicBezTo>
                    <a:cubicBezTo>
                      <a:pt x="136" y="0"/>
                      <a:pt x="198" y="40"/>
                      <a:pt x="252" y="75"/>
                    </a:cubicBezTo>
                    <a:cubicBezTo>
                      <a:pt x="282" y="94"/>
                      <a:pt x="311" y="113"/>
                      <a:pt x="334" y="121"/>
                    </a:cubicBezTo>
                    <a:cubicBezTo>
                      <a:pt x="400" y="146"/>
                      <a:pt x="506" y="152"/>
                      <a:pt x="570" y="155"/>
                    </a:cubicBezTo>
                    <a:cubicBezTo>
                      <a:pt x="580" y="156"/>
                      <a:pt x="580" y="156"/>
                      <a:pt x="580" y="156"/>
                    </a:cubicBezTo>
                    <a:cubicBezTo>
                      <a:pt x="596" y="157"/>
                      <a:pt x="607" y="166"/>
                      <a:pt x="614" y="182"/>
                    </a:cubicBezTo>
                    <a:cubicBezTo>
                      <a:pt x="631" y="224"/>
                      <a:pt x="615" y="307"/>
                      <a:pt x="582" y="345"/>
                    </a:cubicBezTo>
                    <a:cubicBezTo>
                      <a:pt x="549" y="383"/>
                      <a:pt x="473" y="458"/>
                      <a:pt x="395" y="458"/>
                    </a:cubicBezTo>
                    <a:close/>
                    <a:moveTo>
                      <a:pt x="87" y="6"/>
                    </a:moveTo>
                    <a:cubicBezTo>
                      <a:pt x="86" y="6"/>
                      <a:pt x="85" y="6"/>
                      <a:pt x="83" y="7"/>
                    </a:cubicBezTo>
                    <a:cubicBezTo>
                      <a:pt x="61" y="7"/>
                      <a:pt x="43" y="21"/>
                      <a:pt x="31" y="47"/>
                    </a:cubicBezTo>
                    <a:cubicBezTo>
                      <a:pt x="5" y="102"/>
                      <a:pt x="14" y="197"/>
                      <a:pt x="39" y="230"/>
                    </a:cubicBezTo>
                    <a:cubicBezTo>
                      <a:pt x="76" y="280"/>
                      <a:pt x="259" y="392"/>
                      <a:pt x="341" y="439"/>
                    </a:cubicBezTo>
                    <a:cubicBezTo>
                      <a:pt x="433" y="491"/>
                      <a:pt x="538" y="388"/>
                      <a:pt x="579" y="342"/>
                    </a:cubicBezTo>
                    <a:cubicBezTo>
                      <a:pt x="611" y="305"/>
                      <a:pt x="627" y="224"/>
                      <a:pt x="610" y="184"/>
                    </a:cubicBezTo>
                    <a:cubicBezTo>
                      <a:pt x="604" y="169"/>
                      <a:pt x="594" y="161"/>
                      <a:pt x="580" y="160"/>
                    </a:cubicBezTo>
                    <a:cubicBezTo>
                      <a:pt x="570" y="160"/>
                      <a:pt x="570" y="160"/>
                      <a:pt x="570" y="160"/>
                    </a:cubicBezTo>
                    <a:cubicBezTo>
                      <a:pt x="506" y="156"/>
                      <a:pt x="399" y="150"/>
                      <a:pt x="333" y="125"/>
                    </a:cubicBezTo>
                    <a:cubicBezTo>
                      <a:pt x="309" y="116"/>
                      <a:pt x="280" y="98"/>
                      <a:pt x="250" y="78"/>
                    </a:cubicBezTo>
                    <a:cubicBezTo>
                      <a:pt x="198" y="45"/>
                      <a:pt x="138" y="6"/>
                      <a:pt x="87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 rot="-9925727">
                <a:off x="8267886" y="-121557"/>
                <a:ext cx="2208309" cy="3095282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1615" extrusionOk="0">
                    <a:moveTo>
                      <a:pt x="838" y="1607"/>
                    </a:moveTo>
                    <a:cubicBezTo>
                      <a:pt x="799" y="1607"/>
                      <a:pt x="760" y="1598"/>
                      <a:pt x="722" y="1581"/>
                    </a:cubicBezTo>
                    <a:cubicBezTo>
                      <a:pt x="555" y="1501"/>
                      <a:pt x="192" y="1237"/>
                      <a:pt x="153" y="1155"/>
                    </a:cubicBezTo>
                    <a:cubicBezTo>
                      <a:pt x="116" y="1079"/>
                      <a:pt x="56" y="680"/>
                      <a:pt x="31" y="509"/>
                    </a:cubicBezTo>
                    <a:cubicBezTo>
                      <a:pt x="28" y="489"/>
                      <a:pt x="25" y="473"/>
                      <a:pt x="23" y="461"/>
                    </a:cubicBezTo>
                    <a:cubicBezTo>
                      <a:pt x="0" y="309"/>
                      <a:pt x="9" y="72"/>
                      <a:pt x="128" y="41"/>
                    </a:cubicBezTo>
                    <a:cubicBezTo>
                      <a:pt x="287" y="0"/>
                      <a:pt x="477" y="16"/>
                      <a:pt x="544" y="146"/>
                    </a:cubicBezTo>
                    <a:cubicBezTo>
                      <a:pt x="591" y="237"/>
                      <a:pt x="667" y="366"/>
                      <a:pt x="712" y="444"/>
                    </a:cubicBezTo>
                    <a:cubicBezTo>
                      <a:pt x="728" y="470"/>
                      <a:pt x="740" y="491"/>
                      <a:pt x="747" y="504"/>
                    </a:cubicBezTo>
                    <a:cubicBezTo>
                      <a:pt x="795" y="589"/>
                      <a:pt x="937" y="715"/>
                      <a:pt x="1020" y="757"/>
                    </a:cubicBezTo>
                    <a:cubicBezTo>
                      <a:pt x="1104" y="802"/>
                      <a:pt x="1154" y="983"/>
                      <a:pt x="1128" y="1081"/>
                    </a:cubicBezTo>
                    <a:cubicBezTo>
                      <a:pt x="1103" y="1172"/>
                      <a:pt x="1058" y="1341"/>
                      <a:pt x="1054" y="1446"/>
                    </a:cubicBezTo>
                    <a:cubicBezTo>
                      <a:pt x="1052" y="1492"/>
                      <a:pt x="1019" y="1540"/>
                      <a:pt x="967" y="1572"/>
                    </a:cubicBezTo>
                    <a:cubicBezTo>
                      <a:pt x="928" y="1595"/>
                      <a:pt x="883" y="1607"/>
                      <a:pt x="838" y="1607"/>
                    </a:cubicBezTo>
                    <a:close/>
                    <a:moveTo>
                      <a:pt x="129" y="43"/>
                    </a:moveTo>
                    <a:cubicBezTo>
                      <a:pt x="129" y="45"/>
                      <a:pt x="129" y="45"/>
                      <a:pt x="129" y="45"/>
                    </a:cubicBezTo>
                    <a:cubicBezTo>
                      <a:pt x="13" y="76"/>
                      <a:pt x="5" y="310"/>
                      <a:pt x="28" y="460"/>
                    </a:cubicBezTo>
                    <a:cubicBezTo>
                      <a:pt x="29" y="472"/>
                      <a:pt x="32" y="489"/>
                      <a:pt x="35" y="509"/>
                    </a:cubicBezTo>
                    <a:cubicBezTo>
                      <a:pt x="61" y="679"/>
                      <a:pt x="121" y="1078"/>
                      <a:pt x="157" y="1153"/>
                    </a:cubicBezTo>
                    <a:cubicBezTo>
                      <a:pt x="196" y="1235"/>
                      <a:pt x="557" y="1497"/>
                      <a:pt x="724" y="1577"/>
                    </a:cubicBezTo>
                    <a:cubicBezTo>
                      <a:pt x="803" y="1615"/>
                      <a:pt x="893" y="1611"/>
                      <a:pt x="965" y="1568"/>
                    </a:cubicBezTo>
                    <a:cubicBezTo>
                      <a:pt x="1016" y="1537"/>
                      <a:pt x="1048" y="1491"/>
                      <a:pt x="1050" y="1446"/>
                    </a:cubicBezTo>
                    <a:cubicBezTo>
                      <a:pt x="1053" y="1340"/>
                      <a:pt x="1099" y="1171"/>
                      <a:pt x="1124" y="1080"/>
                    </a:cubicBezTo>
                    <a:cubicBezTo>
                      <a:pt x="1150" y="983"/>
                      <a:pt x="1101" y="805"/>
                      <a:pt x="1018" y="761"/>
                    </a:cubicBezTo>
                    <a:cubicBezTo>
                      <a:pt x="935" y="718"/>
                      <a:pt x="792" y="592"/>
                      <a:pt x="744" y="506"/>
                    </a:cubicBezTo>
                    <a:cubicBezTo>
                      <a:pt x="737" y="493"/>
                      <a:pt x="724" y="472"/>
                      <a:pt x="709" y="446"/>
                    </a:cubicBezTo>
                    <a:cubicBezTo>
                      <a:pt x="663" y="368"/>
                      <a:pt x="587" y="239"/>
                      <a:pt x="541" y="147"/>
                    </a:cubicBezTo>
                    <a:cubicBezTo>
                      <a:pt x="475" y="20"/>
                      <a:pt x="287" y="4"/>
                      <a:pt x="129" y="45"/>
                    </a:cubicBezTo>
                    <a:lnTo>
                      <a:pt x="129" y="4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 rot="-9925727">
                <a:off x="8701957" y="322625"/>
                <a:ext cx="1454996" cy="2296400"/>
              </a:xfrm>
              <a:custGeom>
                <a:avLst/>
                <a:gdLst/>
                <a:ahLst/>
                <a:cxnLst/>
                <a:rect l="l" t="t" r="r" b="b"/>
                <a:pathLst>
                  <a:path w="759" h="1199" extrusionOk="0">
                    <a:moveTo>
                      <a:pt x="589" y="1199"/>
                    </a:moveTo>
                    <a:cubicBezTo>
                      <a:pt x="522" y="1199"/>
                      <a:pt x="413" y="1109"/>
                      <a:pt x="324" y="1035"/>
                    </a:cubicBezTo>
                    <a:cubicBezTo>
                      <a:pt x="275" y="995"/>
                      <a:pt x="233" y="960"/>
                      <a:pt x="205" y="945"/>
                    </a:cubicBezTo>
                    <a:cubicBezTo>
                      <a:pt x="117" y="897"/>
                      <a:pt x="38" y="709"/>
                      <a:pt x="30" y="585"/>
                    </a:cubicBezTo>
                    <a:cubicBezTo>
                      <a:pt x="29" y="568"/>
                      <a:pt x="29" y="568"/>
                      <a:pt x="29" y="568"/>
                    </a:cubicBezTo>
                    <a:cubicBezTo>
                      <a:pt x="20" y="424"/>
                      <a:pt x="0" y="87"/>
                      <a:pt x="57" y="33"/>
                    </a:cubicBezTo>
                    <a:cubicBezTo>
                      <a:pt x="81" y="11"/>
                      <a:pt x="120" y="0"/>
                      <a:pt x="164" y="5"/>
                    </a:cubicBezTo>
                    <a:cubicBezTo>
                      <a:pt x="228" y="12"/>
                      <a:pt x="290" y="48"/>
                      <a:pt x="326" y="100"/>
                    </a:cubicBezTo>
                    <a:cubicBezTo>
                      <a:pt x="353" y="140"/>
                      <a:pt x="375" y="197"/>
                      <a:pt x="397" y="257"/>
                    </a:cubicBezTo>
                    <a:cubicBezTo>
                      <a:pt x="428" y="339"/>
                      <a:pt x="460" y="425"/>
                      <a:pt x="510" y="461"/>
                    </a:cubicBezTo>
                    <a:cubicBezTo>
                      <a:pt x="523" y="471"/>
                      <a:pt x="538" y="481"/>
                      <a:pt x="554" y="492"/>
                    </a:cubicBezTo>
                    <a:cubicBezTo>
                      <a:pt x="640" y="550"/>
                      <a:pt x="759" y="630"/>
                      <a:pt x="743" y="762"/>
                    </a:cubicBezTo>
                    <a:cubicBezTo>
                      <a:pt x="742" y="772"/>
                      <a:pt x="741" y="783"/>
                      <a:pt x="739" y="794"/>
                    </a:cubicBezTo>
                    <a:cubicBezTo>
                      <a:pt x="721" y="950"/>
                      <a:pt x="696" y="1164"/>
                      <a:pt x="609" y="1196"/>
                    </a:cubicBezTo>
                    <a:cubicBezTo>
                      <a:pt x="603" y="1198"/>
                      <a:pt x="596" y="1199"/>
                      <a:pt x="589" y="1199"/>
                    </a:cubicBezTo>
                    <a:close/>
                    <a:moveTo>
                      <a:pt x="143" y="8"/>
                    </a:moveTo>
                    <a:cubicBezTo>
                      <a:pt x="109" y="8"/>
                      <a:pt x="79" y="18"/>
                      <a:pt x="60" y="36"/>
                    </a:cubicBezTo>
                    <a:cubicBezTo>
                      <a:pt x="4" y="89"/>
                      <a:pt x="25" y="436"/>
                      <a:pt x="33" y="567"/>
                    </a:cubicBezTo>
                    <a:cubicBezTo>
                      <a:pt x="34" y="585"/>
                      <a:pt x="34" y="585"/>
                      <a:pt x="34" y="585"/>
                    </a:cubicBezTo>
                    <a:cubicBezTo>
                      <a:pt x="42" y="708"/>
                      <a:pt x="120" y="894"/>
                      <a:pt x="207" y="941"/>
                    </a:cubicBezTo>
                    <a:cubicBezTo>
                      <a:pt x="236" y="957"/>
                      <a:pt x="278" y="992"/>
                      <a:pt x="327" y="1032"/>
                    </a:cubicBezTo>
                    <a:cubicBezTo>
                      <a:pt x="415" y="1105"/>
                      <a:pt x="523" y="1195"/>
                      <a:pt x="589" y="1195"/>
                    </a:cubicBezTo>
                    <a:cubicBezTo>
                      <a:pt x="595" y="1195"/>
                      <a:pt x="602" y="1194"/>
                      <a:pt x="608" y="1192"/>
                    </a:cubicBezTo>
                    <a:cubicBezTo>
                      <a:pt x="693" y="1161"/>
                      <a:pt x="717" y="949"/>
                      <a:pt x="735" y="793"/>
                    </a:cubicBezTo>
                    <a:cubicBezTo>
                      <a:pt x="737" y="782"/>
                      <a:pt x="738" y="772"/>
                      <a:pt x="739" y="762"/>
                    </a:cubicBezTo>
                    <a:cubicBezTo>
                      <a:pt x="755" y="632"/>
                      <a:pt x="637" y="553"/>
                      <a:pt x="552" y="495"/>
                    </a:cubicBezTo>
                    <a:cubicBezTo>
                      <a:pt x="536" y="485"/>
                      <a:pt x="520" y="474"/>
                      <a:pt x="507" y="465"/>
                    </a:cubicBezTo>
                    <a:cubicBezTo>
                      <a:pt x="457" y="427"/>
                      <a:pt x="425" y="341"/>
                      <a:pt x="393" y="258"/>
                    </a:cubicBezTo>
                    <a:cubicBezTo>
                      <a:pt x="371" y="198"/>
                      <a:pt x="350" y="142"/>
                      <a:pt x="322" y="102"/>
                    </a:cubicBezTo>
                    <a:cubicBezTo>
                      <a:pt x="287" y="52"/>
                      <a:pt x="226" y="16"/>
                      <a:pt x="163" y="9"/>
                    </a:cubicBezTo>
                    <a:cubicBezTo>
                      <a:pt x="157" y="8"/>
                      <a:pt x="150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-7084128">
              <a:off x="-1344207" y="2395611"/>
              <a:ext cx="2394620" cy="2863647"/>
              <a:chOff x="7719866" y="2766363"/>
              <a:chExt cx="2621554" cy="313503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7719866" y="2766363"/>
                <a:ext cx="918379" cy="904464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14" extrusionOk="0">
                    <a:moveTo>
                      <a:pt x="233" y="514"/>
                    </a:moveTo>
                    <a:cubicBezTo>
                      <a:pt x="222" y="514"/>
                      <a:pt x="211" y="513"/>
                      <a:pt x="201" y="513"/>
                    </a:cubicBezTo>
                    <a:cubicBezTo>
                      <a:pt x="118" y="507"/>
                      <a:pt x="56" y="417"/>
                      <a:pt x="22" y="252"/>
                    </a:cubicBezTo>
                    <a:cubicBezTo>
                      <a:pt x="0" y="147"/>
                      <a:pt x="68" y="52"/>
                      <a:pt x="182" y="25"/>
                    </a:cubicBezTo>
                    <a:cubicBezTo>
                      <a:pt x="291" y="0"/>
                      <a:pt x="363" y="57"/>
                      <a:pt x="391" y="115"/>
                    </a:cubicBezTo>
                    <a:cubicBezTo>
                      <a:pt x="391" y="115"/>
                      <a:pt x="391" y="115"/>
                      <a:pt x="391" y="115"/>
                    </a:cubicBezTo>
                    <a:cubicBezTo>
                      <a:pt x="399" y="129"/>
                      <a:pt x="413" y="147"/>
                      <a:pt x="429" y="168"/>
                    </a:cubicBezTo>
                    <a:cubicBezTo>
                      <a:pt x="469" y="220"/>
                      <a:pt x="524" y="291"/>
                      <a:pt x="524" y="374"/>
                    </a:cubicBezTo>
                    <a:cubicBezTo>
                      <a:pt x="524" y="400"/>
                      <a:pt x="514" y="423"/>
                      <a:pt x="493" y="443"/>
                    </a:cubicBezTo>
                    <a:cubicBezTo>
                      <a:pt x="435" y="496"/>
                      <a:pt x="315" y="514"/>
                      <a:pt x="233" y="514"/>
                    </a:cubicBezTo>
                    <a:close/>
                    <a:moveTo>
                      <a:pt x="233" y="23"/>
                    </a:moveTo>
                    <a:cubicBezTo>
                      <a:pt x="217" y="23"/>
                      <a:pt x="201" y="25"/>
                      <a:pt x="183" y="29"/>
                    </a:cubicBezTo>
                    <a:cubicBezTo>
                      <a:pt x="71" y="55"/>
                      <a:pt x="5" y="149"/>
                      <a:pt x="26" y="252"/>
                    </a:cubicBezTo>
                    <a:cubicBezTo>
                      <a:pt x="49" y="365"/>
                      <a:pt x="99" y="501"/>
                      <a:pt x="201" y="508"/>
                    </a:cubicBezTo>
                    <a:cubicBezTo>
                      <a:pt x="279" y="514"/>
                      <a:pt x="425" y="500"/>
                      <a:pt x="490" y="439"/>
                    </a:cubicBezTo>
                    <a:cubicBezTo>
                      <a:pt x="510" y="421"/>
                      <a:pt x="520" y="398"/>
                      <a:pt x="520" y="374"/>
                    </a:cubicBezTo>
                    <a:cubicBezTo>
                      <a:pt x="520" y="293"/>
                      <a:pt x="465" y="222"/>
                      <a:pt x="425" y="171"/>
                    </a:cubicBezTo>
                    <a:cubicBezTo>
                      <a:pt x="409" y="150"/>
                      <a:pt x="395" y="131"/>
                      <a:pt x="388" y="116"/>
                    </a:cubicBezTo>
                    <a:cubicBezTo>
                      <a:pt x="388" y="116"/>
                      <a:pt x="388" y="116"/>
                      <a:pt x="388" y="116"/>
                    </a:cubicBezTo>
                    <a:cubicBezTo>
                      <a:pt x="364" y="70"/>
                      <a:pt x="312" y="23"/>
                      <a:pt x="233" y="2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7836751" y="3320172"/>
                <a:ext cx="2504669" cy="2526931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439" extrusionOk="0">
                    <a:moveTo>
                      <a:pt x="527" y="1417"/>
                    </a:moveTo>
                    <a:cubicBezTo>
                      <a:pt x="397" y="1417"/>
                      <a:pt x="261" y="1399"/>
                      <a:pt x="201" y="1375"/>
                    </a:cubicBezTo>
                    <a:cubicBezTo>
                      <a:pt x="106" y="1337"/>
                      <a:pt x="151" y="1168"/>
                      <a:pt x="184" y="1044"/>
                    </a:cubicBezTo>
                    <a:cubicBezTo>
                      <a:pt x="190" y="1021"/>
                      <a:pt x="195" y="1000"/>
                      <a:pt x="200" y="981"/>
                    </a:cubicBezTo>
                    <a:cubicBezTo>
                      <a:pt x="213" y="922"/>
                      <a:pt x="157" y="837"/>
                      <a:pt x="103" y="754"/>
                    </a:cubicBezTo>
                    <a:cubicBezTo>
                      <a:pt x="52" y="677"/>
                      <a:pt x="0" y="597"/>
                      <a:pt x="0" y="535"/>
                    </a:cubicBezTo>
                    <a:cubicBezTo>
                      <a:pt x="0" y="410"/>
                      <a:pt x="187" y="349"/>
                      <a:pt x="305" y="341"/>
                    </a:cubicBezTo>
                    <a:cubicBezTo>
                      <a:pt x="406" y="334"/>
                      <a:pt x="480" y="287"/>
                      <a:pt x="569" y="176"/>
                    </a:cubicBezTo>
                    <a:cubicBezTo>
                      <a:pt x="612" y="122"/>
                      <a:pt x="712" y="67"/>
                      <a:pt x="825" y="35"/>
                    </a:cubicBezTo>
                    <a:cubicBezTo>
                      <a:pt x="946" y="0"/>
                      <a:pt x="1047" y="2"/>
                      <a:pt x="1096" y="39"/>
                    </a:cubicBezTo>
                    <a:cubicBezTo>
                      <a:pt x="1157" y="85"/>
                      <a:pt x="1357" y="246"/>
                      <a:pt x="1348" y="362"/>
                    </a:cubicBezTo>
                    <a:cubicBezTo>
                      <a:pt x="1341" y="460"/>
                      <a:pt x="1377" y="730"/>
                      <a:pt x="1414" y="852"/>
                    </a:cubicBezTo>
                    <a:cubicBezTo>
                      <a:pt x="1428" y="897"/>
                      <a:pt x="1419" y="947"/>
                      <a:pt x="1389" y="998"/>
                    </a:cubicBezTo>
                    <a:cubicBezTo>
                      <a:pt x="1346" y="1071"/>
                      <a:pt x="1265" y="1130"/>
                      <a:pt x="1188" y="1146"/>
                    </a:cubicBezTo>
                    <a:cubicBezTo>
                      <a:pt x="1057" y="1173"/>
                      <a:pt x="894" y="1294"/>
                      <a:pt x="808" y="1364"/>
                    </a:cubicBezTo>
                    <a:cubicBezTo>
                      <a:pt x="761" y="1402"/>
                      <a:pt x="647" y="1417"/>
                      <a:pt x="527" y="1417"/>
                    </a:cubicBezTo>
                    <a:close/>
                    <a:moveTo>
                      <a:pt x="983" y="14"/>
                    </a:moveTo>
                    <a:cubicBezTo>
                      <a:pt x="843" y="14"/>
                      <a:pt x="641" y="93"/>
                      <a:pt x="572" y="178"/>
                    </a:cubicBezTo>
                    <a:cubicBezTo>
                      <a:pt x="482" y="291"/>
                      <a:pt x="407" y="338"/>
                      <a:pt x="305" y="345"/>
                    </a:cubicBezTo>
                    <a:cubicBezTo>
                      <a:pt x="189" y="353"/>
                      <a:pt x="4" y="412"/>
                      <a:pt x="4" y="535"/>
                    </a:cubicBezTo>
                    <a:cubicBezTo>
                      <a:pt x="4" y="596"/>
                      <a:pt x="56" y="675"/>
                      <a:pt x="106" y="752"/>
                    </a:cubicBezTo>
                    <a:cubicBezTo>
                      <a:pt x="163" y="839"/>
                      <a:pt x="217" y="922"/>
                      <a:pt x="204" y="982"/>
                    </a:cubicBezTo>
                    <a:cubicBezTo>
                      <a:pt x="199" y="1001"/>
                      <a:pt x="194" y="1022"/>
                      <a:pt x="188" y="1045"/>
                    </a:cubicBezTo>
                    <a:cubicBezTo>
                      <a:pt x="155" y="1167"/>
                      <a:pt x="111" y="1335"/>
                      <a:pt x="202" y="1371"/>
                    </a:cubicBezTo>
                    <a:cubicBezTo>
                      <a:pt x="317" y="1417"/>
                      <a:pt x="709" y="1439"/>
                      <a:pt x="806" y="1360"/>
                    </a:cubicBezTo>
                    <a:cubicBezTo>
                      <a:pt x="891" y="1291"/>
                      <a:pt x="1055" y="1169"/>
                      <a:pt x="1187" y="1142"/>
                    </a:cubicBezTo>
                    <a:cubicBezTo>
                      <a:pt x="1263" y="1126"/>
                      <a:pt x="1343" y="1067"/>
                      <a:pt x="1386" y="995"/>
                    </a:cubicBezTo>
                    <a:cubicBezTo>
                      <a:pt x="1406" y="961"/>
                      <a:pt x="1427" y="908"/>
                      <a:pt x="1410" y="853"/>
                    </a:cubicBezTo>
                    <a:cubicBezTo>
                      <a:pt x="1373" y="731"/>
                      <a:pt x="1337" y="460"/>
                      <a:pt x="1344" y="361"/>
                    </a:cubicBezTo>
                    <a:cubicBezTo>
                      <a:pt x="1352" y="248"/>
                      <a:pt x="1154" y="88"/>
                      <a:pt x="1094" y="42"/>
                    </a:cubicBezTo>
                    <a:cubicBezTo>
                      <a:pt x="1068" y="23"/>
                      <a:pt x="1029" y="14"/>
                      <a:pt x="983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7903542" y="2930557"/>
                <a:ext cx="481454" cy="431360"/>
              </a:xfrm>
              <a:custGeom>
                <a:avLst/>
                <a:gdLst/>
                <a:ahLst/>
                <a:cxnLst/>
                <a:rect l="l" t="t" r="r" b="b"/>
                <a:pathLst>
                  <a:path w="275" h="246" extrusionOk="0">
                    <a:moveTo>
                      <a:pt x="129" y="246"/>
                    </a:moveTo>
                    <a:cubicBezTo>
                      <a:pt x="110" y="246"/>
                      <a:pt x="92" y="243"/>
                      <a:pt x="77" y="239"/>
                    </a:cubicBezTo>
                    <a:cubicBezTo>
                      <a:pt x="49" y="231"/>
                      <a:pt x="30" y="218"/>
                      <a:pt x="21" y="202"/>
                    </a:cubicBezTo>
                    <a:cubicBezTo>
                      <a:pt x="1" y="160"/>
                      <a:pt x="0" y="82"/>
                      <a:pt x="85" y="40"/>
                    </a:cubicBezTo>
                    <a:cubicBezTo>
                      <a:pt x="166" y="0"/>
                      <a:pt x="197" y="53"/>
                      <a:pt x="222" y="97"/>
                    </a:cubicBezTo>
                    <a:cubicBezTo>
                      <a:pt x="224" y="100"/>
                      <a:pt x="224" y="100"/>
                      <a:pt x="224" y="100"/>
                    </a:cubicBezTo>
                    <a:cubicBezTo>
                      <a:pt x="249" y="142"/>
                      <a:pt x="275" y="186"/>
                      <a:pt x="213" y="225"/>
                    </a:cubicBezTo>
                    <a:cubicBezTo>
                      <a:pt x="188" y="240"/>
                      <a:pt x="158" y="246"/>
                      <a:pt x="129" y="246"/>
                    </a:cubicBezTo>
                    <a:close/>
                    <a:moveTo>
                      <a:pt x="137" y="30"/>
                    </a:moveTo>
                    <a:cubicBezTo>
                      <a:pt x="123" y="30"/>
                      <a:pt x="107" y="34"/>
                      <a:pt x="87" y="44"/>
                    </a:cubicBezTo>
                    <a:cubicBezTo>
                      <a:pt x="5" y="85"/>
                      <a:pt x="5" y="160"/>
                      <a:pt x="25" y="200"/>
                    </a:cubicBezTo>
                    <a:cubicBezTo>
                      <a:pt x="33" y="215"/>
                      <a:pt x="52" y="228"/>
                      <a:pt x="78" y="235"/>
                    </a:cubicBezTo>
                    <a:cubicBezTo>
                      <a:pt x="116" y="246"/>
                      <a:pt x="171" y="245"/>
                      <a:pt x="210" y="221"/>
                    </a:cubicBezTo>
                    <a:cubicBezTo>
                      <a:pt x="269" y="184"/>
                      <a:pt x="246" y="144"/>
                      <a:pt x="221" y="102"/>
                    </a:cubicBezTo>
                    <a:cubicBezTo>
                      <a:pt x="219" y="99"/>
                      <a:pt x="219" y="99"/>
                      <a:pt x="219" y="99"/>
                    </a:cubicBezTo>
                    <a:cubicBezTo>
                      <a:pt x="200" y="66"/>
                      <a:pt x="179" y="30"/>
                      <a:pt x="137" y="3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 rot="-2911801">
                <a:off x="8199767" y="4085218"/>
                <a:ext cx="1655866" cy="1438795"/>
              </a:xfrm>
              <a:custGeom>
                <a:avLst/>
                <a:gdLst/>
                <a:ahLst/>
                <a:cxnLst/>
                <a:rect l="l" t="t" r="r" b="b"/>
                <a:pathLst>
                  <a:path w="943" h="819" extrusionOk="0">
                    <a:moveTo>
                      <a:pt x="448" y="775"/>
                    </a:moveTo>
                    <a:cubicBezTo>
                      <a:pt x="266" y="775"/>
                      <a:pt x="86" y="619"/>
                      <a:pt x="47" y="583"/>
                    </a:cubicBezTo>
                    <a:cubicBezTo>
                      <a:pt x="15" y="553"/>
                      <a:pt x="0" y="422"/>
                      <a:pt x="2" y="375"/>
                    </a:cubicBezTo>
                    <a:cubicBezTo>
                      <a:pt x="6" y="300"/>
                      <a:pt x="107" y="234"/>
                      <a:pt x="236" y="223"/>
                    </a:cubicBezTo>
                    <a:cubicBezTo>
                      <a:pt x="360" y="212"/>
                      <a:pt x="455" y="58"/>
                      <a:pt x="456" y="56"/>
                    </a:cubicBezTo>
                    <a:cubicBezTo>
                      <a:pt x="457" y="56"/>
                      <a:pt x="457" y="56"/>
                      <a:pt x="457" y="56"/>
                    </a:cubicBezTo>
                    <a:cubicBezTo>
                      <a:pt x="495" y="18"/>
                      <a:pt x="543" y="0"/>
                      <a:pt x="600" y="4"/>
                    </a:cubicBezTo>
                    <a:cubicBezTo>
                      <a:pt x="703" y="10"/>
                      <a:pt x="813" y="86"/>
                      <a:pt x="869" y="158"/>
                    </a:cubicBezTo>
                    <a:cubicBezTo>
                      <a:pt x="943" y="255"/>
                      <a:pt x="923" y="352"/>
                      <a:pt x="905" y="437"/>
                    </a:cubicBezTo>
                    <a:cubicBezTo>
                      <a:pt x="902" y="450"/>
                      <a:pt x="900" y="462"/>
                      <a:pt x="897" y="474"/>
                    </a:cubicBezTo>
                    <a:cubicBezTo>
                      <a:pt x="879" y="571"/>
                      <a:pt x="736" y="706"/>
                      <a:pt x="526" y="765"/>
                    </a:cubicBezTo>
                    <a:cubicBezTo>
                      <a:pt x="500" y="772"/>
                      <a:pt x="474" y="775"/>
                      <a:pt x="448" y="775"/>
                    </a:cubicBezTo>
                    <a:close/>
                    <a:moveTo>
                      <a:pt x="460" y="58"/>
                    </a:moveTo>
                    <a:cubicBezTo>
                      <a:pt x="456" y="65"/>
                      <a:pt x="361" y="217"/>
                      <a:pt x="236" y="227"/>
                    </a:cubicBezTo>
                    <a:cubicBezTo>
                      <a:pt x="111" y="238"/>
                      <a:pt x="10" y="303"/>
                      <a:pt x="7" y="375"/>
                    </a:cubicBezTo>
                    <a:cubicBezTo>
                      <a:pt x="4" y="421"/>
                      <a:pt x="19" y="552"/>
                      <a:pt x="50" y="580"/>
                    </a:cubicBezTo>
                    <a:cubicBezTo>
                      <a:pt x="77" y="605"/>
                      <a:pt x="317" y="819"/>
                      <a:pt x="525" y="761"/>
                    </a:cubicBezTo>
                    <a:cubicBezTo>
                      <a:pt x="733" y="702"/>
                      <a:pt x="876" y="569"/>
                      <a:pt x="893" y="474"/>
                    </a:cubicBezTo>
                    <a:cubicBezTo>
                      <a:pt x="896" y="461"/>
                      <a:pt x="898" y="449"/>
                      <a:pt x="901" y="436"/>
                    </a:cubicBezTo>
                    <a:cubicBezTo>
                      <a:pt x="919" y="352"/>
                      <a:pt x="939" y="256"/>
                      <a:pt x="865" y="161"/>
                    </a:cubicBezTo>
                    <a:cubicBezTo>
                      <a:pt x="811" y="90"/>
                      <a:pt x="702" y="14"/>
                      <a:pt x="600" y="8"/>
                    </a:cubicBezTo>
                    <a:cubicBezTo>
                      <a:pt x="544" y="4"/>
                      <a:pt x="497" y="21"/>
                      <a:pt x="460" y="5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 rot="-2911798">
                <a:off x="8511090" y="4542340"/>
                <a:ext cx="1127100" cy="704090"/>
              </a:xfrm>
              <a:custGeom>
                <a:avLst/>
                <a:gdLst/>
                <a:ahLst/>
                <a:cxnLst/>
                <a:rect l="l" t="t" r="r" b="b"/>
                <a:pathLst>
                  <a:path w="643" h="401" extrusionOk="0">
                    <a:moveTo>
                      <a:pt x="308" y="393"/>
                    </a:moveTo>
                    <a:cubicBezTo>
                      <a:pt x="234" y="393"/>
                      <a:pt x="125" y="338"/>
                      <a:pt x="63" y="302"/>
                    </a:cubicBezTo>
                    <a:cubicBezTo>
                      <a:pt x="8" y="271"/>
                      <a:pt x="0" y="169"/>
                      <a:pt x="32" y="111"/>
                    </a:cubicBezTo>
                    <a:cubicBezTo>
                      <a:pt x="64" y="55"/>
                      <a:pt x="137" y="67"/>
                      <a:pt x="186" y="75"/>
                    </a:cubicBezTo>
                    <a:cubicBezTo>
                      <a:pt x="190" y="76"/>
                      <a:pt x="193" y="76"/>
                      <a:pt x="197" y="77"/>
                    </a:cubicBezTo>
                    <a:cubicBezTo>
                      <a:pt x="242" y="84"/>
                      <a:pt x="338" y="75"/>
                      <a:pt x="395" y="40"/>
                    </a:cubicBezTo>
                    <a:cubicBezTo>
                      <a:pt x="462" y="0"/>
                      <a:pt x="558" y="101"/>
                      <a:pt x="586" y="133"/>
                    </a:cubicBezTo>
                    <a:cubicBezTo>
                      <a:pt x="643" y="199"/>
                      <a:pt x="612" y="259"/>
                      <a:pt x="579" y="305"/>
                    </a:cubicBezTo>
                    <a:cubicBezTo>
                      <a:pt x="543" y="354"/>
                      <a:pt x="444" y="371"/>
                      <a:pt x="365" y="385"/>
                    </a:cubicBezTo>
                    <a:cubicBezTo>
                      <a:pt x="352" y="387"/>
                      <a:pt x="341" y="389"/>
                      <a:pt x="330" y="391"/>
                    </a:cubicBezTo>
                    <a:cubicBezTo>
                      <a:pt x="323" y="392"/>
                      <a:pt x="316" y="393"/>
                      <a:pt x="308" y="393"/>
                    </a:cubicBezTo>
                    <a:close/>
                    <a:moveTo>
                      <a:pt x="121" y="72"/>
                    </a:moveTo>
                    <a:cubicBezTo>
                      <a:pt x="87" y="72"/>
                      <a:pt x="54" y="81"/>
                      <a:pt x="36" y="113"/>
                    </a:cubicBezTo>
                    <a:cubicBezTo>
                      <a:pt x="5" y="169"/>
                      <a:pt x="13" y="269"/>
                      <a:pt x="65" y="299"/>
                    </a:cubicBezTo>
                    <a:cubicBezTo>
                      <a:pt x="133" y="337"/>
                      <a:pt x="258" y="401"/>
                      <a:pt x="329" y="387"/>
                    </a:cubicBezTo>
                    <a:cubicBezTo>
                      <a:pt x="340" y="385"/>
                      <a:pt x="352" y="383"/>
                      <a:pt x="364" y="381"/>
                    </a:cubicBezTo>
                    <a:cubicBezTo>
                      <a:pt x="439" y="368"/>
                      <a:pt x="541" y="350"/>
                      <a:pt x="575" y="303"/>
                    </a:cubicBezTo>
                    <a:cubicBezTo>
                      <a:pt x="624" y="236"/>
                      <a:pt x="627" y="186"/>
                      <a:pt x="583" y="136"/>
                    </a:cubicBezTo>
                    <a:cubicBezTo>
                      <a:pt x="555" y="104"/>
                      <a:pt x="461" y="5"/>
                      <a:pt x="397" y="44"/>
                    </a:cubicBezTo>
                    <a:cubicBezTo>
                      <a:pt x="339" y="79"/>
                      <a:pt x="242" y="88"/>
                      <a:pt x="196" y="81"/>
                    </a:cubicBezTo>
                    <a:cubicBezTo>
                      <a:pt x="193" y="80"/>
                      <a:pt x="189" y="80"/>
                      <a:pt x="185" y="79"/>
                    </a:cubicBezTo>
                    <a:cubicBezTo>
                      <a:pt x="166" y="76"/>
                      <a:pt x="144" y="72"/>
                      <a:pt x="121" y="7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8" name="Google Shape;88;p3"/>
          <p:cNvSpPr txBox="1">
            <a:spLocks noGrp="1"/>
          </p:cNvSpPr>
          <p:nvPr>
            <p:ph type="title"/>
          </p:nvPr>
        </p:nvSpPr>
        <p:spPr>
          <a:xfrm>
            <a:off x="4375350" y="3912550"/>
            <a:ext cx="4055400" cy="6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2900">
                <a:latin typeface="Zen Dots"/>
                <a:ea typeface="Zen Dots"/>
                <a:cs typeface="Zen Dots"/>
                <a:sym typeface="Zen Dot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9" name="Google Shape;89;p3"/>
          <p:cNvSpPr txBox="1">
            <a:spLocks noGrp="1"/>
          </p:cNvSpPr>
          <p:nvPr>
            <p:ph type="title" idx="2" hasCustomPrompt="1"/>
          </p:nvPr>
        </p:nvSpPr>
        <p:spPr>
          <a:xfrm>
            <a:off x="4375350" y="3401338"/>
            <a:ext cx="1235700" cy="55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90" name="Google Shape;90;p3"/>
          <p:cNvGrpSpPr/>
          <p:nvPr/>
        </p:nvGrpSpPr>
        <p:grpSpPr>
          <a:xfrm>
            <a:off x="-158138" y="42540"/>
            <a:ext cx="9883499" cy="3937446"/>
            <a:chOff x="-158138" y="42540"/>
            <a:chExt cx="9883499" cy="3937446"/>
          </a:xfrm>
        </p:grpSpPr>
        <p:pic>
          <p:nvPicPr>
            <p:cNvPr id="91" name="Google Shape;91;p3"/>
            <p:cNvPicPr preferRelativeResize="0"/>
            <p:nvPr/>
          </p:nvPicPr>
          <p:blipFill rotWithShape="1">
            <a:blip r:embed="rId2">
              <a:alphaModFix/>
            </a:blip>
            <a:srcRect r="2553"/>
            <a:stretch/>
          </p:blipFill>
          <p:spPr>
            <a:xfrm rot="3978762">
              <a:off x="8642150" y="200937"/>
              <a:ext cx="945729" cy="91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135037">
              <a:off x="-55324" y="3105000"/>
              <a:ext cx="766200" cy="915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3"/>
          <p:cNvGrpSpPr/>
          <p:nvPr/>
        </p:nvGrpSpPr>
        <p:grpSpPr>
          <a:xfrm>
            <a:off x="-3102663" y="-1183622"/>
            <a:ext cx="9449768" cy="4560356"/>
            <a:chOff x="0" y="2771776"/>
            <a:chExt cx="5156200" cy="3062286"/>
          </a:xfrm>
        </p:grpSpPr>
        <p:sp>
          <p:nvSpPr>
            <p:cNvPr id="94" name="Google Shape;94;p3"/>
            <p:cNvSpPr/>
            <p:nvPr/>
          </p:nvSpPr>
          <p:spPr>
            <a:xfrm>
              <a:off x="1962150" y="3011488"/>
              <a:ext cx="2797178" cy="2262189"/>
            </a:xfrm>
            <a:custGeom>
              <a:avLst/>
              <a:gdLst/>
              <a:ahLst/>
              <a:cxnLst/>
              <a:rect l="l" t="t" r="r" b="b"/>
              <a:pathLst>
                <a:path w="2794" h="2258" extrusionOk="0">
                  <a:moveTo>
                    <a:pt x="2762" y="417"/>
                  </a:moveTo>
                  <a:cubicBezTo>
                    <a:pt x="2729" y="392"/>
                    <a:pt x="2705" y="397"/>
                    <a:pt x="2705" y="397"/>
                  </a:cubicBezTo>
                  <a:cubicBezTo>
                    <a:pt x="2705" y="397"/>
                    <a:pt x="2734" y="437"/>
                    <a:pt x="2692" y="393"/>
                  </a:cubicBezTo>
                  <a:cubicBezTo>
                    <a:pt x="2650" y="350"/>
                    <a:pt x="2570" y="316"/>
                    <a:pt x="2570" y="316"/>
                  </a:cubicBezTo>
                  <a:cubicBezTo>
                    <a:pt x="2570" y="316"/>
                    <a:pt x="2525" y="318"/>
                    <a:pt x="2517" y="309"/>
                  </a:cubicBezTo>
                  <a:cubicBezTo>
                    <a:pt x="2508" y="299"/>
                    <a:pt x="2464" y="297"/>
                    <a:pt x="2482" y="317"/>
                  </a:cubicBezTo>
                  <a:cubicBezTo>
                    <a:pt x="2501" y="337"/>
                    <a:pt x="2501" y="346"/>
                    <a:pt x="2483" y="344"/>
                  </a:cubicBezTo>
                  <a:cubicBezTo>
                    <a:pt x="2465" y="342"/>
                    <a:pt x="2461" y="323"/>
                    <a:pt x="2461" y="323"/>
                  </a:cubicBezTo>
                  <a:cubicBezTo>
                    <a:pt x="2461" y="323"/>
                    <a:pt x="2482" y="307"/>
                    <a:pt x="2461" y="302"/>
                  </a:cubicBezTo>
                  <a:cubicBezTo>
                    <a:pt x="2440" y="297"/>
                    <a:pt x="2446" y="316"/>
                    <a:pt x="2446" y="316"/>
                  </a:cubicBezTo>
                  <a:cubicBezTo>
                    <a:pt x="2407" y="301"/>
                    <a:pt x="2384" y="314"/>
                    <a:pt x="2384" y="314"/>
                  </a:cubicBezTo>
                  <a:cubicBezTo>
                    <a:pt x="2384" y="314"/>
                    <a:pt x="2355" y="336"/>
                    <a:pt x="2348" y="302"/>
                  </a:cubicBezTo>
                  <a:cubicBezTo>
                    <a:pt x="2341" y="268"/>
                    <a:pt x="2306" y="273"/>
                    <a:pt x="2306" y="273"/>
                  </a:cubicBezTo>
                  <a:cubicBezTo>
                    <a:pt x="2306" y="273"/>
                    <a:pt x="2239" y="283"/>
                    <a:pt x="2238" y="268"/>
                  </a:cubicBezTo>
                  <a:cubicBezTo>
                    <a:pt x="2237" y="254"/>
                    <a:pt x="2198" y="249"/>
                    <a:pt x="2198" y="249"/>
                  </a:cubicBezTo>
                  <a:cubicBezTo>
                    <a:pt x="2211" y="226"/>
                    <a:pt x="2193" y="226"/>
                    <a:pt x="2193" y="226"/>
                  </a:cubicBezTo>
                  <a:cubicBezTo>
                    <a:pt x="2193" y="226"/>
                    <a:pt x="2173" y="226"/>
                    <a:pt x="2156" y="220"/>
                  </a:cubicBezTo>
                  <a:cubicBezTo>
                    <a:pt x="2139" y="214"/>
                    <a:pt x="2099" y="210"/>
                    <a:pt x="2083" y="212"/>
                  </a:cubicBezTo>
                  <a:cubicBezTo>
                    <a:pt x="2067" y="214"/>
                    <a:pt x="2064" y="218"/>
                    <a:pt x="2069" y="235"/>
                  </a:cubicBezTo>
                  <a:cubicBezTo>
                    <a:pt x="2073" y="253"/>
                    <a:pt x="2066" y="255"/>
                    <a:pt x="2050" y="254"/>
                  </a:cubicBezTo>
                  <a:cubicBezTo>
                    <a:pt x="2034" y="253"/>
                    <a:pt x="2025" y="237"/>
                    <a:pt x="2017" y="249"/>
                  </a:cubicBezTo>
                  <a:cubicBezTo>
                    <a:pt x="2009" y="262"/>
                    <a:pt x="2004" y="258"/>
                    <a:pt x="2004" y="258"/>
                  </a:cubicBezTo>
                  <a:cubicBezTo>
                    <a:pt x="2004" y="258"/>
                    <a:pt x="1973" y="224"/>
                    <a:pt x="1976" y="252"/>
                  </a:cubicBezTo>
                  <a:cubicBezTo>
                    <a:pt x="1979" y="281"/>
                    <a:pt x="1973" y="279"/>
                    <a:pt x="1971" y="282"/>
                  </a:cubicBezTo>
                  <a:cubicBezTo>
                    <a:pt x="1968" y="284"/>
                    <a:pt x="1924" y="258"/>
                    <a:pt x="1931" y="243"/>
                  </a:cubicBezTo>
                  <a:cubicBezTo>
                    <a:pt x="1937" y="228"/>
                    <a:pt x="1938" y="224"/>
                    <a:pt x="1933" y="205"/>
                  </a:cubicBezTo>
                  <a:cubicBezTo>
                    <a:pt x="1928" y="185"/>
                    <a:pt x="1920" y="198"/>
                    <a:pt x="1884" y="178"/>
                  </a:cubicBezTo>
                  <a:cubicBezTo>
                    <a:pt x="1848" y="159"/>
                    <a:pt x="1848" y="173"/>
                    <a:pt x="1848" y="173"/>
                  </a:cubicBezTo>
                  <a:cubicBezTo>
                    <a:pt x="1851" y="192"/>
                    <a:pt x="1856" y="206"/>
                    <a:pt x="1820" y="202"/>
                  </a:cubicBezTo>
                  <a:cubicBezTo>
                    <a:pt x="1784" y="198"/>
                    <a:pt x="1788" y="177"/>
                    <a:pt x="1788" y="177"/>
                  </a:cubicBezTo>
                  <a:cubicBezTo>
                    <a:pt x="1760" y="179"/>
                    <a:pt x="1727" y="175"/>
                    <a:pt x="1727" y="175"/>
                  </a:cubicBezTo>
                  <a:cubicBezTo>
                    <a:pt x="1727" y="175"/>
                    <a:pt x="1697" y="163"/>
                    <a:pt x="1687" y="176"/>
                  </a:cubicBezTo>
                  <a:cubicBezTo>
                    <a:pt x="1677" y="190"/>
                    <a:pt x="1640" y="189"/>
                    <a:pt x="1640" y="189"/>
                  </a:cubicBezTo>
                  <a:cubicBezTo>
                    <a:pt x="1640" y="189"/>
                    <a:pt x="1647" y="170"/>
                    <a:pt x="1682" y="144"/>
                  </a:cubicBezTo>
                  <a:cubicBezTo>
                    <a:pt x="1716" y="118"/>
                    <a:pt x="1715" y="110"/>
                    <a:pt x="1716" y="88"/>
                  </a:cubicBezTo>
                  <a:cubicBezTo>
                    <a:pt x="1717" y="66"/>
                    <a:pt x="1675" y="51"/>
                    <a:pt x="1675" y="51"/>
                  </a:cubicBezTo>
                  <a:cubicBezTo>
                    <a:pt x="1633" y="49"/>
                    <a:pt x="1633" y="49"/>
                    <a:pt x="1633" y="49"/>
                  </a:cubicBezTo>
                  <a:cubicBezTo>
                    <a:pt x="1633" y="49"/>
                    <a:pt x="1635" y="66"/>
                    <a:pt x="1620" y="61"/>
                  </a:cubicBezTo>
                  <a:cubicBezTo>
                    <a:pt x="1605" y="55"/>
                    <a:pt x="1626" y="36"/>
                    <a:pt x="1626" y="36"/>
                  </a:cubicBezTo>
                  <a:cubicBezTo>
                    <a:pt x="1604" y="29"/>
                    <a:pt x="1590" y="40"/>
                    <a:pt x="1590" y="40"/>
                  </a:cubicBezTo>
                  <a:cubicBezTo>
                    <a:pt x="1588" y="28"/>
                    <a:pt x="1604" y="20"/>
                    <a:pt x="1604" y="20"/>
                  </a:cubicBezTo>
                  <a:cubicBezTo>
                    <a:pt x="1604" y="20"/>
                    <a:pt x="1604" y="0"/>
                    <a:pt x="1575" y="6"/>
                  </a:cubicBezTo>
                  <a:cubicBezTo>
                    <a:pt x="1545" y="11"/>
                    <a:pt x="1548" y="35"/>
                    <a:pt x="1551" y="49"/>
                  </a:cubicBezTo>
                  <a:cubicBezTo>
                    <a:pt x="1554" y="62"/>
                    <a:pt x="1544" y="58"/>
                    <a:pt x="1544" y="58"/>
                  </a:cubicBezTo>
                  <a:cubicBezTo>
                    <a:pt x="1522" y="58"/>
                    <a:pt x="1513" y="72"/>
                    <a:pt x="1513" y="72"/>
                  </a:cubicBezTo>
                  <a:cubicBezTo>
                    <a:pt x="1513" y="72"/>
                    <a:pt x="1521" y="86"/>
                    <a:pt x="1501" y="87"/>
                  </a:cubicBezTo>
                  <a:cubicBezTo>
                    <a:pt x="1482" y="88"/>
                    <a:pt x="1488" y="72"/>
                    <a:pt x="1488" y="72"/>
                  </a:cubicBezTo>
                  <a:cubicBezTo>
                    <a:pt x="1455" y="75"/>
                    <a:pt x="1459" y="89"/>
                    <a:pt x="1459" y="89"/>
                  </a:cubicBezTo>
                  <a:cubicBezTo>
                    <a:pt x="1431" y="92"/>
                    <a:pt x="1361" y="129"/>
                    <a:pt x="1378" y="147"/>
                  </a:cubicBezTo>
                  <a:cubicBezTo>
                    <a:pt x="1395" y="166"/>
                    <a:pt x="1382" y="163"/>
                    <a:pt x="1375" y="172"/>
                  </a:cubicBezTo>
                  <a:cubicBezTo>
                    <a:pt x="1367" y="181"/>
                    <a:pt x="1334" y="171"/>
                    <a:pt x="1317" y="178"/>
                  </a:cubicBezTo>
                  <a:cubicBezTo>
                    <a:pt x="1301" y="186"/>
                    <a:pt x="1315" y="199"/>
                    <a:pt x="1315" y="199"/>
                  </a:cubicBezTo>
                  <a:cubicBezTo>
                    <a:pt x="1319" y="225"/>
                    <a:pt x="1319" y="225"/>
                    <a:pt x="1319" y="225"/>
                  </a:cubicBezTo>
                  <a:cubicBezTo>
                    <a:pt x="1319" y="225"/>
                    <a:pt x="1337" y="222"/>
                    <a:pt x="1340" y="239"/>
                  </a:cubicBezTo>
                  <a:cubicBezTo>
                    <a:pt x="1343" y="255"/>
                    <a:pt x="1323" y="245"/>
                    <a:pt x="1309" y="231"/>
                  </a:cubicBezTo>
                  <a:cubicBezTo>
                    <a:pt x="1294" y="218"/>
                    <a:pt x="1261" y="221"/>
                    <a:pt x="1271" y="223"/>
                  </a:cubicBezTo>
                  <a:cubicBezTo>
                    <a:pt x="1280" y="226"/>
                    <a:pt x="1287" y="239"/>
                    <a:pt x="1281" y="244"/>
                  </a:cubicBezTo>
                  <a:cubicBezTo>
                    <a:pt x="1275" y="248"/>
                    <a:pt x="1275" y="247"/>
                    <a:pt x="1283" y="262"/>
                  </a:cubicBezTo>
                  <a:cubicBezTo>
                    <a:pt x="1292" y="277"/>
                    <a:pt x="1267" y="263"/>
                    <a:pt x="1267" y="263"/>
                  </a:cubicBezTo>
                  <a:cubicBezTo>
                    <a:pt x="1267" y="263"/>
                    <a:pt x="1252" y="277"/>
                    <a:pt x="1252" y="242"/>
                  </a:cubicBezTo>
                  <a:cubicBezTo>
                    <a:pt x="1252" y="207"/>
                    <a:pt x="1234" y="204"/>
                    <a:pt x="1234" y="204"/>
                  </a:cubicBezTo>
                  <a:cubicBezTo>
                    <a:pt x="1247" y="216"/>
                    <a:pt x="1241" y="227"/>
                    <a:pt x="1241" y="231"/>
                  </a:cubicBezTo>
                  <a:cubicBezTo>
                    <a:pt x="1242" y="235"/>
                    <a:pt x="1217" y="244"/>
                    <a:pt x="1229" y="259"/>
                  </a:cubicBezTo>
                  <a:cubicBezTo>
                    <a:pt x="1241" y="273"/>
                    <a:pt x="1239" y="309"/>
                    <a:pt x="1239" y="309"/>
                  </a:cubicBezTo>
                  <a:cubicBezTo>
                    <a:pt x="1239" y="309"/>
                    <a:pt x="1242" y="336"/>
                    <a:pt x="1258" y="331"/>
                  </a:cubicBezTo>
                  <a:cubicBezTo>
                    <a:pt x="1275" y="326"/>
                    <a:pt x="1292" y="339"/>
                    <a:pt x="1292" y="339"/>
                  </a:cubicBezTo>
                  <a:cubicBezTo>
                    <a:pt x="1292" y="339"/>
                    <a:pt x="1319" y="382"/>
                    <a:pt x="1306" y="381"/>
                  </a:cubicBezTo>
                  <a:cubicBezTo>
                    <a:pt x="1293" y="380"/>
                    <a:pt x="1278" y="342"/>
                    <a:pt x="1278" y="342"/>
                  </a:cubicBezTo>
                  <a:cubicBezTo>
                    <a:pt x="1278" y="342"/>
                    <a:pt x="1240" y="338"/>
                    <a:pt x="1254" y="356"/>
                  </a:cubicBezTo>
                  <a:cubicBezTo>
                    <a:pt x="1268" y="375"/>
                    <a:pt x="1261" y="376"/>
                    <a:pt x="1246" y="403"/>
                  </a:cubicBezTo>
                  <a:cubicBezTo>
                    <a:pt x="1230" y="430"/>
                    <a:pt x="1203" y="422"/>
                    <a:pt x="1203" y="418"/>
                  </a:cubicBezTo>
                  <a:cubicBezTo>
                    <a:pt x="1202" y="414"/>
                    <a:pt x="1230" y="396"/>
                    <a:pt x="1235" y="376"/>
                  </a:cubicBezTo>
                  <a:cubicBezTo>
                    <a:pt x="1241" y="356"/>
                    <a:pt x="1227" y="339"/>
                    <a:pt x="1227" y="339"/>
                  </a:cubicBezTo>
                  <a:cubicBezTo>
                    <a:pt x="1219" y="262"/>
                    <a:pt x="1219" y="262"/>
                    <a:pt x="1219" y="262"/>
                  </a:cubicBezTo>
                  <a:cubicBezTo>
                    <a:pt x="1219" y="262"/>
                    <a:pt x="1199" y="261"/>
                    <a:pt x="1209" y="249"/>
                  </a:cubicBezTo>
                  <a:cubicBezTo>
                    <a:pt x="1220" y="237"/>
                    <a:pt x="1214" y="213"/>
                    <a:pt x="1214" y="213"/>
                  </a:cubicBezTo>
                  <a:cubicBezTo>
                    <a:pt x="1184" y="194"/>
                    <a:pt x="1168" y="209"/>
                    <a:pt x="1168" y="209"/>
                  </a:cubicBezTo>
                  <a:cubicBezTo>
                    <a:pt x="1166" y="257"/>
                    <a:pt x="1140" y="239"/>
                    <a:pt x="1135" y="259"/>
                  </a:cubicBezTo>
                  <a:cubicBezTo>
                    <a:pt x="1131" y="278"/>
                    <a:pt x="1149" y="279"/>
                    <a:pt x="1149" y="279"/>
                  </a:cubicBezTo>
                  <a:cubicBezTo>
                    <a:pt x="1147" y="307"/>
                    <a:pt x="1138" y="287"/>
                    <a:pt x="1164" y="323"/>
                  </a:cubicBezTo>
                  <a:cubicBezTo>
                    <a:pt x="1189" y="360"/>
                    <a:pt x="1151" y="340"/>
                    <a:pt x="1125" y="323"/>
                  </a:cubicBezTo>
                  <a:cubicBezTo>
                    <a:pt x="1098" y="306"/>
                    <a:pt x="1084" y="315"/>
                    <a:pt x="1074" y="309"/>
                  </a:cubicBezTo>
                  <a:cubicBezTo>
                    <a:pt x="1063" y="304"/>
                    <a:pt x="1047" y="289"/>
                    <a:pt x="1045" y="294"/>
                  </a:cubicBezTo>
                  <a:cubicBezTo>
                    <a:pt x="1044" y="299"/>
                    <a:pt x="1057" y="313"/>
                    <a:pt x="1067" y="321"/>
                  </a:cubicBezTo>
                  <a:cubicBezTo>
                    <a:pt x="1078" y="330"/>
                    <a:pt x="1071" y="356"/>
                    <a:pt x="1064" y="357"/>
                  </a:cubicBezTo>
                  <a:cubicBezTo>
                    <a:pt x="1056" y="359"/>
                    <a:pt x="1048" y="336"/>
                    <a:pt x="1048" y="336"/>
                  </a:cubicBezTo>
                  <a:cubicBezTo>
                    <a:pt x="1048" y="336"/>
                    <a:pt x="1050" y="346"/>
                    <a:pt x="1026" y="347"/>
                  </a:cubicBezTo>
                  <a:cubicBezTo>
                    <a:pt x="1002" y="348"/>
                    <a:pt x="1011" y="361"/>
                    <a:pt x="999" y="362"/>
                  </a:cubicBezTo>
                  <a:cubicBezTo>
                    <a:pt x="987" y="363"/>
                    <a:pt x="990" y="340"/>
                    <a:pt x="990" y="340"/>
                  </a:cubicBezTo>
                  <a:cubicBezTo>
                    <a:pt x="962" y="346"/>
                    <a:pt x="913" y="373"/>
                    <a:pt x="908" y="382"/>
                  </a:cubicBezTo>
                  <a:cubicBezTo>
                    <a:pt x="903" y="392"/>
                    <a:pt x="898" y="416"/>
                    <a:pt x="885" y="399"/>
                  </a:cubicBezTo>
                  <a:cubicBezTo>
                    <a:pt x="872" y="381"/>
                    <a:pt x="892" y="376"/>
                    <a:pt x="892" y="376"/>
                  </a:cubicBezTo>
                  <a:cubicBezTo>
                    <a:pt x="892" y="376"/>
                    <a:pt x="888" y="365"/>
                    <a:pt x="879" y="356"/>
                  </a:cubicBezTo>
                  <a:cubicBezTo>
                    <a:pt x="870" y="348"/>
                    <a:pt x="851" y="354"/>
                    <a:pt x="851" y="354"/>
                  </a:cubicBezTo>
                  <a:cubicBezTo>
                    <a:pt x="855" y="358"/>
                    <a:pt x="863" y="372"/>
                    <a:pt x="869" y="398"/>
                  </a:cubicBezTo>
                  <a:cubicBezTo>
                    <a:pt x="875" y="424"/>
                    <a:pt x="862" y="434"/>
                    <a:pt x="856" y="426"/>
                  </a:cubicBezTo>
                  <a:cubicBezTo>
                    <a:pt x="850" y="418"/>
                    <a:pt x="861" y="413"/>
                    <a:pt x="827" y="428"/>
                  </a:cubicBezTo>
                  <a:cubicBezTo>
                    <a:pt x="792" y="442"/>
                    <a:pt x="838" y="463"/>
                    <a:pt x="818" y="470"/>
                  </a:cubicBezTo>
                  <a:cubicBezTo>
                    <a:pt x="797" y="477"/>
                    <a:pt x="773" y="437"/>
                    <a:pt x="770" y="453"/>
                  </a:cubicBezTo>
                  <a:cubicBezTo>
                    <a:pt x="766" y="469"/>
                    <a:pt x="787" y="474"/>
                    <a:pt x="787" y="474"/>
                  </a:cubicBezTo>
                  <a:cubicBezTo>
                    <a:pt x="774" y="513"/>
                    <a:pt x="736" y="447"/>
                    <a:pt x="736" y="447"/>
                  </a:cubicBezTo>
                  <a:cubicBezTo>
                    <a:pt x="736" y="447"/>
                    <a:pt x="757" y="431"/>
                    <a:pt x="742" y="429"/>
                  </a:cubicBezTo>
                  <a:cubicBezTo>
                    <a:pt x="728" y="427"/>
                    <a:pt x="710" y="394"/>
                    <a:pt x="710" y="394"/>
                  </a:cubicBezTo>
                  <a:cubicBezTo>
                    <a:pt x="760" y="419"/>
                    <a:pt x="794" y="433"/>
                    <a:pt x="821" y="408"/>
                  </a:cubicBezTo>
                  <a:cubicBezTo>
                    <a:pt x="848" y="384"/>
                    <a:pt x="751" y="328"/>
                    <a:pt x="751" y="328"/>
                  </a:cubicBezTo>
                  <a:cubicBezTo>
                    <a:pt x="751" y="328"/>
                    <a:pt x="721" y="335"/>
                    <a:pt x="674" y="305"/>
                  </a:cubicBezTo>
                  <a:cubicBezTo>
                    <a:pt x="628" y="276"/>
                    <a:pt x="569" y="311"/>
                    <a:pt x="569" y="311"/>
                  </a:cubicBezTo>
                  <a:cubicBezTo>
                    <a:pt x="569" y="311"/>
                    <a:pt x="471" y="367"/>
                    <a:pt x="458" y="413"/>
                  </a:cubicBezTo>
                  <a:cubicBezTo>
                    <a:pt x="451" y="436"/>
                    <a:pt x="419" y="488"/>
                    <a:pt x="400" y="497"/>
                  </a:cubicBezTo>
                  <a:cubicBezTo>
                    <a:pt x="381" y="506"/>
                    <a:pt x="360" y="519"/>
                    <a:pt x="355" y="571"/>
                  </a:cubicBezTo>
                  <a:cubicBezTo>
                    <a:pt x="350" y="624"/>
                    <a:pt x="366" y="630"/>
                    <a:pt x="380" y="630"/>
                  </a:cubicBezTo>
                  <a:cubicBezTo>
                    <a:pt x="393" y="629"/>
                    <a:pt x="402" y="623"/>
                    <a:pt x="411" y="612"/>
                  </a:cubicBezTo>
                  <a:cubicBezTo>
                    <a:pt x="420" y="601"/>
                    <a:pt x="431" y="604"/>
                    <a:pt x="431" y="604"/>
                  </a:cubicBezTo>
                  <a:cubicBezTo>
                    <a:pt x="429" y="625"/>
                    <a:pt x="453" y="662"/>
                    <a:pt x="453" y="662"/>
                  </a:cubicBezTo>
                  <a:cubicBezTo>
                    <a:pt x="453" y="662"/>
                    <a:pt x="443" y="689"/>
                    <a:pt x="461" y="689"/>
                  </a:cubicBezTo>
                  <a:cubicBezTo>
                    <a:pt x="480" y="689"/>
                    <a:pt x="473" y="682"/>
                    <a:pt x="482" y="675"/>
                  </a:cubicBezTo>
                  <a:cubicBezTo>
                    <a:pt x="491" y="668"/>
                    <a:pt x="508" y="667"/>
                    <a:pt x="508" y="667"/>
                  </a:cubicBezTo>
                  <a:cubicBezTo>
                    <a:pt x="510" y="614"/>
                    <a:pt x="510" y="614"/>
                    <a:pt x="510" y="614"/>
                  </a:cubicBezTo>
                  <a:cubicBezTo>
                    <a:pt x="519" y="615"/>
                    <a:pt x="534" y="606"/>
                    <a:pt x="533" y="587"/>
                  </a:cubicBezTo>
                  <a:cubicBezTo>
                    <a:pt x="533" y="568"/>
                    <a:pt x="515" y="568"/>
                    <a:pt x="515" y="568"/>
                  </a:cubicBezTo>
                  <a:cubicBezTo>
                    <a:pt x="515" y="534"/>
                    <a:pt x="523" y="517"/>
                    <a:pt x="523" y="517"/>
                  </a:cubicBezTo>
                  <a:cubicBezTo>
                    <a:pt x="569" y="482"/>
                    <a:pt x="569" y="482"/>
                    <a:pt x="569" y="482"/>
                  </a:cubicBezTo>
                  <a:cubicBezTo>
                    <a:pt x="568" y="430"/>
                    <a:pt x="594" y="431"/>
                    <a:pt x="594" y="431"/>
                  </a:cubicBezTo>
                  <a:cubicBezTo>
                    <a:pt x="594" y="431"/>
                    <a:pt x="621" y="428"/>
                    <a:pt x="617" y="456"/>
                  </a:cubicBezTo>
                  <a:cubicBezTo>
                    <a:pt x="613" y="485"/>
                    <a:pt x="566" y="506"/>
                    <a:pt x="566" y="506"/>
                  </a:cubicBezTo>
                  <a:cubicBezTo>
                    <a:pt x="566" y="506"/>
                    <a:pt x="566" y="550"/>
                    <a:pt x="568" y="563"/>
                  </a:cubicBezTo>
                  <a:cubicBezTo>
                    <a:pt x="570" y="576"/>
                    <a:pt x="591" y="582"/>
                    <a:pt x="614" y="581"/>
                  </a:cubicBezTo>
                  <a:cubicBezTo>
                    <a:pt x="637" y="579"/>
                    <a:pt x="648" y="562"/>
                    <a:pt x="667" y="578"/>
                  </a:cubicBezTo>
                  <a:cubicBezTo>
                    <a:pt x="685" y="594"/>
                    <a:pt x="622" y="591"/>
                    <a:pt x="624" y="591"/>
                  </a:cubicBezTo>
                  <a:cubicBezTo>
                    <a:pt x="626" y="591"/>
                    <a:pt x="586" y="588"/>
                    <a:pt x="587" y="605"/>
                  </a:cubicBezTo>
                  <a:cubicBezTo>
                    <a:pt x="588" y="622"/>
                    <a:pt x="600" y="621"/>
                    <a:pt x="600" y="621"/>
                  </a:cubicBezTo>
                  <a:cubicBezTo>
                    <a:pt x="600" y="621"/>
                    <a:pt x="612" y="621"/>
                    <a:pt x="611" y="638"/>
                  </a:cubicBezTo>
                  <a:cubicBezTo>
                    <a:pt x="610" y="655"/>
                    <a:pt x="598" y="654"/>
                    <a:pt x="598" y="654"/>
                  </a:cubicBezTo>
                  <a:cubicBezTo>
                    <a:pt x="598" y="654"/>
                    <a:pt x="599" y="638"/>
                    <a:pt x="581" y="638"/>
                  </a:cubicBezTo>
                  <a:cubicBezTo>
                    <a:pt x="564" y="638"/>
                    <a:pt x="563" y="655"/>
                    <a:pt x="563" y="655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47" y="696"/>
                    <a:pt x="550" y="709"/>
                    <a:pt x="547" y="711"/>
                  </a:cubicBezTo>
                  <a:cubicBezTo>
                    <a:pt x="544" y="713"/>
                    <a:pt x="523" y="687"/>
                    <a:pt x="513" y="703"/>
                  </a:cubicBezTo>
                  <a:cubicBezTo>
                    <a:pt x="502" y="719"/>
                    <a:pt x="475" y="722"/>
                    <a:pt x="475" y="722"/>
                  </a:cubicBezTo>
                  <a:cubicBezTo>
                    <a:pt x="475" y="722"/>
                    <a:pt x="466" y="712"/>
                    <a:pt x="438" y="714"/>
                  </a:cubicBezTo>
                  <a:cubicBezTo>
                    <a:pt x="411" y="716"/>
                    <a:pt x="415" y="697"/>
                    <a:pt x="419" y="680"/>
                  </a:cubicBezTo>
                  <a:cubicBezTo>
                    <a:pt x="422" y="664"/>
                    <a:pt x="421" y="638"/>
                    <a:pt x="421" y="638"/>
                  </a:cubicBezTo>
                  <a:cubicBezTo>
                    <a:pt x="407" y="645"/>
                    <a:pt x="376" y="664"/>
                    <a:pt x="391" y="680"/>
                  </a:cubicBezTo>
                  <a:cubicBezTo>
                    <a:pt x="406" y="696"/>
                    <a:pt x="399" y="720"/>
                    <a:pt x="399" y="720"/>
                  </a:cubicBezTo>
                  <a:cubicBezTo>
                    <a:pt x="399" y="720"/>
                    <a:pt x="394" y="715"/>
                    <a:pt x="368" y="729"/>
                  </a:cubicBezTo>
                  <a:cubicBezTo>
                    <a:pt x="343" y="744"/>
                    <a:pt x="337" y="769"/>
                    <a:pt x="337" y="769"/>
                  </a:cubicBezTo>
                  <a:cubicBezTo>
                    <a:pt x="337" y="769"/>
                    <a:pt x="325" y="761"/>
                    <a:pt x="304" y="789"/>
                  </a:cubicBezTo>
                  <a:cubicBezTo>
                    <a:pt x="284" y="817"/>
                    <a:pt x="259" y="812"/>
                    <a:pt x="259" y="812"/>
                  </a:cubicBezTo>
                  <a:cubicBezTo>
                    <a:pt x="261" y="825"/>
                    <a:pt x="238" y="824"/>
                    <a:pt x="238" y="824"/>
                  </a:cubicBezTo>
                  <a:cubicBezTo>
                    <a:pt x="238" y="824"/>
                    <a:pt x="210" y="821"/>
                    <a:pt x="209" y="834"/>
                  </a:cubicBezTo>
                  <a:cubicBezTo>
                    <a:pt x="208" y="848"/>
                    <a:pt x="224" y="846"/>
                    <a:pt x="224" y="846"/>
                  </a:cubicBezTo>
                  <a:cubicBezTo>
                    <a:pt x="259" y="846"/>
                    <a:pt x="263" y="881"/>
                    <a:pt x="263" y="904"/>
                  </a:cubicBezTo>
                  <a:cubicBezTo>
                    <a:pt x="262" y="927"/>
                    <a:pt x="247" y="925"/>
                    <a:pt x="247" y="925"/>
                  </a:cubicBezTo>
                  <a:cubicBezTo>
                    <a:pt x="247" y="925"/>
                    <a:pt x="226" y="927"/>
                    <a:pt x="186" y="925"/>
                  </a:cubicBezTo>
                  <a:cubicBezTo>
                    <a:pt x="147" y="922"/>
                    <a:pt x="155" y="945"/>
                    <a:pt x="155" y="945"/>
                  </a:cubicBezTo>
                  <a:cubicBezTo>
                    <a:pt x="154" y="991"/>
                    <a:pt x="154" y="991"/>
                    <a:pt x="154" y="991"/>
                  </a:cubicBezTo>
                  <a:cubicBezTo>
                    <a:pt x="141" y="995"/>
                    <a:pt x="142" y="1016"/>
                    <a:pt x="142" y="1016"/>
                  </a:cubicBezTo>
                  <a:cubicBezTo>
                    <a:pt x="155" y="1016"/>
                    <a:pt x="155" y="1016"/>
                    <a:pt x="155" y="1016"/>
                  </a:cubicBezTo>
                  <a:cubicBezTo>
                    <a:pt x="154" y="1038"/>
                    <a:pt x="154" y="1038"/>
                    <a:pt x="154" y="1038"/>
                  </a:cubicBezTo>
                  <a:cubicBezTo>
                    <a:pt x="189" y="1034"/>
                    <a:pt x="195" y="1060"/>
                    <a:pt x="195" y="1061"/>
                  </a:cubicBezTo>
                  <a:cubicBezTo>
                    <a:pt x="193" y="1059"/>
                    <a:pt x="192" y="1059"/>
                    <a:pt x="192" y="1059"/>
                  </a:cubicBezTo>
                  <a:cubicBezTo>
                    <a:pt x="190" y="1075"/>
                    <a:pt x="169" y="1090"/>
                    <a:pt x="169" y="1090"/>
                  </a:cubicBezTo>
                  <a:cubicBezTo>
                    <a:pt x="169" y="1090"/>
                    <a:pt x="144" y="1089"/>
                    <a:pt x="133" y="1132"/>
                  </a:cubicBezTo>
                  <a:cubicBezTo>
                    <a:pt x="123" y="1175"/>
                    <a:pt x="139" y="1146"/>
                    <a:pt x="91" y="1185"/>
                  </a:cubicBezTo>
                  <a:cubicBezTo>
                    <a:pt x="43" y="1224"/>
                    <a:pt x="15" y="1289"/>
                    <a:pt x="15" y="1289"/>
                  </a:cubicBezTo>
                  <a:cubicBezTo>
                    <a:pt x="15" y="1289"/>
                    <a:pt x="49" y="1316"/>
                    <a:pt x="25" y="1361"/>
                  </a:cubicBezTo>
                  <a:cubicBezTo>
                    <a:pt x="0" y="1406"/>
                    <a:pt x="12" y="1422"/>
                    <a:pt x="12" y="1422"/>
                  </a:cubicBezTo>
                  <a:cubicBezTo>
                    <a:pt x="12" y="1422"/>
                    <a:pt x="121" y="1568"/>
                    <a:pt x="159" y="1554"/>
                  </a:cubicBezTo>
                  <a:cubicBezTo>
                    <a:pt x="196" y="1541"/>
                    <a:pt x="230" y="1548"/>
                    <a:pt x="238" y="1548"/>
                  </a:cubicBezTo>
                  <a:cubicBezTo>
                    <a:pt x="246" y="1548"/>
                    <a:pt x="248" y="1530"/>
                    <a:pt x="297" y="1525"/>
                  </a:cubicBezTo>
                  <a:cubicBezTo>
                    <a:pt x="347" y="1520"/>
                    <a:pt x="353" y="1554"/>
                    <a:pt x="353" y="1554"/>
                  </a:cubicBezTo>
                  <a:cubicBezTo>
                    <a:pt x="383" y="1571"/>
                    <a:pt x="423" y="1520"/>
                    <a:pt x="405" y="1583"/>
                  </a:cubicBezTo>
                  <a:cubicBezTo>
                    <a:pt x="388" y="1646"/>
                    <a:pt x="405" y="1658"/>
                    <a:pt x="405" y="1658"/>
                  </a:cubicBezTo>
                  <a:cubicBezTo>
                    <a:pt x="471" y="1733"/>
                    <a:pt x="462" y="1769"/>
                    <a:pt x="462" y="1769"/>
                  </a:cubicBezTo>
                  <a:cubicBezTo>
                    <a:pt x="481" y="1811"/>
                    <a:pt x="461" y="1831"/>
                    <a:pt x="461" y="1831"/>
                  </a:cubicBezTo>
                  <a:cubicBezTo>
                    <a:pt x="429" y="1885"/>
                    <a:pt x="447" y="1984"/>
                    <a:pt x="473" y="2005"/>
                  </a:cubicBezTo>
                  <a:cubicBezTo>
                    <a:pt x="499" y="2027"/>
                    <a:pt x="492" y="2095"/>
                    <a:pt x="492" y="2095"/>
                  </a:cubicBezTo>
                  <a:cubicBezTo>
                    <a:pt x="518" y="2117"/>
                    <a:pt x="552" y="2196"/>
                    <a:pt x="552" y="2196"/>
                  </a:cubicBezTo>
                  <a:cubicBezTo>
                    <a:pt x="551" y="2258"/>
                    <a:pt x="579" y="2246"/>
                    <a:pt x="579" y="2246"/>
                  </a:cubicBezTo>
                  <a:cubicBezTo>
                    <a:pt x="579" y="2246"/>
                    <a:pt x="614" y="2236"/>
                    <a:pt x="672" y="2235"/>
                  </a:cubicBezTo>
                  <a:cubicBezTo>
                    <a:pt x="730" y="2234"/>
                    <a:pt x="782" y="2109"/>
                    <a:pt x="782" y="2109"/>
                  </a:cubicBezTo>
                  <a:cubicBezTo>
                    <a:pt x="782" y="2109"/>
                    <a:pt x="780" y="2065"/>
                    <a:pt x="812" y="2047"/>
                  </a:cubicBezTo>
                  <a:cubicBezTo>
                    <a:pt x="845" y="2028"/>
                    <a:pt x="809" y="1964"/>
                    <a:pt x="809" y="1964"/>
                  </a:cubicBezTo>
                  <a:cubicBezTo>
                    <a:pt x="809" y="1964"/>
                    <a:pt x="812" y="1925"/>
                    <a:pt x="876" y="1898"/>
                  </a:cubicBezTo>
                  <a:cubicBezTo>
                    <a:pt x="940" y="1872"/>
                    <a:pt x="875" y="1789"/>
                    <a:pt x="869" y="1753"/>
                  </a:cubicBezTo>
                  <a:cubicBezTo>
                    <a:pt x="863" y="1718"/>
                    <a:pt x="857" y="1670"/>
                    <a:pt x="964" y="1583"/>
                  </a:cubicBezTo>
                  <a:cubicBezTo>
                    <a:pt x="1069" y="1497"/>
                    <a:pt x="1030" y="1433"/>
                    <a:pt x="1030" y="1433"/>
                  </a:cubicBezTo>
                  <a:cubicBezTo>
                    <a:pt x="1030" y="1433"/>
                    <a:pt x="987" y="1458"/>
                    <a:pt x="929" y="1459"/>
                  </a:cubicBezTo>
                  <a:cubicBezTo>
                    <a:pt x="929" y="1459"/>
                    <a:pt x="923" y="1447"/>
                    <a:pt x="912" y="1431"/>
                  </a:cubicBezTo>
                  <a:cubicBezTo>
                    <a:pt x="913" y="1433"/>
                    <a:pt x="950" y="1425"/>
                    <a:pt x="997" y="1403"/>
                  </a:cubicBezTo>
                  <a:cubicBezTo>
                    <a:pt x="1044" y="1380"/>
                    <a:pt x="1037" y="1369"/>
                    <a:pt x="1093" y="1363"/>
                  </a:cubicBezTo>
                  <a:cubicBezTo>
                    <a:pt x="1093" y="1363"/>
                    <a:pt x="1146" y="1314"/>
                    <a:pt x="1143" y="1279"/>
                  </a:cubicBezTo>
                  <a:cubicBezTo>
                    <a:pt x="1140" y="1245"/>
                    <a:pt x="1089" y="1243"/>
                    <a:pt x="1089" y="1243"/>
                  </a:cubicBezTo>
                  <a:cubicBezTo>
                    <a:pt x="1084" y="1215"/>
                    <a:pt x="1084" y="1215"/>
                    <a:pt x="1084" y="1215"/>
                  </a:cubicBezTo>
                  <a:cubicBezTo>
                    <a:pt x="1084" y="1215"/>
                    <a:pt x="1085" y="1248"/>
                    <a:pt x="1021" y="1249"/>
                  </a:cubicBezTo>
                  <a:cubicBezTo>
                    <a:pt x="1021" y="1249"/>
                    <a:pt x="1002" y="1212"/>
                    <a:pt x="976" y="1184"/>
                  </a:cubicBezTo>
                  <a:cubicBezTo>
                    <a:pt x="950" y="1157"/>
                    <a:pt x="998" y="1158"/>
                    <a:pt x="998" y="1158"/>
                  </a:cubicBezTo>
                  <a:cubicBezTo>
                    <a:pt x="998" y="1158"/>
                    <a:pt x="1025" y="1213"/>
                    <a:pt x="1055" y="1214"/>
                  </a:cubicBezTo>
                  <a:cubicBezTo>
                    <a:pt x="1084" y="1215"/>
                    <a:pt x="1085" y="1201"/>
                    <a:pt x="1085" y="1201"/>
                  </a:cubicBezTo>
                  <a:cubicBezTo>
                    <a:pt x="1085" y="1201"/>
                    <a:pt x="1103" y="1224"/>
                    <a:pt x="1121" y="1226"/>
                  </a:cubicBezTo>
                  <a:cubicBezTo>
                    <a:pt x="1140" y="1229"/>
                    <a:pt x="1236" y="1231"/>
                    <a:pt x="1236" y="1231"/>
                  </a:cubicBezTo>
                  <a:cubicBezTo>
                    <a:pt x="1236" y="1231"/>
                    <a:pt x="1272" y="1257"/>
                    <a:pt x="1272" y="1267"/>
                  </a:cubicBezTo>
                  <a:cubicBezTo>
                    <a:pt x="1272" y="1277"/>
                    <a:pt x="1298" y="1264"/>
                    <a:pt x="1298" y="1264"/>
                  </a:cubicBezTo>
                  <a:cubicBezTo>
                    <a:pt x="1298" y="1264"/>
                    <a:pt x="1304" y="1281"/>
                    <a:pt x="1280" y="1282"/>
                  </a:cubicBezTo>
                  <a:cubicBezTo>
                    <a:pt x="1280" y="1282"/>
                    <a:pt x="1315" y="1323"/>
                    <a:pt x="1329" y="1284"/>
                  </a:cubicBezTo>
                  <a:cubicBezTo>
                    <a:pt x="1329" y="1284"/>
                    <a:pt x="1337" y="1346"/>
                    <a:pt x="1347" y="1369"/>
                  </a:cubicBezTo>
                  <a:cubicBezTo>
                    <a:pt x="1357" y="1393"/>
                    <a:pt x="1424" y="1496"/>
                    <a:pt x="1424" y="1496"/>
                  </a:cubicBezTo>
                  <a:cubicBezTo>
                    <a:pt x="1424" y="1496"/>
                    <a:pt x="1444" y="1503"/>
                    <a:pt x="1464" y="1447"/>
                  </a:cubicBezTo>
                  <a:cubicBezTo>
                    <a:pt x="1483" y="1392"/>
                    <a:pt x="1423" y="1394"/>
                    <a:pt x="1498" y="1347"/>
                  </a:cubicBezTo>
                  <a:cubicBezTo>
                    <a:pt x="1572" y="1300"/>
                    <a:pt x="1548" y="1290"/>
                    <a:pt x="1548" y="1290"/>
                  </a:cubicBezTo>
                  <a:cubicBezTo>
                    <a:pt x="1548" y="1290"/>
                    <a:pt x="1586" y="1307"/>
                    <a:pt x="1605" y="1279"/>
                  </a:cubicBezTo>
                  <a:cubicBezTo>
                    <a:pt x="1605" y="1279"/>
                    <a:pt x="1620" y="1316"/>
                    <a:pt x="1651" y="1330"/>
                  </a:cubicBezTo>
                  <a:cubicBezTo>
                    <a:pt x="1683" y="1343"/>
                    <a:pt x="1664" y="1374"/>
                    <a:pt x="1664" y="1374"/>
                  </a:cubicBezTo>
                  <a:cubicBezTo>
                    <a:pt x="1664" y="1374"/>
                    <a:pt x="1681" y="1393"/>
                    <a:pt x="1705" y="1365"/>
                  </a:cubicBezTo>
                  <a:cubicBezTo>
                    <a:pt x="1712" y="1357"/>
                    <a:pt x="1721" y="1376"/>
                    <a:pt x="1729" y="1398"/>
                  </a:cubicBezTo>
                  <a:cubicBezTo>
                    <a:pt x="1736" y="1421"/>
                    <a:pt x="1738" y="1474"/>
                    <a:pt x="1744" y="1486"/>
                  </a:cubicBezTo>
                  <a:cubicBezTo>
                    <a:pt x="1749" y="1497"/>
                    <a:pt x="1776" y="1526"/>
                    <a:pt x="1776" y="1526"/>
                  </a:cubicBezTo>
                  <a:cubicBezTo>
                    <a:pt x="1785" y="1549"/>
                    <a:pt x="1794" y="1561"/>
                    <a:pt x="1794" y="1561"/>
                  </a:cubicBezTo>
                  <a:cubicBezTo>
                    <a:pt x="1837" y="1618"/>
                    <a:pt x="1861" y="1599"/>
                    <a:pt x="1851" y="1592"/>
                  </a:cubicBezTo>
                  <a:cubicBezTo>
                    <a:pt x="1841" y="1585"/>
                    <a:pt x="1836" y="1562"/>
                    <a:pt x="1826" y="1539"/>
                  </a:cubicBezTo>
                  <a:cubicBezTo>
                    <a:pt x="1816" y="1515"/>
                    <a:pt x="1780" y="1510"/>
                    <a:pt x="1780" y="1510"/>
                  </a:cubicBezTo>
                  <a:cubicBezTo>
                    <a:pt x="1777" y="1491"/>
                    <a:pt x="1757" y="1479"/>
                    <a:pt x="1757" y="1479"/>
                  </a:cubicBezTo>
                  <a:cubicBezTo>
                    <a:pt x="1752" y="1450"/>
                    <a:pt x="1763" y="1423"/>
                    <a:pt x="1763" y="1423"/>
                  </a:cubicBezTo>
                  <a:cubicBezTo>
                    <a:pt x="1822" y="1440"/>
                    <a:pt x="1781" y="1455"/>
                    <a:pt x="1816" y="1459"/>
                  </a:cubicBezTo>
                  <a:cubicBezTo>
                    <a:pt x="1852" y="1463"/>
                    <a:pt x="1843" y="1496"/>
                    <a:pt x="1843" y="1496"/>
                  </a:cubicBezTo>
                  <a:cubicBezTo>
                    <a:pt x="1899" y="1464"/>
                    <a:pt x="1898" y="1443"/>
                    <a:pt x="1898" y="1443"/>
                  </a:cubicBezTo>
                  <a:cubicBezTo>
                    <a:pt x="1903" y="1397"/>
                    <a:pt x="1878" y="1384"/>
                    <a:pt x="1878" y="1384"/>
                  </a:cubicBezTo>
                  <a:cubicBezTo>
                    <a:pt x="1878" y="1384"/>
                    <a:pt x="1846" y="1379"/>
                    <a:pt x="1833" y="1342"/>
                  </a:cubicBezTo>
                  <a:cubicBezTo>
                    <a:pt x="1820" y="1305"/>
                    <a:pt x="1858" y="1292"/>
                    <a:pt x="1858" y="1292"/>
                  </a:cubicBezTo>
                  <a:cubicBezTo>
                    <a:pt x="1992" y="1288"/>
                    <a:pt x="2011" y="1222"/>
                    <a:pt x="2025" y="1185"/>
                  </a:cubicBezTo>
                  <a:cubicBezTo>
                    <a:pt x="2038" y="1149"/>
                    <a:pt x="2021" y="1123"/>
                    <a:pt x="2021" y="1123"/>
                  </a:cubicBezTo>
                  <a:cubicBezTo>
                    <a:pt x="2021" y="1123"/>
                    <a:pt x="2008" y="1121"/>
                    <a:pt x="2002" y="1104"/>
                  </a:cubicBezTo>
                  <a:cubicBezTo>
                    <a:pt x="1997" y="1086"/>
                    <a:pt x="1980" y="1072"/>
                    <a:pt x="1980" y="1072"/>
                  </a:cubicBezTo>
                  <a:cubicBezTo>
                    <a:pt x="1977" y="1042"/>
                    <a:pt x="2017" y="1063"/>
                    <a:pt x="2014" y="1044"/>
                  </a:cubicBezTo>
                  <a:cubicBezTo>
                    <a:pt x="2010" y="1025"/>
                    <a:pt x="1986" y="1025"/>
                    <a:pt x="1986" y="1025"/>
                  </a:cubicBezTo>
                  <a:cubicBezTo>
                    <a:pt x="1973" y="1035"/>
                    <a:pt x="1968" y="1033"/>
                    <a:pt x="1968" y="1033"/>
                  </a:cubicBezTo>
                  <a:cubicBezTo>
                    <a:pt x="1933" y="1013"/>
                    <a:pt x="1944" y="1019"/>
                    <a:pt x="1973" y="986"/>
                  </a:cubicBezTo>
                  <a:cubicBezTo>
                    <a:pt x="2000" y="953"/>
                    <a:pt x="1995" y="1009"/>
                    <a:pt x="1995" y="1009"/>
                  </a:cubicBezTo>
                  <a:cubicBezTo>
                    <a:pt x="1996" y="1003"/>
                    <a:pt x="2049" y="971"/>
                    <a:pt x="2043" y="1003"/>
                  </a:cubicBezTo>
                  <a:cubicBezTo>
                    <a:pt x="2038" y="1035"/>
                    <a:pt x="2069" y="1030"/>
                    <a:pt x="2069" y="1030"/>
                  </a:cubicBezTo>
                  <a:cubicBezTo>
                    <a:pt x="2073" y="1099"/>
                    <a:pt x="2072" y="1090"/>
                    <a:pt x="2102" y="1074"/>
                  </a:cubicBezTo>
                  <a:cubicBezTo>
                    <a:pt x="2132" y="1059"/>
                    <a:pt x="2112" y="1036"/>
                    <a:pt x="2090" y="1012"/>
                  </a:cubicBezTo>
                  <a:cubicBezTo>
                    <a:pt x="2068" y="988"/>
                    <a:pt x="2086" y="1001"/>
                    <a:pt x="2105" y="961"/>
                  </a:cubicBezTo>
                  <a:cubicBezTo>
                    <a:pt x="2123" y="922"/>
                    <a:pt x="2143" y="945"/>
                    <a:pt x="2143" y="945"/>
                  </a:cubicBezTo>
                  <a:cubicBezTo>
                    <a:pt x="2210" y="886"/>
                    <a:pt x="2219" y="827"/>
                    <a:pt x="2219" y="827"/>
                  </a:cubicBezTo>
                  <a:cubicBezTo>
                    <a:pt x="2208" y="772"/>
                    <a:pt x="2208" y="772"/>
                    <a:pt x="2208" y="772"/>
                  </a:cubicBezTo>
                  <a:cubicBezTo>
                    <a:pt x="2208" y="772"/>
                    <a:pt x="2215" y="743"/>
                    <a:pt x="2196" y="724"/>
                  </a:cubicBezTo>
                  <a:cubicBezTo>
                    <a:pt x="2177" y="705"/>
                    <a:pt x="2184" y="721"/>
                    <a:pt x="2164" y="722"/>
                  </a:cubicBezTo>
                  <a:cubicBezTo>
                    <a:pt x="2144" y="722"/>
                    <a:pt x="2118" y="700"/>
                    <a:pt x="2118" y="700"/>
                  </a:cubicBezTo>
                  <a:cubicBezTo>
                    <a:pt x="2200" y="597"/>
                    <a:pt x="2200" y="597"/>
                    <a:pt x="2200" y="597"/>
                  </a:cubicBezTo>
                  <a:cubicBezTo>
                    <a:pt x="2200" y="597"/>
                    <a:pt x="2259" y="612"/>
                    <a:pt x="2271" y="602"/>
                  </a:cubicBezTo>
                  <a:cubicBezTo>
                    <a:pt x="2283" y="592"/>
                    <a:pt x="2314" y="600"/>
                    <a:pt x="2314" y="600"/>
                  </a:cubicBezTo>
                  <a:cubicBezTo>
                    <a:pt x="2314" y="600"/>
                    <a:pt x="2292" y="608"/>
                    <a:pt x="2339" y="610"/>
                  </a:cubicBezTo>
                  <a:cubicBezTo>
                    <a:pt x="2386" y="611"/>
                    <a:pt x="2355" y="594"/>
                    <a:pt x="2355" y="594"/>
                  </a:cubicBezTo>
                  <a:cubicBezTo>
                    <a:pt x="2357" y="540"/>
                    <a:pt x="2414" y="528"/>
                    <a:pt x="2414" y="539"/>
                  </a:cubicBezTo>
                  <a:cubicBezTo>
                    <a:pt x="2414" y="550"/>
                    <a:pt x="2406" y="569"/>
                    <a:pt x="2420" y="568"/>
                  </a:cubicBezTo>
                  <a:cubicBezTo>
                    <a:pt x="2435" y="568"/>
                    <a:pt x="2464" y="518"/>
                    <a:pt x="2465" y="537"/>
                  </a:cubicBezTo>
                  <a:cubicBezTo>
                    <a:pt x="2466" y="556"/>
                    <a:pt x="2448" y="566"/>
                    <a:pt x="2425" y="603"/>
                  </a:cubicBezTo>
                  <a:cubicBezTo>
                    <a:pt x="2401" y="641"/>
                    <a:pt x="2380" y="635"/>
                    <a:pt x="2384" y="666"/>
                  </a:cubicBezTo>
                  <a:cubicBezTo>
                    <a:pt x="2388" y="697"/>
                    <a:pt x="2425" y="769"/>
                    <a:pt x="2428" y="782"/>
                  </a:cubicBezTo>
                  <a:cubicBezTo>
                    <a:pt x="2430" y="795"/>
                    <a:pt x="2458" y="797"/>
                    <a:pt x="2453" y="766"/>
                  </a:cubicBezTo>
                  <a:cubicBezTo>
                    <a:pt x="2449" y="735"/>
                    <a:pt x="2465" y="736"/>
                    <a:pt x="2465" y="736"/>
                  </a:cubicBezTo>
                  <a:cubicBezTo>
                    <a:pt x="2456" y="710"/>
                    <a:pt x="2484" y="701"/>
                    <a:pt x="2484" y="701"/>
                  </a:cubicBezTo>
                  <a:cubicBezTo>
                    <a:pt x="2484" y="701"/>
                    <a:pt x="2462" y="692"/>
                    <a:pt x="2474" y="674"/>
                  </a:cubicBezTo>
                  <a:cubicBezTo>
                    <a:pt x="2486" y="655"/>
                    <a:pt x="2485" y="635"/>
                    <a:pt x="2476" y="636"/>
                  </a:cubicBezTo>
                  <a:cubicBezTo>
                    <a:pt x="2468" y="636"/>
                    <a:pt x="2455" y="600"/>
                    <a:pt x="2476" y="586"/>
                  </a:cubicBezTo>
                  <a:cubicBezTo>
                    <a:pt x="2496" y="571"/>
                    <a:pt x="2509" y="587"/>
                    <a:pt x="2509" y="587"/>
                  </a:cubicBezTo>
                  <a:cubicBezTo>
                    <a:pt x="2509" y="587"/>
                    <a:pt x="2516" y="571"/>
                    <a:pt x="2528" y="569"/>
                  </a:cubicBezTo>
                  <a:cubicBezTo>
                    <a:pt x="2541" y="568"/>
                    <a:pt x="2560" y="585"/>
                    <a:pt x="2560" y="585"/>
                  </a:cubicBezTo>
                  <a:cubicBezTo>
                    <a:pt x="2560" y="571"/>
                    <a:pt x="2606" y="514"/>
                    <a:pt x="2633" y="518"/>
                  </a:cubicBezTo>
                  <a:cubicBezTo>
                    <a:pt x="2659" y="523"/>
                    <a:pt x="2667" y="559"/>
                    <a:pt x="2662" y="523"/>
                  </a:cubicBezTo>
                  <a:cubicBezTo>
                    <a:pt x="2658" y="488"/>
                    <a:pt x="2626" y="468"/>
                    <a:pt x="2626" y="468"/>
                  </a:cubicBezTo>
                  <a:cubicBezTo>
                    <a:pt x="2642" y="463"/>
                    <a:pt x="2656" y="464"/>
                    <a:pt x="2658" y="449"/>
                  </a:cubicBezTo>
                  <a:cubicBezTo>
                    <a:pt x="2659" y="434"/>
                    <a:pt x="2635" y="417"/>
                    <a:pt x="2650" y="419"/>
                  </a:cubicBezTo>
                  <a:cubicBezTo>
                    <a:pt x="2665" y="422"/>
                    <a:pt x="2668" y="444"/>
                    <a:pt x="2673" y="444"/>
                  </a:cubicBezTo>
                  <a:cubicBezTo>
                    <a:pt x="2678" y="444"/>
                    <a:pt x="2672" y="425"/>
                    <a:pt x="2718" y="460"/>
                  </a:cubicBezTo>
                  <a:cubicBezTo>
                    <a:pt x="2764" y="496"/>
                    <a:pt x="2738" y="463"/>
                    <a:pt x="2752" y="442"/>
                  </a:cubicBezTo>
                  <a:cubicBezTo>
                    <a:pt x="2766" y="422"/>
                    <a:pt x="2794" y="441"/>
                    <a:pt x="2762" y="417"/>
                  </a:cubicBezTo>
                  <a:close/>
                  <a:moveTo>
                    <a:pt x="850" y="1380"/>
                  </a:moveTo>
                  <a:cubicBezTo>
                    <a:pt x="850" y="1380"/>
                    <a:pt x="852" y="1344"/>
                    <a:pt x="815" y="1329"/>
                  </a:cubicBezTo>
                  <a:cubicBezTo>
                    <a:pt x="815" y="1329"/>
                    <a:pt x="825" y="1293"/>
                    <a:pt x="792" y="1260"/>
                  </a:cubicBezTo>
                  <a:cubicBezTo>
                    <a:pt x="792" y="1260"/>
                    <a:pt x="735" y="1133"/>
                    <a:pt x="702" y="1134"/>
                  </a:cubicBezTo>
                  <a:cubicBezTo>
                    <a:pt x="657" y="1134"/>
                    <a:pt x="595" y="1112"/>
                    <a:pt x="595" y="1112"/>
                  </a:cubicBezTo>
                  <a:cubicBezTo>
                    <a:pt x="595" y="1112"/>
                    <a:pt x="557" y="1096"/>
                    <a:pt x="562" y="1133"/>
                  </a:cubicBezTo>
                  <a:cubicBezTo>
                    <a:pt x="566" y="1170"/>
                    <a:pt x="494" y="1127"/>
                    <a:pt x="494" y="1127"/>
                  </a:cubicBezTo>
                  <a:cubicBezTo>
                    <a:pt x="494" y="1127"/>
                    <a:pt x="485" y="1105"/>
                    <a:pt x="452" y="1105"/>
                  </a:cubicBezTo>
                  <a:cubicBezTo>
                    <a:pt x="420" y="1105"/>
                    <a:pt x="416" y="1095"/>
                    <a:pt x="416" y="1095"/>
                  </a:cubicBezTo>
                  <a:cubicBezTo>
                    <a:pt x="416" y="1095"/>
                    <a:pt x="419" y="1085"/>
                    <a:pt x="426" y="1058"/>
                  </a:cubicBezTo>
                  <a:cubicBezTo>
                    <a:pt x="434" y="1030"/>
                    <a:pt x="395" y="1040"/>
                    <a:pt x="395" y="1040"/>
                  </a:cubicBezTo>
                  <a:cubicBezTo>
                    <a:pt x="254" y="1044"/>
                    <a:pt x="287" y="1063"/>
                    <a:pt x="253" y="1070"/>
                  </a:cubicBezTo>
                  <a:cubicBezTo>
                    <a:pt x="226" y="1075"/>
                    <a:pt x="203" y="1065"/>
                    <a:pt x="195" y="1061"/>
                  </a:cubicBezTo>
                  <a:cubicBezTo>
                    <a:pt x="195" y="1060"/>
                    <a:pt x="225" y="1040"/>
                    <a:pt x="244" y="1044"/>
                  </a:cubicBezTo>
                  <a:cubicBezTo>
                    <a:pt x="264" y="1049"/>
                    <a:pt x="279" y="1016"/>
                    <a:pt x="276" y="1004"/>
                  </a:cubicBezTo>
                  <a:cubicBezTo>
                    <a:pt x="274" y="992"/>
                    <a:pt x="286" y="975"/>
                    <a:pt x="298" y="974"/>
                  </a:cubicBezTo>
                  <a:cubicBezTo>
                    <a:pt x="309" y="972"/>
                    <a:pt x="324" y="957"/>
                    <a:pt x="324" y="957"/>
                  </a:cubicBezTo>
                  <a:cubicBezTo>
                    <a:pt x="325" y="932"/>
                    <a:pt x="325" y="932"/>
                    <a:pt x="325" y="932"/>
                  </a:cubicBezTo>
                  <a:cubicBezTo>
                    <a:pt x="343" y="926"/>
                    <a:pt x="365" y="935"/>
                    <a:pt x="369" y="935"/>
                  </a:cubicBezTo>
                  <a:cubicBezTo>
                    <a:pt x="391" y="935"/>
                    <a:pt x="415" y="905"/>
                    <a:pt x="417" y="915"/>
                  </a:cubicBezTo>
                  <a:cubicBezTo>
                    <a:pt x="420" y="926"/>
                    <a:pt x="439" y="955"/>
                    <a:pt x="472" y="973"/>
                  </a:cubicBezTo>
                  <a:cubicBezTo>
                    <a:pt x="504" y="991"/>
                    <a:pt x="503" y="1006"/>
                    <a:pt x="495" y="1013"/>
                  </a:cubicBezTo>
                  <a:cubicBezTo>
                    <a:pt x="487" y="1021"/>
                    <a:pt x="449" y="1024"/>
                    <a:pt x="449" y="1024"/>
                  </a:cubicBezTo>
                  <a:cubicBezTo>
                    <a:pt x="492" y="1049"/>
                    <a:pt x="492" y="1049"/>
                    <a:pt x="492" y="1049"/>
                  </a:cubicBezTo>
                  <a:cubicBezTo>
                    <a:pt x="492" y="1049"/>
                    <a:pt x="490" y="1027"/>
                    <a:pt x="499" y="1027"/>
                  </a:cubicBezTo>
                  <a:cubicBezTo>
                    <a:pt x="508" y="1027"/>
                    <a:pt x="524" y="998"/>
                    <a:pt x="524" y="998"/>
                  </a:cubicBezTo>
                  <a:cubicBezTo>
                    <a:pt x="524" y="998"/>
                    <a:pt x="504" y="988"/>
                    <a:pt x="514" y="983"/>
                  </a:cubicBezTo>
                  <a:cubicBezTo>
                    <a:pt x="524" y="977"/>
                    <a:pt x="536" y="991"/>
                    <a:pt x="536" y="991"/>
                  </a:cubicBezTo>
                  <a:cubicBezTo>
                    <a:pt x="536" y="968"/>
                    <a:pt x="501" y="961"/>
                    <a:pt x="501" y="961"/>
                  </a:cubicBezTo>
                  <a:cubicBezTo>
                    <a:pt x="504" y="951"/>
                    <a:pt x="504" y="951"/>
                    <a:pt x="504" y="951"/>
                  </a:cubicBezTo>
                  <a:cubicBezTo>
                    <a:pt x="504" y="951"/>
                    <a:pt x="499" y="956"/>
                    <a:pt x="490" y="954"/>
                  </a:cubicBezTo>
                  <a:cubicBezTo>
                    <a:pt x="481" y="951"/>
                    <a:pt x="460" y="918"/>
                    <a:pt x="454" y="904"/>
                  </a:cubicBezTo>
                  <a:cubicBezTo>
                    <a:pt x="448" y="889"/>
                    <a:pt x="484" y="892"/>
                    <a:pt x="484" y="892"/>
                  </a:cubicBezTo>
                  <a:cubicBezTo>
                    <a:pt x="488" y="925"/>
                    <a:pt x="546" y="951"/>
                    <a:pt x="546" y="951"/>
                  </a:cubicBezTo>
                  <a:cubicBezTo>
                    <a:pt x="545" y="970"/>
                    <a:pt x="552" y="986"/>
                    <a:pt x="552" y="986"/>
                  </a:cubicBezTo>
                  <a:cubicBezTo>
                    <a:pt x="582" y="1013"/>
                    <a:pt x="581" y="1035"/>
                    <a:pt x="581" y="1035"/>
                  </a:cubicBezTo>
                  <a:cubicBezTo>
                    <a:pt x="614" y="1061"/>
                    <a:pt x="608" y="1028"/>
                    <a:pt x="608" y="1028"/>
                  </a:cubicBezTo>
                  <a:cubicBezTo>
                    <a:pt x="619" y="1032"/>
                    <a:pt x="636" y="1029"/>
                    <a:pt x="636" y="1029"/>
                  </a:cubicBezTo>
                  <a:cubicBezTo>
                    <a:pt x="628" y="1031"/>
                    <a:pt x="583" y="983"/>
                    <a:pt x="605" y="990"/>
                  </a:cubicBezTo>
                  <a:cubicBezTo>
                    <a:pt x="626" y="997"/>
                    <a:pt x="616" y="974"/>
                    <a:pt x="616" y="974"/>
                  </a:cubicBezTo>
                  <a:cubicBezTo>
                    <a:pt x="643" y="977"/>
                    <a:pt x="648" y="990"/>
                    <a:pt x="648" y="990"/>
                  </a:cubicBezTo>
                  <a:cubicBezTo>
                    <a:pt x="661" y="1050"/>
                    <a:pt x="689" y="1059"/>
                    <a:pt x="700" y="1057"/>
                  </a:cubicBezTo>
                  <a:cubicBezTo>
                    <a:pt x="711" y="1055"/>
                    <a:pt x="718" y="1038"/>
                    <a:pt x="718" y="1038"/>
                  </a:cubicBezTo>
                  <a:cubicBezTo>
                    <a:pt x="718" y="1038"/>
                    <a:pt x="724" y="1060"/>
                    <a:pt x="748" y="1056"/>
                  </a:cubicBezTo>
                  <a:cubicBezTo>
                    <a:pt x="772" y="1052"/>
                    <a:pt x="780" y="1043"/>
                    <a:pt x="780" y="1043"/>
                  </a:cubicBezTo>
                  <a:cubicBezTo>
                    <a:pt x="780" y="1043"/>
                    <a:pt x="804" y="1070"/>
                    <a:pt x="787" y="1082"/>
                  </a:cubicBezTo>
                  <a:cubicBezTo>
                    <a:pt x="770" y="1095"/>
                    <a:pt x="779" y="1120"/>
                    <a:pt x="764" y="1131"/>
                  </a:cubicBezTo>
                  <a:cubicBezTo>
                    <a:pt x="749" y="1142"/>
                    <a:pt x="714" y="1138"/>
                    <a:pt x="714" y="1138"/>
                  </a:cubicBezTo>
                  <a:cubicBezTo>
                    <a:pt x="735" y="1149"/>
                    <a:pt x="760" y="1197"/>
                    <a:pt x="760" y="1197"/>
                  </a:cubicBezTo>
                  <a:cubicBezTo>
                    <a:pt x="767" y="1183"/>
                    <a:pt x="777" y="1193"/>
                    <a:pt x="777" y="1193"/>
                  </a:cubicBezTo>
                  <a:cubicBezTo>
                    <a:pt x="777" y="1193"/>
                    <a:pt x="819" y="1236"/>
                    <a:pt x="813" y="1248"/>
                  </a:cubicBezTo>
                  <a:cubicBezTo>
                    <a:pt x="813" y="1248"/>
                    <a:pt x="840" y="1260"/>
                    <a:pt x="841" y="1299"/>
                  </a:cubicBezTo>
                  <a:cubicBezTo>
                    <a:pt x="841" y="1299"/>
                    <a:pt x="873" y="1317"/>
                    <a:pt x="890" y="1360"/>
                  </a:cubicBezTo>
                  <a:cubicBezTo>
                    <a:pt x="907" y="1404"/>
                    <a:pt x="910" y="1429"/>
                    <a:pt x="911" y="1431"/>
                  </a:cubicBezTo>
                  <a:cubicBezTo>
                    <a:pt x="898" y="1413"/>
                    <a:pt x="877" y="1392"/>
                    <a:pt x="850" y="138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2160588" y="3625851"/>
              <a:ext cx="111125" cy="190500"/>
            </a:xfrm>
            <a:custGeom>
              <a:avLst/>
              <a:gdLst/>
              <a:ahLst/>
              <a:cxnLst/>
              <a:rect l="l" t="t" r="r" b="b"/>
              <a:pathLst>
                <a:path w="111" h="191" extrusionOk="0">
                  <a:moveTo>
                    <a:pt x="20" y="64"/>
                  </a:moveTo>
                  <a:cubicBezTo>
                    <a:pt x="15" y="82"/>
                    <a:pt x="23" y="91"/>
                    <a:pt x="23" y="91"/>
                  </a:cubicBezTo>
                  <a:cubicBezTo>
                    <a:pt x="51" y="87"/>
                    <a:pt x="44" y="105"/>
                    <a:pt x="44" y="105"/>
                  </a:cubicBezTo>
                  <a:cubicBezTo>
                    <a:pt x="44" y="105"/>
                    <a:pt x="53" y="116"/>
                    <a:pt x="43" y="117"/>
                  </a:cubicBezTo>
                  <a:cubicBezTo>
                    <a:pt x="34" y="117"/>
                    <a:pt x="29" y="123"/>
                    <a:pt x="31" y="136"/>
                  </a:cubicBezTo>
                  <a:cubicBezTo>
                    <a:pt x="33" y="148"/>
                    <a:pt x="17" y="136"/>
                    <a:pt x="18" y="146"/>
                  </a:cubicBezTo>
                  <a:cubicBezTo>
                    <a:pt x="18" y="156"/>
                    <a:pt x="33" y="163"/>
                    <a:pt x="30" y="163"/>
                  </a:cubicBezTo>
                  <a:cubicBezTo>
                    <a:pt x="27" y="163"/>
                    <a:pt x="2" y="191"/>
                    <a:pt x="2" y="191"/>
                  </a:cubicBezTo>
                  <a:cubicBezTo>
                    <a:pt x="28" y="174"/>
                    <a:pt x="93" y="173"/>
                    <a:pt x="93" y="173"/>
                  </a:cubicBezTo>
                  <a:cubicBezTo>
                    <a:pt x="111" y="172"/>
                    <a:pt x="103" y="167"/>
                    <a:pt x="103" y="167"/>
                  </a:cubicBezTo>
                  <a:cubicBezTo>
                    <a:pt x="98" y="159"/>
                    <a:pt x="98" y="159"/>
                    <a:pt x="98" y="159"/>
                  </a:cubicBezTo>
                  <a:cubicBezTo>
                    <a:pt x="104" y="144"/>
                    <a:pt x="108" y="129"/>
                    <a:pt x="108" y="129"/>
                  </a:cubicBezTo>
                  <a:cubicBezTo>
                    <a:pt x="88" y="129"/>
                    <a:pt x="88" y="129"/>
                    <a:pt x="88" y="129"/>
                  </a:cubicBezTo>
                  <a:cubicBezTo>
                    <a:pt x="89" y="115"/>
                    <a:pt x="83" y="101"/>
                    <a:pt x="72" y="94"/>
                  </a:cubicBezTo>
                  <a:cubicBezTo>
                    <a:pt x="61" y="87"/>
                    <a:pt x="58" y="65"/>
                    <a:pt x="58" y="65"/>
                  </a:cubicBezTo>
                  <a:cubicBezTo>
                    <a:pt x="58" y="65"/>
                    <a:pt x="40" y="72"/>
                    <a:pt x="47" y="58"/>
                  </a:cubicBezTo>
                  <a:cubicBezTo>
                    <a:pt x="53" y="44"/>
                    <a:pt x="65" y="27"/>
                    <a:pt x="58" y="26"/>
                  </a:cubicBezTo>
                  <a:cubicBezTo>
                    <a:pt x="50" y="25"/>
                    <a:pt x="20" y="41"/>
                    <a:pt x="33" y="24"/>
                  </a:cubicBezTo>
                  <a:cubicBezTo>
                    <a:pt x="46" y="8"/>
                    <a:pt x="39" y="0"/>
                    <a:pt x="39" y="0"/>
                  </a:cubicBezTo>
                  <a:cubicBezTo>
                    <a:pt x="9" y="4"/>
                    <a:pt x="12" y="20"/>
                    <a:pt x="6" y="41"/>
                  </a:cubicBezTo>
                  <a:cubicBezTo>
                    <a:pt x="0" y="62"/>
                    <a:pt x="25" y="46"/>
                    <a:pt x="20" y="6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2101850" y="3700463"/>
              <a:ext cx="69850" cy="96838"/>
            </a:xfrm>
            <a:custGeom>
              <a:avLst/>
              <a:gdLst/>
              <a:ahLst/>
              <a:cxnLst/>
              <a:rect l="l" t="t" r="r" b="b"/>
              <a:pathLst>
                <a:path w="70" h="98" extrusionOk="0">
                  <a:moveTo>
                    <a:pt x="20" y="58"/>
                  </a:moveTo>
                  <a:cubicBezTo>
                    <a:pt x="9" y="80"/>
                    <a:pt x="0" y="77"/>
                    <a:pt x="12" y="87"/>
                  </a:cubicBezTo>
                  <a:cubicBezTo>
                    <a:pt x="25" y="98"/>
                    <a:pt x="17" y="79"/>
                    <a:pt x="39" y="75"/>
                  </a:cubicBezTo>
                  <a:cubicBezTo>
                    <a:pt x="60" y="71"/>
                    <a:pt x="54" y="37"/>
                    <a:pt x="54" y="37"/>
                  </a:cubicBezTo>
                  <a:cubicBezTo>
                    <a:pt x="70" y="22"/>
                    <a:pt x="67" y="17"/>
                    <a:pt x="56" y="9"/>
                  </a:cubicBezTo>
                  <a:cubicBezTo>
                    <a:pt x="46" y="0"/>
                    <a:pt x="30" y="3"/>
                    <a:pt x="31" y="16"/>
                  </a:cubicBezTo>
                  <a:cubicBezTo>
                    <a:pt x="33" y="28"/>
                    <a:pt x="41" y="30"/>
                    <a:pt x="24" y="31"/>
                  </a:cubicBezTo>
                  <a:cubicBezTo>
                    <a:pt x="7" y="32"/>
                    <a:pt x="2" y="36"/>
                    <a:pt x="8" y="48"/>
                  </a:cubicBezTo>
                  <a:cubicBezTo>
                    <a:pt x="13" y="60"/>
                    <a:pt x="31" y="35"/>
                    <a:pt x="20" y="5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1924050" y="3424238"/>
              <a:ext cx="144463" cy="90488"/>
            </a:xfrm>
            <a:custGeom>
              <a:avLst/>
              <a:gdLst/>
              <a:ahLst/>
              <a:cxnLst/>
              <a:rect l="l" t="t" r="r" b="b"/>
              <a:pathLst>
                <a:path w="145" h="91" extrusionOk="0">
                  <a:moveTo>
                    <a:pt x="118" y="65"/>
                  </a:moveTo>
                  <a:cubicBezTo>
                    <a:pt x="132" y="50"/>
                    <a:pt x="129" y="67"/>
                    <a:pt x="136" y="50"/>
                  </a:cubicBezTo>
                  <a:cubicBezTo>
                    <a:pt x="143" y="33"/>
                    <a:pt x="145" y="6"/>
                    <a:pt x="113" y="9"/>
                  </a:cubicBezTo>
                  <a:cubicBezTo>
                    <a:pt x="82" y="12"/>
                    <a:pt x="99" y="11"/>
                    <a:pt x="80" y="15"/>
                  </a:cubicBezTo>
                  <a:cubicBezTo>
                    <a:pt x="60" y="20"/>
                    <a:pt x="57" y="33"/>
                    <a:pt x="47" y="27"/>
                  </a:cubicBezTo>
                  <a:cubicBezTo>
                    <a:pt x="38" y="21"/>
                    <a:pt x="52" y="13"/>
                    <a:pt x="35" y="1"/>
                  </a:cubicBezTo>
                  <a:cubicBezTo>
                    <a:pt x="35" y="1"/>
                    <a:pt x="14" y="0"/>
                    <a:pt x="31" y="21"/>
                  </a:cubicBezTo>
                  <a:cubicBezTo>
                    <a:pt x="31" y="21"/>
                    <a:pt x="14" y="13"/>
                    <a:pt x="7" y="26"/>
                  </a:cubicBezTo>
                  <a:cubicBezTo>
                    <a:pt x="0" y="40"/>
                    <a:pt x="35" y="24"/>
                    <a:pt x="35" y="37"/>
                  </a:cubicBezTo>
                  <a:cubicBezTo>
                    <a:pt x="35" y="51"/>
                    <a:pt x="16" y="50"/>
                    <a:pt x="16" y="50"/>
                  </a:cubicBezTo>
                  <a:cubicBezTo>
                    <a:pt x="16" y="50"/>
                    <a:pt x="48" y="60"/>
                    <a:pt x="31" y="70"/>
                  </a:cubicBezTo>
                  <a:cubicBezTo>
                    <a:pt x="14" y="79"/>
                    <a:pt x="29" y="78"/>
                    <a:pt x="40" y="78"/>
                  </a:cubicBezTo>
                  <a:cubicBezTo>
                    <a:pt x="51" y="78"/>
                    <a:pt x="58" y="88"/>
                    <a:pt x="73" y="89"/>
                  </a:cubicBezTo>
                  <a:cubicBezTo>
                    <a:pt x="88" y="91"/>
                    <a:pt x="104" y="81"/>
                    <a:pt x="118" y="65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3424238" y="4486276"/>
              <a:ext cx="38100" cy="53975"/>
            </a:xfrm>
            <a:custGeom>
              <a:avLst/>
              <a:gdLst/>
              <a:ahLst/>
              <a:cxnLst/>
              <a:rect l="l" t="t" r="r" b="b"/>
              <a:pathLst>
                <a:path w="37" h="54" extrusionOk="0">
                  <a:moveTo>
                    <a:pt x="12" y="0"/>
                  </a:moveTo>
                  <a:cubicBezTo>
                    <a:pt x="12" y="0"/>
                    <a:pt x="0" y="7"/>
                    <a:pt x="3" y="30"/>
                  </a:cubicBezTo>
                  <a:cubicBezTo>
                    <a:pt x="6" y="53"/>
                    <a:pt x="20" y="54"/>
                    <a:pt x="27" y="52"/>
                  </a:cubicBezTo>
                  <a:cubicBezTo>
                    <a:pt x="34" y="50"/>
                    <a:pt x="37" y="40"/>
                    <a:pt x="33" y="26"/>
                  </a:cubicBezTo>
                  <a:cubicBezTo>
                    <a:pt x="29" y="13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3665538" y="4548188"/>
              <a:ext cx="200025" cy="190500"/>
            </a:xfrm>
            <a:custGeom>
              <a:avLst/>
              <a:gdLst/>
              <a:ahLst/>
              <a:cxnLst/>
              <a:rect l="l" t="t" r="r" b="b"/>
              <a:pathLst>
                <a:path w="200" h="191" extrusionOk="0">
                  <a:moveTo>
                    <a:pt x="135" y="88"/>
                  </a:moveTo>
                  <a:cubicBezTo>
                    <a:pt x="129" y="65"/>
                    <a:pt x="25" y="2"/>
                    <a:pt x="0" y="0"/>
                  </a:cubicBezTo>
                  <a:cubicBezTo>
                    <a:pt x="0" y="0"/>
                    <a:pt x="68" y="53"/>
                    <a:pt x="79" y="78"/>
                  </a:cubicBezTo>
                  <a:cubicBezTo>
                    <a:pt x="94" y="114"/>
                    <a:pt x="151" y="179"/>
                    <a:pt x="172" y="178"/>
                  </a:cubicBezTo>
                  <a:cubicBezTo>
                    <a:pt x="192" y="177"/>
                    <a:pt x="200" y="191"/>
                    <a:pt x="186" y="132"/>
                  </a:cubicBezTo>
                  <a:cubicBezTo>
                    <a:pt x="186" y="132"/>
                    <a:pt x="141" y="111"/>
                    <a:pt x="135" y="8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3856038" y="4725988"/>
              <a:ext cx="165100" cy="50800"/>
            </a:xfrm>
            <a:custGeom>
              <a:avLst/>
              <a:gdLst/>
              <a:ahLst/>
              <a:cxnLst/>
              <a:rect l="l" t="t" r="r" b="b"/>
              <a:pathLst>
                <a:path w="165" h="52" extrusionOk="0">
                  <a:moveTo>
                    <a:pt x="163" y="43"/>
                  </a:moveTo>
                  <a:cubicBezTo>
                    <a:pt x="161" y="43"/>
                    <a:pt x="138" y="37"/>
                    <a:pt x="116" y="26"/>
                  </a:cubicBezTo>
                  <a:cubicBezTo>
                    <a:pt x="94" y="15"/>
                    <a:pt x="87" y="18"/>
                    <a:pt x="72" y="19"/>
                  </a:cubicBezTo>
                  <a:cubicBezTo>
                    <a:pt x="56" y="20"/>
                    <a:pt x="43" y="14"/>
                    <a:pt x="35" y="7"/>
                  </a:cubicBezTo>
                  <a:cubicBezTo>
                    <a:pt x="28" y="0"/>
                    <a:pt x="0" y="4"/>
                    <a:pt x="7" y="15"/>
                  </a:cubicBezTo>
                  <a:cubicBezTo>
                    <a:pt x="7" y="15"/>
                    <a:pt x="27" y="37"/>
                    <a:pt x="64" y="38"/>
                  </a:cubicBezTo>
                  <a:cubicBezTo>
                    <a:pt x="101" y="38"/>
                    <a:pt x="117" y="52"/>
                    <a:pt x="138" y="49"/>
                  </a:cubicBezTo>
                  <a:cubicBezTo>
                    <a:pt x="159" y="46"/>
                    <a:pt x="165" y="43"/>
                    <a:pt x="163" y="4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3878263" y="4530726"/>
              <a:ext cx="171450" cy="168275"/>
            </a:xfrm>
            <a:custGeom>
              <a:avLst/>
              <a:gdLst/>
              <a:ahLst/>
              <a:cxnLst/>
              <a:rect l="l" t="t" r="r" b="b"/>
              <a:pathLst>
                <a:path w="171" h="169" extrusionOk="0">
                  <a:moveTo>
                    <a:pt x="159" y="83"/>
                  </a:moveTo>
                  <a:cubicBezTo>
                    <a:pt x="148" y="83"/>
                    <a:pt x="126" y="61"/>
                    <a:pt x="127" y="51"/>
                  </a:cubicBezTo>
                  <a:cubicBezTo>
                    <a:pt x="128" y="40"/>
                    <a:pt x="153" y="38"/>
                    <a:pt x="148" y="38"/>
                  </a:cubicBezTo>
                  <a:cubicBezTo>
                    <a:pt x="144" y="38"/>
                    <a:pt x="141" y="32"/>
                    <a:pt x="141" y="32"/>
                  </a:cubicBezTo>
                  <a:cubicBezTo>
                    <a:pt x="150" y="25"/>
                    <a:pt x="147" y="21"/>
                    <a:pt x="147" y="21"/>
                  </a:cubicBezTo>
                  <a:cubicBezTo>
                    <a:pt x="134" y="19"/>
                    <a:pt x="126" y="8"/>
                    <a:pt x="120" y="5"/>
                  </a:cubicBezTo>
                  <a:cubicBezTo>
                    <a:pt x="113" y="2"/>
                    <a:pt x="105" y="0"/>
                    <a:pt x="104" y="5"/>
                  </a:cubicBezTo>
                  <a:cubicBezTo>
                    <a:pt x="102" y="10"/>
                    <a:pt x="94" y="31"/>
                    <a:pt x="83" y="31"/>
                  </a:cubicBezTo>
                  <a:cubicBezTo>
                    <a:pt x="72" y="30"/>
                    <a:pt x="77" y="32"/>
                    <a:pt x="72" y="34"/>
                  </a:cubicBezTo>
                  <a:cubicBezTo>
                    <a:pt x="66" y="36"/>
                    <a:pt x="80" y="49"/>
                    <a:pt x="66" y="50"/>
                  </a:cubicBezTo>
                  <a:cubicBezTo>
                    <a:pt x="52" y="51"/>
                    <a:pt x="55" y="54"/>
                    <a:pt x="45" y="70"/>
                  </a:cubicBezTo>
                  <a:cubicBezTo>
                    <a:pt x="35" y="85"/>
                    <a:pt x="32" y="71"/>
                    <a:pt x="17" y="73"/>
                  </a:cubicBezTo>
                  <a:cubicBezTo>
                    <a:pt x="3" y="76"/>
                    <a:pt x="0" y="102"/>
                    <a:pt x="18" y="112"/>
                  </a:cubicBezTo>
                  <a:cubicBezTo>
                    <a:pt x="36" y="122"/>
                    <a:pt x="38" y="150"/>
                    <a:pt x="38" y="150"/>
                  </a:cubicBezTo>
                  <a:cubicBezTo>
                    <a:pt x="55" y="145"/>
                    <a:pt x="52" y="149"/>
                    <a:pt x="77" y="153"/>
                  </a:cubicBezTo>
                  <a:cubicBezTo>
                    <a:pt x="103" y="158"/>
                    <a:pt x="95" y="166"/>
                    <a:pt x="117" y="168"/>
                  </a:cubicBezTo>
                  <a:cubicBezTo>
                    <a:pt x="139" y="169"/>
                    <a:pt x="132" y="131"/>
                    <a:pt x="132" y="131"/>
                  </a:cubicBezTo>
                  <a:cubicBezTo>
                    <a:pt x="150" y="126"/>
                    <a:pt x="145" y="92"/>
                    <a:pt x="145" y="92"/>
                  </a:cubicBezTo>
                  <a:cubicBezTo>
                    <a:pt x="168" y="100"/>
                    <a:pt x="171" y="82"/>
                    <a:pt x="159" y="8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044950" y="4600576"/>
              <a:ext cx="96838" cy="133350"/>
            </a:xfrm>
            <a:custGeom>
              <a:avLst/>
              <a:gdLst/>
              <a:ahLst/>
              <a:cxnLst/>
              <a:rect l="l" t="t" r="r" b="b"/>
              <a:pathLst>
                <a:path w="96" h="133" extrusionOk="0">
                  <a:moveTo>
                    <a:pt x="9" y="88"/>
                  </a:moveTo>
                  <a:cubicBezTo>
                    <a:pt x="18" y="89"/>
                    <a:pt x="17" y="90"/>
                    <a:pt x="22" y="109"/>
                  </a:cubicBezTo>
                  <a:cubicBezTo>
                    <a:pt x="26" y="128"/>
                    <a:pt x="32" y="127"/>
                    <a:pt x="32" y="127"/>
                  </a:cubicBezTo>
                  <a:cubicBezTo>
                    <a:pt x="40" y="127"/>
                    <a:pt x="37" y="119"/>
                    <a:pt x="37" y="119"/>
                  </a:cubicBezTo>
                  <a:cubicBezTo>
                    <a:pt x="33" y="101"/>
                    <a:pt x="27" y="82"/>
                    <a:pt x="37" y="85"/>
                  </a:cubicBezTo>
                  <a:cubicBezTo>
                    <a:pt x="46" y="88"/>
                    <a:pt x="51" y="104"/>
                    <a:pt x="66" y="118"/>
                  </a:cubicBezTo>
                  <a:cubicBezTo>
                    <a:pt x="82" y="133"/>
                    <a:pt x="79" y="116"/>
                    <a:pt x="78" y="110"/>
                  </a:cubicBezTo>
                  <a:cubicBezTo>
                    <a:pt x="77" y="104"/>
                    <a:pt x="72" y="102"/>
                    <a:pt x="72" y="102"/>
                  </a:cubicBezTo>
                  <a:cubicBezTo>
                    <a:pt x="60" y="102"/>
                    <a:pt x="69" y="86"/>
                    <a:pt x="61" y="85"/>
                  </a:cubicBezTo>
                  <a:cubicBezTo>
                    <a:pt x="52" y="85"/>
                    <a:pt x="48" y="70"/>
                    <a:pt x="48" y="70"/>
                  </a:cubicBezTo>
                  <a:cubicBezTo>
                    <a:pt x="48" y="70"/>
                    <a:pt x="42" y="60"/>
                    <a:pt x="54" y="57"/>
                  </a:cubicBezTo>
                  <a:cubicBezTo>
                    <a:pt x="65" y="54"/>
                    <a:pt x="70" y="46"/>
                    <a:pt x="70" y="46"/>
                  </a:cubicBezTo>
                  <a:cubicBezTo>
                    <a:pt x="55" y="39"/>
                    <a:pt x="44" y="48"/>
                    <a:pt x="36" y="48"/>
                  </a:cubicBezTo>
                  <a:cubicBezTo>
                    <a:pt x="28" y="47"/>
                    <a:pt x="21" y="68"/>
                    <a:pt x="20" y="46"/>
                  </a:cubicBezTo>
                  <a:cubicBezTo>
                    <a:pt x="19" y="24"/>
                    <a:pt x="41" y="33"/>
                    <a:pt x="58" y="33"/>
                  </a:cubicBezTo>
                  <a:cubicBezTo>
                    <a:pt x="76" y="32"/>
                    <a:pt x="79" y="28"/>
                    <a:pt x="88" y="20"/>
                  </a:cubicBezTo>
                  <a:cubicBezTo>
                    <a:pt x="96" y="12"/>
                    <a:pt x="84" y="0"/>
                    <a:pt x="81" y="9"/>
                  </a:cubicBezTo>
                  <a:cubicBezTo>
                    <a:pt x="79" y="18"/>
                    <a:pt x="72" y="19"/>
                    <a:pt x="58" y="21"/>
                  </a:cubicBezTo>
                  <a:cubicBezTo>
                    <a:pt x="44" y="23"/>
                    <a:pt x="50" y="19"/>
                    <a:pt x="30" y="16"/>
                  </a:cubicBezTo>
                  <a:cubicBezTo>
                    <a:pt x="10" y="14"/>
                    <a:pt x="10" y="31"/>
                    <a:pt x="12" y="40"/>
                  </a:cubicBezTo>
                  <a:cubicBezTo>
                    <a:pt x="13" y="49"/>
                    <a:pt x="8" y="41"/>
                    <a:pt x="10" y="51"/>
                  </a:cubicBezTo>
                  <a:cubicBezTo>
                    <a:pt x="13" y="61"/>
                    <a:pt x="14" y="66"/>
                    <a:pt x="8" y="75"/>
                  </a:cubicBezTo>
                  <a:cubicBezTo>
                    <a:pt x="2" y="84"/>
                    <a:pt x="0" y="87"/>
                    <a:pt x="9" y="8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4024313" y="4760913"/>
              <a:ext cx="57150" cy="22225"/>
            </a:xfrm>
            <a:custGeom>
              <a:avLst/>
              <a:gdLst/>
              <a:ahLst/>
              <a:cxnLst/>
              <a:rect l="l" t="t" r="r" b="b"/>
              <a:pathLst>
                <a:path w="57" h="22" extrusionOk="0">
                  <a:moveTo>
                    <a:pt x="46" y="16"/>
                  </a:moveTo>
                  <a:cubicBezTo>
                    <a:pt x="57" y="15"/>
                    <a:pt x="52" y="6"/>
                    <a:pt x="36" y="8"/>
                  </a:cubicBezTo>
                  <a:cubicBezTo>
                    <a:pt x="20" y="10"/>
                    <a:pt x="14" y="0"/>
                    <a:pt x="0" y="16"/>
                  </a:cubicBezTo>
                  <a:cubicBezTo>
                    <a:pt x="0" y="16"/>
                    <a:pt x="3" y="22"/>
                    <a:pt x="15" y="22"/>
                  </a:cubicBezTo>
                  <a:cubicBezTo>
                    <a:pt x="27" y="21"/>
                    <a:pt x="35" y="16"/>
                    <a:pt x="46" y="1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4071938" y="4783138"/>
              <a:ext cx="39688" cy="25400"/>
            </a:xfrm>
            <a:custGeom>
              <a:avLst/>
              <a:gdLst/>
              <a:ahLst/>
              <a:cxnLst/>
              <a:rect l="l" t="t" r="r" b="b"/>
              <a:pathLst>
                <a:path w="39" h="26" extrusionOk="0">
                  <a:moveTo>
                    <a:pt x="10" y="4"/>
                  </a:moveTo>
                  <a:cubicBezTo>
                    <a:pt x="1" y="5"/>
                    <a:pt x="1" y="0"/>
                    <a:pt x="0" y="6"/>
                  </a:cubicBezTo>
                  <a:cubicBezTo>
                    <a:pt x="0" y="6"/>
                    <a:pt x="2" y="13"/>
                    <a:pt x="12" y="13"/>
                  </a:cubicBezTo>
                  <a:cubicBezTo>
                    <a:pt x="22" y="13"/>
                    <a:pt x="21" y="26"/>
                    <a:pt x="26" y="24"/>
                  </a:cubicBezTo>
                  <a:cubicBezTo>
                    <a:pt x="31" y="21"/>
                    <a:pt x="39" y="20"/>
                    <a:pt x="27" y="11"/>
                  </a:cubicBezTo>
                  <a:cubicBezTo>
                    <a:pt x="16" y="2"/>
                    <a:pt x="20" y="2"/>
                    <a:pt x="10" y="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4141788" y="4770438"/>
              <a:ext cx="57150" cy="44450"/>
            </a:xfrm>
            <a:custGeom>
              <a:avLst/>
              <a:gdLst/>
              <a:ahLst/>
              <a:cxnLst/>
              <a:rect l="l" t="t" r="r" b="b"/>
              <a:pathLst>
                <a:path w="57" h="45" extrusionOk="0">
                  <a:moveTo>
                    <a:pt x="10" y="34"/>
                  </a:moveTo>
                  <a:cubicBezTo>
                    <a:pt x="14" y="34"/>
                    <a:pt x="26" y="29"/>
                    <a:pt x="29" y="19"/>
                  </a:cubicBezTo>
                  <a:cubicBezTo>
                    <a:pt x="31" y="8"/>
                    <a:pt x="46" y="17"/>
                    <a:pt x="54" y="7"/>
                  </a:cubicBezTo>
                  <a:cubicBezTo>
                    <a:pt x="54" y="7"/>
                    <a:pt x="57" y="0"/>
                    <a:pt x="41" y="1"/>
                  </a:cubicBezTo>
                  <a:cubicBezTo>
                    <a:pt x="24" y="1"/>
                    <a:pt x="25" y="6"/>
                    <a:pt x="20" y="17"/>
                  </a:cubicBezTo>
                  <a:cubicBezTo>
                    <a:pt x="14" y="27"/>
                    <a:pt x="9" y="12"/>
                    <a:pt x="0" y="45"/>
                  </a:cubicBezTo>
                  <a:cubicBezTo>
                    <a:pt x="0" y="45"/>
                    <a:pt x="5" y="35"/>
                    <a:pt x="10" y="3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4202113" y="4643438"/>
              <a:ext cx="393700" cy="173038"/>
            </a:xfrm>
            <a:custGeom>
              <a:avLst/>
              <a:gdLst/>
              <a:ahLst/>
              <a:cxnLst/>
              <a:rect l="l" t="t" r="r" b="b"/>
              <a:pathLst>
                <a:path w="392" h="173" extrusionOk="0">
                  <a:moveTo>
                    <a:pt x="82" y="23"/>
                  </a:moveTo>
                  <a:cubicBezTo>
                    <a:pt x="77" y="1"/>
                    <a:pt x="78" y="0"/>
                    <a:pt x="52" y="0"/>
                  </a:cubicBezTo>
                  <a:cubicBezTo>
                    <a:pt x="25" y="1"/>
                    <a:pt x="0" y="7"/>
                    <a:pt x="27" y="16"/>
                  </a:cubicBezTo>
                  <a:cubicBezTo>
                    <a:pt x="53" y="25"/>
                    <a:pt x="41" y="35"/>
                    <a:pt x="54" y="40"/>
                  </a:cubicBezTo>
                  <a:cubicBezTo>
                    <a:pt x="67" y="44"/>
                    <a:pt x="69" y="62"/>
                    <a:pt x="71" y="62"/>
                  </a:cubicBezTo>
                  <a:cubicBezTo>
                    <a:pt x="73" y="62"/>
                    <a:pt x="78" y="51"/>
                    <a:pt x="78" y="51"/>
                  </a:cubicBezTo>
                  <a:cubicBezTo>
                    <a:pt x="88" y="58"/>
                    <a:pt x="104" y="69"/>
                    <a:pt x="127" y="70"/>
                  </a:cubicBezTo>
                  <a:cubicBezTo>
                    <a:pt x="149" y="72"/>
                    <a:pt x="172" y="95"/>
                    <a:pt x="176" y="110"/>
                  </a:cubicBezTo>
                  <a:cubicBezTo>
                    <a:pt x="180" y="126"/>
                    <a:pt x="144" y="104"/>
                    <a:pt x="156" y="120"/>
                  </a:cubicBezTo>
                  <a:cubicBezTo>
                    <a:pt x="168" y="136"/>
                    <a:pt x="181" y="120"/>
                    <a:pt x="193" y="121"/>
                  </a:cubicBezTo>
                  <a:cubicBezTo>
                    <a:pt x="205" y="123"/>
                    <a:pt x="217" y="142"/>
                    <a:pt x="217" y="142"/>
                  </a:cubicBezTo>
                  <a:cubicBezTo>
                    <a:pt x="217" y="142"/>
                    <a:pt x="245" y="149"/>
                    <a:pt x="247" y="136"/>
                  </a:cubicBezTo>
                  <a:cubicBezTo>
                    <a:pt x="249" y="123"/>
                    <a:pt x="253" y="102"/>
                    <a:pt x="284" y="122"/>
                  </a:cubicBezTo>
                  <a:cubicBezTo>
                    <a:pt x="315" y="142"/>
                    <a:pt x="323" y="160"/>
                    <a:pt x="347" y="159"/>
                  </a:cubicBezTo>
                  <a:cubicBezTo>
                    <a:pt x="372" y="158"/>
                    <a:pt x="392" y="173"/>
                    <a:pt x="316" y="118"/>
                  </a:cubicBezTo>
                  <a:cubicBezTo>
                    <a:pt x="241" y="64"/>
                    <a:pt x="298" y="56"/>
                    <a:pt x="186" y="34"/>
                  </a:cubicBezTo>
                  <a:cubicBezTo>
                    <a:pt x="181" y="27"/>
                    <a:pt x="161" y="31"/>
                    <a:pt x="143" y="23"/>
                  </a:cubicBezTo>
                  <a:cubicBezTo>
                    <a:pt x="124" y="16"/>
                    <a:pt x="113" y="27"/>
                    <a:pt x="107" y="37"/>
                  </a:cubicBezTo>
                  <a:cubicBezTo>
                    <a:pt x="100" y="48"/>
                    <a:pt x="88" y="46"/>
                    <a:pt x="82" y="2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4078288" y="4764088"/>
              <a:ext cx="79375" cy="19050"/>
            </a:xfrm>
            <a:custGeom>
              <a:avLst/>
              <a:gdLst/>
              <a:ahLst/>
              <a:cxnLst/>
              <a:rect l="l" t="t" r="r" b="b"/>
              <a:pathLst>
                <a:path w="79" h="18" extrusionOk="0">
                  <a:moveTo>
                    <a:pt x="34" y="15"/>
                  </a:moveTo>
                  <a:cubicBezTo>
                    <a:pt x="48" y="13"/>
                    <a:pt x="58" y="9"/>
                    <a:pt x="79" y="7"/>
                  </a:cubicBezTo>
                  <a:cubicBezTo>
                    <a:pt x="79" y="7"/>
                    <a:pt x="65" y="0"/>
                    <a:pt x="35" y="8"/>
                  </a:cubicBezTo>
                  <a:cubicBezTo>
                    <a:pt x="35" y="8"/>
                    <a:pt x="28" y="4"/>
                    <a:pt x="11" y="4"/>
                  </a:cubicBezTo>
                  <a:cubicBezTo>
                    <a:pt x="0" y="4"/>
                    <a:pt x="9" y="8"/>
                    <a:pt x="9" y="8"/>
                  </a:cubicBezTo>
                  <a:cubicBezTo>
                    <a:pt x="9" y="8"/>
                    <a:pt x="21" y="18"/>
                    <a:pt x="34" y="15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4162425" y="4684713"/>
              <a:ext cx="17463" cy="14288"/>
            </a:xfrm>
            <a:custGeom>
              <a:avLst/>
              <a:gdLst/>
              <a:ahLst/>
              <a:cxnLst/>
              <a:rect l="l" t="t" r="r" b="b"/>
              <a:pathLst>
                <a:path w="18" h="14" extrusionOk="0">
                  <a:moveTo>
                    <a:pt x="9" y="2"/>
                  </a:moveTo>
                  <a:cubicBezTo>
                    <a:pt x="0" y="0"/>
                    <a:pt x="8" y="2"/>
                    <a:pt x="0" y="5"/>
                  </a:cubicBezTo>
                  <a:cubicBezTo>
                    <a:pt x="0" y="5"/>
                    <a:pt x="5" y="14"/>
                    <a:pt x="12" y="14"/>
                  </a:cubicBezTo>
                  <a:cubicBezTo>
                    <a:pt x="18" y="14"/>
                    <a:pt x="18" y="4"/>
                    <a:pt x="9" y="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4191000" y="4681538"/>
              <a:ext cx="53975" cy="19050"/>
            </a:xfrm>
            <a:custGeom>
              <a:avLst/>
              <a:gdLst/>
              <a:ahLst/>
              <a:cxnLst/>
              <a:rect l="l" t="t" r="r" b="b"/>
              <a:pathLst>
                <a:path w="53" h="19" extrusionOk="0">
                  <a:moveTo>
                    <a:pt x="6" y="16"/>
                  </a:moveTo>
                  <a:cubicBezTo>
                    <a:pt x="12" y="13"/>
                    <a:pt x="19" y="8"/>
                    <a:pt x="34" y="12"/>
                  </a:cubicBezTo>
                  <a:cubicBezTo>
                    <a:pt x="48" y="16"/>
                    <a:pt x="53" y="12"/>
                    <a:pt x="47" y="8"/>
                  </a:cubicBezTo>
                  <a:cubicBezTo>
                    <a:pt x="41" y="4"/>
                    <a:pt x="26" y="2"/>
                    <a:pt x="0" y="0"/>
                  </a:cubicBezTo>
                  <a:cubicBezTo>
                    <a:pt x="0" y="0"/>
                    <a:pt x="1" y="19"/>
                    <a:pt x="6" y="1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4159250" y="4595813"/>
              <a:ext cx="38100" cy="65088"/>
            </a:xfrm>
            <a:custGeom>
              <a:avLst/>
              <a:gdLst/>
              <a:ahLst/>
              <a:cxnLst/>
              <a:rect l="l" t="t" r="r" b="b"/>
              <a:pathLst>
                <a:path w="37" h="66" extrusionOk="0">
                  <a:moveTo>
                    <a:pt x="2" y="22"/>
                  </a:moveTo>
                  <a:cubicBezTo>
                    <a:pt x="0" y="29"/>
                    <a:pt x="16" y="26"/>
                    <a:pt x="17" y="38"/>
                  </a:cubicBezTo>
                  <a:cubicBezTo>
                    <a:pt x="19" y="51"/>
                    <a:pt x="23" y="66"/>
                    <a:pt x="26" y="53"/>
                  </a:cubicBezTo>
                  <a:cubicBezTo>
                    <a:pt x="29" y="39"/>
                    <a:pt x="37" y="41"/>
                    <a:pt x="27" y="29"/>
                  </a:cubicBezTo>
                  <a:cubicBezTo>
                    <a:pt x="17" y="17"/>
                    <a:pt x="13" y="12"/>
                    <a:pt x="21" y="0"/>
                  </a:cubicBezTo>
                  <a:cubicBezTo>
                    <a:pt x="21" y="0"/>
                    <a:pt x="4" y="15"/>
                    <a:pt x="2" y="2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4281488" y="4719638"/>
              <a:ext cx="31750" cy="36513"/>
            </a:xfrm>
            <a:custGeom>
              <a:avLst/>
              <a:gdLst/>
              <a:ahLst/>
              <a:cxnLst/>
              <a:rect l="l" t="t" r="r" b="b"/>
              <a:pathLst>
                <a:path w="32" h="36" extrusionOk="0">
                  <a:moveTo>
                    <a:pt x="18" y="0"/>
                  </a:moveTo>
                  <a:cubicBezTo>
                    <a:pt x="18" y="0"/>
                    <a:pt x="19" y="23"/>
                    <a:pt x="10" y="25"/>
                  </a:cubicBezTo>
                  <a:cubicBezTo>
                    <a:pt x="0" y="26"/>
                    <a:pt x="28" y="36"/>
                    <a:pt x="26" y="21"/>
                  </a:cubicBezTo>
                  <a:cubicBezTo>
                    <a:pt x="24" y="6"/>
                    <a:pt x="32" y="9"/>
                    <a:pt x="18" y="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4246563" y="4738688"/>
              <a:ext cx="26988" cy="31750"/>
            </a:xfrm>
            <a:custGeom>
              <a:avLst/>
              <a:gdLst/>
              <a:ahLst/>
              <a:cxnLst/>
              <a:rect l="l" t="t" r="r" b="b"/>
              <a:pathLst>
                <a:path w="27" h="31" extrusionOk="0">
                  <a:moveTo>
                    <a:pt x="9" y="20"/>
                  </a:moveTo>
                  <a:cubicBezTo>
                    <a:pt x="9" y="20"/>
                    <a:pt x="0" y="31"/>
                    <a:pt x="14" y="28"/>
                  </a:cubicBezTo>
                  <a:cubicBezTo>
                    <a:pt x="27" y="24"/>
                    <a:pt x="10" y="0"/>
                    <a:pt x="13" y="9"/>
                  </a:cubicBezTo>
                  <a:cubicBezTo>
                    <a:pt x="15" y="18"/>
                    <a:pt x="9" y="20"/>
                    <a:pt x="9" y="2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4021138" y="4803776"/>
              <a:ext cx="687388" cy="560388"/>
            </a:xfrm>
            <a:custGeom>
              <a:avLst/>
              <a:gdLst/>
              <a:ahLst/>
              <a:cxnLst/>
              <a:rect l="l" t="t" r="r" b="b"/>
              <a:pathLst>
                <a:path w="688" h="560" extrusionOk="0">
                  <a:moveTo>
                    <a:pt x="673" y="318"/>
                  </a:moveTo>
                  <a:cubicBezTo>
                    <a:pt x="658" y="252"/>
                    <a:pt x="617" y="237"/>
                    <a:pt x="617" y="237"/>
                  </a:cubicBezTo>
                  <a:cubicBezTo>
                    <a:pt x="607" y="207"/>
                    <a:pt x="590" y="214"/>
                    <a:pt x="590" y="214"/>
                  </a:cubicBezTo>
                  <a:cubicBezTo>
                    <a:pt x="590" y="214"/>
                    <a:pt x="571" y="167"/>
                    <a:pt x="548" y="162"/>
                  </a:cubicBezTo>
                  <a:cubicBezTo>
                    <a:pt x="525" y="158"/>
                    <a:pt x="504" y="127"/>
                    <a:pt x="489" y="93"/>
                  </a:cubicBezTo>
                  <a:cubicBezTo>
                    <a:pt x="474" y="60"/>
                    <a:pt x="461" y="83"/>
                    <a:pt x="457" y="66"/>
                  </a:cubicBezTo>
                  <a:cubicBezTo>
                    <a:pt x="452" y="49"/>
                    <a:pt x="425" y="0"/>
                    <a:pt x="417" y="8"/>
                  </a:cubicBezTo>
                  <a:cubicBezTo>
                    <a:pt x="409" y="15"/>
                    <a:pt x="424" y="82"/>
                    <a:pt x="424" y="112"/>
                  </a:cubicBezTo>
                  <a:cubicBezTo>
                    <a:pt x="424" y="143"/>
                    <a:pt x="370" y="107"/>
                    <a:pt x="345" y="88"/>
                  </a:cubicBezTo>
                  <a:cubicBezTo>
                    <a:pt x="320" y="69"/>
                    <a:pt x="347" y="60"/>
                    <a:pt x="345" y="41"/>
                  </a:cubicBezTo>
                  <a:cubicBezTo>
                    <a:pt x="344" y="22"/>
                    <a:pt x="312" y="27"/>
                    <a:pt x="287" y="27"/>
                  </a:cubicBezTo>
                  <a:cubicBezTo>
                    <a:pt x="262" y="27"/>
                    <a:pt x="236" y="31"/>
                    <a:pt x="233" y="60"/>
                  </a:cubicBezTo>
                  <a:cubicBezTo>
                    <a:pt x="230" y="90"/>
                    <a:pt x="212" y="77"/>
                    <a:pt x="212" y="77"/>
                  </a:cubicBezTo>
                  <a:cubicBezTo>
                    <a:pt x="212" y="77"/>
                    <a:pt x="220" y="63"/>
                    <a:pt x="193" y="61"/>
                  </a:cubicBezTo>
                  <a:cubicBezTo>
                    <a:pt x="167" y="59"/>
                    <a:pt x="169" y="82"/>
                    <a:pt x="156" y="94"/>
                  </a:cubicBezTo>
                  <a:cubicBezTo>
                    <a:pt x="142" y="107"/>
                    <a:pt x="155" y="129"/>
                    <a:pt x="145" y="112"/>
                  </a:cubicBezTo>
                  <a:cubicBezTo>
                    <a:pt x="136" y="95"/>
                    <a:pt x="125" y="107"/>
                    <a:pt x="127" y="120"/>
                  </a:cubicBezTo>
                  <a:cubicBezTo>
                    <a:pt x="129" y="132"/>
                    <a:pt x="129" y="159"/>
                    <a:pt x="110" y="161"/>
                  </a:cubicBezTo>
                  <a:cubicBezTo>
                    <a:pt x="90" y="163"/>
                    <a:pt x="50" y="174"/>
                    <a:pt x="25" y="202"/>
                  </a:cubicBezTo>
                  <a:cubicBezTo>
                    <a:pt x="0" y="230"/>
                    <a:pt x="13" y="227"/>
                    <a:pt x="22" y="259"/>
                  </a:cubicBezTo>
                  <a:cubicBezTo>
                    <a:pt x="31" y="291"/>
                    <a:pt x="20" y="282"/>
                    <a:pt x="23" y="295"/>
                  </a:cubicBezTo>
                  <a:cubicBezTo>
                    <a:pt x="25" y="308"/>
                    <a:pt x="71" y="373"/>
                    <a:pt x="81" y="398"/>
                  </a:cubicBezTo>
                  <a:cubicBezTo>
                    <a:pt x="91" y="423"/>
                    <a:pt x="78" y="431"/>
                    <a:pt x="78" y="431"/>
                  </a:cubicBezTo>
                  <a:cubicBezTo>
                    <a:pt x="83" y="462"/>
                    <a:pt x="96" y="469"/>
                    <a:pt x="127" y="468"/>
                  </a:cubicBezTo>
                  <a:cubicBezTo>
                    <a:pt x="157" y="466"/>
                    <a:pt x="138" y="434"/>
                    <a:pt x="164" y="439"/>
                  </a:cubicBezTo>
                  <a:cubicBezTo>
                    <a:pt x="189" y="443"/>
                    <a:pt x="217" y="434"/>
                    <a:pt x="217" y="434"/>
                  </a:cubicBezTo>
                  <a:cubicBezTo>
                    <a:pt x="233" y="399"/>
                    <a:pt x="271" y="415"/>
                    <a:pt x="284" y="404"/>
                  </a:cubicBezTo>
                  <a:cubicBezTo>
                    <a:pt x="297" y="392"/>
                    <a:pt x="324" y="391"/>
                    <a:pt x="341" y="391"/>
                  </a:cubicBezTo>
                  <a:cubicBezTo>
                    <a:pt x="358" y="391"/>
                    <a:pt x="403" y="428"/>
                    <a:pt x="404" y="440"/>
                  </a:cubicBezTo>
                  <a:cubicBezTo>
                    <a:pt x="405" y="453"/>
                    <a:pt x="427" y="474"/>
                    <a:pt x="422" y="461"/>
                  </a:cubicBezTo>
                  <a:cubicBezTo>
                    <a:pt x="416" y="447"/>
                    <a:pt x="443" y="418"/>
                    <a:pt x="443" y="418"/>
                  </a:cubicBezTo>
                  <a:cubicBezTo>
                    <a:pt x="457" y="423"/>
                    <a:pt x="453" y="460"/>
                    <a:pt x="453" y="460"/>
                  </a:cubicBezTo>
                  <a:cubicBezTo>
                    <a:pt x="462" y="446"/>
                    <a:pt x="467" y="478"/>
                    <a:pt x="467" y="478"/>
                  </a:cubicBezTo>
                  <a:cubicBezTo>
                    <a:pt x="477" y="481"/>
                    <a:pt x="483" y="468"/>
                    <a:pt x="495" y="503"/>
                  </a:cubicBezTo>
                  <a:cubicBezTo>
                    <a:pt x="506" y="539"/>
                    <a:pt x="552" y="548"/>
                    <a:pt x="562" y="554"/>
                  </a:cubicBezTo>
                  <a:cubicBezTo>
                    <a:pt x="572" y="560"/>
                    <a:pt x="580" y="535"/>
                    <a:pt x="580" y="535"/>
                  </a:cubicBezTo>
                  <a:cubicBezTo>
                    <a:pt x="605" y="558"/>
                    <a:pt x="622" y="553"/>
                    <a:pt x="622" y="553"/>
                  </a:cubicBezTo>
                  <a:cubicBezTo>
                    <a:pt x="631" y="518"/>
                    <a:pt x="679" y="532"/>
                    <a:pt x="679" y="532"/>
                  </a:cubicBezTo>
                  <a:cubicBezTo>
                    <a:pt x="670" y="513"/>
                    <a:pt x="665" y="450"/>
                    <a:pt x="672" y="420"/>
                  </a:cubicBezTo>
                  <a:cubicBezTo>
                    <a:pt x="680" y="389"/>
                    <a:pt x="688" y="386"/>
                    <a:pt x="673" y="31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4619625" y="5403851"/>
              <a:ext cx="76200" cy="77788"/>
            </a:xfrm>
            <a:custGeom>
              <a:avLst/>
              <a:gdLst/>
              <a:ahLst/>
              <a:cxnLst/>
              <a:rect l="l" t="t" r="r" b="b"/>
              <a:pathLst>
                <a:path w="76" h="77" extrusionOk="0">
                  <a:moveTo>
                    <a:pt x="37" y="10"/>
                  </a:moveTo>
                  <a:cubicBezTo>
                    <a:pt x="19" y="10"/>
                    <a:pt x="0" y="0"/>
                    <a:pt x="0" y="0"/>
                  </a:cubicBezTo>
                  <a:cubicBezTo>
                    <a:pt x="3" y="21"/>
                    <a:pt x="22" y="31"/>
                    <a:pt x="22" y="31"/>
                  </a:cubicBezTo>
                  <a:cubicBezTo>
                    <a:pt x="28" y="57"/>
                    <a:pt x="36" y="67"/>
                    <a:pt x="49" y="72"/>
                  </a:cubicBezTo>
                  <a:cubicBezTo>
                    <a:pt x="63" y="77"/>
                    <a:pt x="63" y="61"/>
                    <a:pt x="69" y="46"/>
                  </a:cubicBezTo>
                  <a:cubicBezTo>
                    <a:pt x="76" y="30"/>
                    <a:pt x="59" y="5"/>
                    <a:pt x="59" y="5"/>
                  </a:cubicBezTo>
                  <a:cubicBezTo>
                    <a:pt x="59" y="5"/>
                    <a:pt x="55" y="10"/>
                    <a:pt x="37" y="1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4094163" y="4102101"/>
              <a:ext cx="49213" cy="57150"/>
            </a:xfrm>
            <a:custGeom>
              <a:avLst/>
              <a:gdLst/>
              <a:ahLst/>
              <a:cxnLst/>
              <a:rect l="l" t="t" r="r" b="b"/>
              <a:pathLst>
                <a:path w="49" h="57" extrusionOk="0">
                  <a:moveTo>
                    <a:pt x="0" y="20"/>
                  </a:moveTo>
                  <a:cubicBezTo>
                    <a:pt x="0" y="20"/>
                    <a:pt x="5" y="23"/>
                    <a:pt x="12" y="20"/>
                  </a:cubicBezTo>
                  <a:cubicBezTo>
                    <a:pt x="19" y="17"/>
                    <a:pt x="3" y="28"/>
                    <a:pt x="11" y="42"/>
                  </a:cubicBezTo>
                  <a:cubicBezTo>
                    <a:pt x="19" y="55"/>
                    <a:pt x="23" y="57"/>
                    <a:pt x="29" y="51"/>
                  </a:cubicBezTo>
                  <a:cubicBezTo>
                    <a:pt x="35" y="44"/>
                    <a:pt x="49" y="37"/>
                    <a:pt x="37" y="19"/>
                  </a:cubicBezTo>
                  <a:cubicBezTo>
                    <a:pt x="25" y="1"/>
                    <a:pt x="10" y="0"/>
                    <a:pt x="0" y="2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4108450" y="3983038"/>
              <a:ext cx="149225" cy="142875"/>
            </a:xfrm>
            <a:custGeom>
              <a:avLst/>
              <a:gdLst/>
              <a:ahLst/>
              <a:cxnLst/>
              <a:rect l="l" t="t" r="r" b="b"/>
              <a:pathLst>
                <a:path w="149" h="144" extrusionOk="0">
                  <a:moveTo>
                    <a:pt x="23" y="100"/>
                  </a:moveTo>
                  <a:cubicBezTo>
                    <a:pt x="10" y="101"/>
                    <a:pt x="0" y="118"/>
                    <a:pt x="0" y="118"/>
                  </a:cubicBezTo>
                  <a:cubicBezTo>
                    <a:pt x="13" y="122"/>
                    <a:pt x="16" y="120"/>
                    <a:pt x="16" y="120"/>
                  </a:cubicBezTo>
                  <a:cubicBezTo>
                    <a:pt x="35" y="102"/>
                    <a:pt x="60" y="113"/>
                    <a:pt x="60" y="113"/>
                  </a:cubicBezTo>
                  <a:cubicBezTo>
                    <a:pt x="61" y="119"/>
                    <a:pt x="60" y="121"/>
                    <a:pt x="63" y="124"/>
                  </a:cubicBezTo>
                  <a:cubicBezTo>
                    <a:pt x="82" y="144"/>
                    <a:pt x="82" y="104"/>
                    <a:pt x="82" y="104"/>
                  </a:cubicBezTo>
                  <a:cubicBezTo>
                    <a:pt x="93" y="107"/>
                    <a:pt x="91" y="110"/>
                    <a:pt x="103" y="113"/>
                  </a:cubicBezTo>
                  <a:cubicBezTo>
                    <a:pt x="114" y="115"/>
                    <a:pt x="119" y="96"/>
                    <a:pt x="119" y="96"/>
                  </a:cubicBezTo>
                  <a:cubicBezTo>
                    <a:pt x="119" y="96"/>
                    <a:pt x="123" y="110"/>
                    <a:pt x="136" y="103"/>
                  </a:cubicBezTo>
                  <a:cubicBezTo>
                    <a:pt x="149" y="95"/>
                    <a:pt x="127" y="51"/>
                    <a:pt x="127" y="51"/>
                  </a:cubicBezTo>
                  <a:cubicBezTo>
                    <a:pt x="127" y="51"/>
                    <a:pt x="143" y="40"/>
                    <a:pt x="137" y="25"/>
                  </a:cubicBezTo>
                  <a:cubicBezTo>
                    <a:pt x="130" y="9"/>
                    <a:pt x="122" y="0"/>
                    <a:pt x="113" y="0"/>
                  </a:cubicBezTo>
                  <a:cubicBezTo>
                    <a:pt x="103" y="0"/>
                    <a:pt x="104" y="8"/>
                    <a:pt x="104" y="8"/>
                  </a:cubicBezTo>
                  <a:cubicBezTo>
                    <a:pt x="110" y="28"/>
                    <a:pt x="104" y="69"/>
                    <a:pt x="93" y="71"/>
                  </a:cubicBezTo>
                  <a:cubicBezTo>
                    <a:pt x="81" y="73"/>
                    <a:pt x="76" y="75"/>
                    <a:pt x="71" y="86"/>
                  </a:cubicBezTo>
                  <a:cubicBezTo>
                    <a:pt x="66" y="98"/>
                    <a:pt x="37" y="98"/>
                    <a:pt x="23" y="10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4197350" y="3900488"/>
              <a:ext cx="87313" cy="74613"/>
            </a:xfrm>
            <a:custGeom>
              <a:avLst/>
              <a:gdLst/>
              <a:ahLst/>
              <a:cxnLst/>
              <a:rect l="l" t="t" r="r" b="b"/>
              <a:pathLst>
                <a:path w="87" h="74" extrusionOk="0">
                  <a:moveTo>
                    <a:pt x="68" y="27"/>
                  </a:moveTo>
                  <a:cubicBezTo>
                    <a:pt x="49" y="21"/>
                    <a:pt x="32" y="16"/>
                    <a:pt x="23" y="0"/>
                  </a:cubicBezTo>
                  <a:cubicBezTo>
                    <a:pt x="23" y="0"/>
                    <a:pt x="12" y="2"/>
                    <a:pt x="22" y="34"/>
                  </a:cubicBezTo>
                  <a:cubicBezTo>
                    <a:pt x="22" y="34"/>
                    <a:pt x="24" y="44"/>
                    <a:pt x="13" y="45"/>
                  </a:cubicBezTo>
                  <a:cubicBezTo>
                    <a:pt x="1" y="46"/>
                    <a:pt x="0" y="61"/>
                    <a:pt x="26" y="67"/>
                  </a:cubicBezTo>
                  <a:cubicBezTo>
                    <a:pt x="26" y="67"/>
                    <a:pt x="5" y="56"/>
                    <a:pt x="23" y="56"/>
                  </a:cubicBezTo>
                  <a:cubicBezTo>
                    <a:pt x="41" y="56"/>
                    <a:pt x="43" y="74"/>
                    <a:pt x="57" y="67"/>
                  </a:cubicBezTo>
                  <a:cubicBezTo>
                    <a:pt x="70" y="59"/>
                    <a:pt x="49" y="48"/>
                    <a:pt x="81" y="49"/>
                  </a:cubicBezTo>
                  <a:cubicBezTo>
                    <a:pt x="81" y="49"/>
                    <a:pt x="87" y="34"/>
                    <a:pt x="68" y="27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4183063" y="3716338"/>
              <a:ext cx="63500" cy="174625"/>
            </a:xfrm>
            <a:custGeom>
              <a:avLst/>
              <a:gdLst/>
              <a:ahLst/>
              <a:cxnLst/>
              <a:rect l="l" t="t" r="r" b="b"/>
              <a:pathLst>
                <a:path w="63" h="174" extrusionOk="0">
                  <a:moveTo>
                    <a:pt x="63" y="120"/>
                  </a:moveTo>
                  <a:cubicBezTo>
                    <a:pt x="55" y="114"/>
                    <a:pt x="35" y="93"/>
                    <a:pt x="24" y="63"/>
                  </a:cubicBezTo>
                  <a:cubicBezTo>
                    <a:pt x="14" y="33"/>
                    <a:pt x="7" y="0"/>
                    <a:pt x="4" y="8"/>
                  </a:cubicBezTo>
                  <a:cubicBezTo>
                    <a:pt x="1" y="16"/>
                    <a:pt x="0" y="11"/>
                    <a:pt x="1" y="32"/>
                  </a:cubicBezTo>
                  <a:cubicBezTo>
                    <a:pt x="2" y="53"/>
                    <a:pt x="4" y="51"/>
                    <a:pt x="10" y="71"/>
                  </a:cubicBezTo>
                  <a:cubicBezTo>
                    <a:pt x="16" y="91"/>
                    <a:pt x="10" y="93"/>
                    <a:pt x="15" y="115"/>
                  </a:cubicBezTo>
                  <a:cubicBezTo>
                    <a:pt x="21" y="138"/>
                    <a:pt x="34" y="174"/>
                    <a:pt x="34" y="174"/>
                  </a:cubicBezTo>
                  <a:cubicBezTo>
                    <a:pt x="34" y="174"/>
                    <a:pt x="30" y="163"/>
                    <a:pt x="41" y="161"/>
                  </a:cubicBezTo>
                  <a:cubicBezTo>
                    <a:pt x="51" y="159"/>
                    <a:pt x="61" y="174"/>
                    <a:pt x="61" y="174"/>
                  </a:cubicBezTo>
                  <a:cubicBezTo>
                    <a:pt x="63" y="162"/>
                    <a:pt x="32" y="147"/>
                    <a:pt x="32" y="124"/>
                  </a:cubicBezTo>
                  <a:cubicBezTo>
                    <a:pt x="32" y="102"/>
                    <a:pt x="63" y="120"/>
                    <a:pt x="63" y="12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4319588" y="3883026"/>
              <a:ext cx="22225" cy="19050"/>
            </a:xfrm>
            <a:custGeom>
              <a:avLst/>
              <a:gdLst/>
              <a:ahLst/>
              <a:cxnLst/>
              <a:rect l="l" t="t" r="r" b="b"/>
              <a:pathLst>
                <a:path w="22" h="19" extrusionOk="0">
                  <a:moveTo>
                    <a:pt x="22" y="8"/>
                  </a:moveTo>
                  <a:cubicBezTo>
                    <a:pt x="7" y="0"/>
                    <a:pt x="0" y="19"/>
                    <a:pt x="5" y="18"/>
                  </a:cubicBezTo>
                  <a:cubicBezTo>
                    <a:pt x="10" y="17"/>
                    <a:pt x="22" y="8"/>
                    <a:pt x="22" y="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291013" y="3892551"/>
              <a:ext cx="28575" cy="26988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25" y="13"/>
                  </a:moveTo>
                  <a:cubicBezTo>
                    <a:pt x="28" y="0"/>
                    <a:pt x="0" y="16"/>
                    <a:pt x="2" y="28"/>
                  </a:cubicBezTo>
                  <a:cubicBezTo>
                    <a:pt x="2" y="28"/>
                    <a:pt x="21" y="26"/>
                    <a:pt x="25" y="1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132263" y="4097338"/>
              <a:ext cx="34925" cy="39688"/>
            </a:xfrm>
            <a:custGeom>
              <a:avLst/>
              <a:gdLst/>
              <a:ahLst/>
              <a:cxnLst/>
              <a:rect l="l" t="t" r="r" b="b"/>
              <a:pathLst>
                <a:path w="35" h="39" extrusionOk="0">
                  <a:moveTo>
                    <a:pt x="18" y="1"/>
                  </a:moveTo>
                  <a:cubicBezTo>
                    <a:pt x="14" y="0"/>
                    <a:pt x="0" y="5"/>
                    <a:pt x="1" y="15"/>
                  </a:cubicBezTo>
                  <a:cubicBezTo>
                    <a:pt x="1" y="15"/>
                    <a:pt x="10" y="29"/>
                    <a:pt x="11" y="34"/>
                  </a:cubicBezTo>
                  <a:cubicBezTo>
                    <a:pt x="12" y="39"/>
                    <a:pt x="14" y="25"/>
                    <a:pt x="14" y="18"/>
                  </a:cubicBezTo>
                  <a:cubicBezTo>
                    <a:pt x="13" y="11"/>
                    <a:pt x="27" y="17"/>
                    <a:pt x="31" y="17"/>
                  </a:cubicBezTo>
                  <a:cubicBezTo>
                    <a:pt x="34" y="17"/>
                    <a:pt x="35" y="5"/>
                    <a:pt x="18" y="1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3986213" y="4237038"/>
              <a:ext cx="31750" cy="60325"/>
            </a:xfrm>
            <a:custGeom>
              <a:avLst/>
              <a:gdLst/>
              <a:ahLst/>
              <a:cxnLst/>
              <a:rect l="l" t="t" r="r" b="b"/>
              <a:pathLst>
                <a:path w="31" h="60" extrusionOk="0">
                  <a:moveTo>
                    <a:pt x="0" y="30"/>
                  </a:moveTo>
                  <a:cubicBezTo>
                    <a:pt x="0" y="30"/>
                    <a:pt x="7" y="60"/>
                    <a:pt x="17" y="60"/>
                  </a:cubicBezTo>
                  <a:cubicBezTo>
                    <a:pt x="27" y="60"/>
                    <a:pt x="14" y="50"/>
                    <a:pt x="19" y="38"/>
                  </a:cubicBezTo>
                  <a:cubicBezTo>
                    <a:pt x="24" y="27"/>
                    <a:pt x="31" y="20"/>
                    <a:pt x="25" y="10"/>
                  </a:cubicBezTo>
                  <a:cubicBezTo>
                    <a:pt x="18" y="0"/>
                    <a:pt x="5" y="14"/>
                    <a:pt x="0" y="3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3833813" y="4316413"/>
              <a:ext cx="34925" cy="44450"/>
            </a:xfrm>
            <a:custGeom>
              <a:avLst/>
              <a:gdLst/>
              <a:ahLst/>
              <a:cxnLst/>
              <a:rect l="l" t="t" r="r" b="b"/>
              <a:pathLst>
                <a:path w="36" h="45" extrusionOk="0">
                  <a:moveTo>
                    <a:pt x="18" y="12"/>
                  </a:moveTo>
                  <a:cubicBezTo>
                    <a:pt x="18" y="12"/>
                    <a:pt x="2" y="18"/>
                    <a:pt x="1" y="29"/>
                  </a:cubicBezTo>
                  <a:cubicBezTo>
                    <a:pt x="0" y="40"/>
                    <a:pt x="13" y="45"/>
                    <a:pt x="24" y="42"/>
                  </a:cubicBezTo>
                  <a:cubicBezTo>
                    <a:pt x="34" y="39"/>
                    <a:pt x="35" y="25"/>
                    <a:pt x="36" y="12"/>
                  </a:cubicBezTo>
                  <a:cubicBezTo>
                    <a:pt x="36" y="0"/>
                    <a:pt x="33" y="15"/>
                    <a:pt x="18" y="1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4513263" y="4676776"/>
              <a:ext cx="77788" cy="69850"/>
            </a:xfrm>
            <a:custGeom>
              <a:avLst/>
              <a:gdLst/>
              <a:ahLst/>
              <a:cxnLst/>
              <a:rect l="l" t="t" r="r" b="b"/>
              <a:pathLst>
                <a:path w="77" h="69" extrusionOk="0">
                  <a:moveTo>
                    <a:pt x="40" y="36"/>
                  </a:moveTo>
                  <a:cubicBezTo>
                    <a:pt x="35" y="53"/>
                    <a:pt x="0" y="36"/>
                    <a:pt x="0" y="36"/>
                  </a:cubicBezTo>
                  <a:cubicBezTo>
                    <a:pt x="28" y="69"/>
                    <a:pt x="34" y="67"/>
                    <a:pt x="56" y="44"/>
                  </a:cubicBezTo>
                  <a:cubicBezTo>
                    <a:pt x="77" y="21"/>
                    <a:pt x="69" y="26"/>
                    <a:pt x="62" y="14"/>
                  </a:cubicBezTo>
                  <a:cubicBezTo>
                    <a:pt x="55" y="2"/>
                    <a:pt x="22" y="0"/>
                    <a:pt x="22" y="0"/>
                  </a:cubicBezTo>
                  <a:cubicBezTo>
                    <a:pt x="69" y="26"/>
                    <a:pt x="46" y="19"/>
                    <a:pt x="40" y="3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2903538" y="4829176"/>
              <a:ext cx="106363" cy="254000"/>
            </a:xfrm>
            <a:custGeom>
              <a:avLst/>
              <a:gdLst/>
              <a:ahLst/>
              <a:cxnLst/>
              <a:rect l="l" t="t" r="r" b="b"/>
              <a:pathLst>
                <a:path w="106" h="253" extrusionOk="0">
                  <a:moveTo>
                    <a:pt x="82" y="21"/>
                  </a:moveTo>
                  <a:cubicBezTo>
                    <a:pt x="78" y="42"/>
                    <a:pt x="66" y="65"/>
                    <a:pt x="34" y="68"/>
                  </a:cubicBezTo>
                  <a:cubicBezTo>
                    <a:pt x="3" y="71"/>
                    <a:pt x="6" y="80"/>
                    <a:pt x="12" y="104"/>
                  </a:cubicBezTo>
                  <a:cubicBezTo>
                    <a:pt x="17" y="129"/>
                    <a:pt x="24" y="135"/>
                    <a:pt x="12" y="159"/>
                  </a:cubicBezTo>
                  <a:cubicBezTo>
                    <a:pt x="0" y="183"/>
                    <a:pt x="4" y="169"/>
                    <a:pt x="9" y="199"/>
                  </a:cubicBezTo>
                  <a:cubicBezTo>
                    <a:pt x="15" y="230"/>
                    <a:pt x="32" y="245"/>
                    <a:pt x="32" y="245"/>
                  </a:cubicBezTo>
                  <a:cubicBezTo>
                    <a:pt x="77" y="253"/>
                    <a:pt x="80" y="188"/>
                    <a:pt x="89" y="141"/>
                  </a:cubicBezTo>
                  <a:cubicBezTo>
                    <a:pt x="98" y="94"/>
                    <a:pt x="106" y="66"/>
                    <a:pt x="103" y="34"/>
                  </a:cubicBezTo>
                  <a:cubicBezTo>
                    <a:pt x="100" y="1"/>
                    <a:pt x="85" y="0"/>
                    <a:pt x="82" y="21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903538" y="3051176"/>
              <a:ext cx="215900" cy="244475"/>
            </a:xfrm>
            <a:custGeom>
              <a:avLst/>
              <a:gdLst/>
              <a:ahLst/>
              <a:cxnLst/>
              <a:rect l="l" t="t" r="r" b="b"/>
              <a:pathLst>
                <a:path w="215" h="245" extrusionOk="0">
                  <a:moveTo>
                    <a:pt x="21" y="212"/>
                  </a:moveTo>
                  <a:cubicBezTo>
                    <a:pt x="33" y="210"/>
                    <a:pt x="45" y="228"/>
                    <a:pt x="43" y="232"/>
                  </a:cubicBezTo>
                  <a:cubicBezTo>
                    <a:pt x="41" y="236"/>
                    <a:pt x="53" y="245"/>
                    <a:pt x="65" y="244"/>
                  </a:cubicBezTo>
                  <a:cubicBezTo>
                    <a:pt x="76" y="243"/>
                    <a:pt x="88" y="244"/>
                    <a:pt x="88" y="244"/>
                  </a:cubicBezTo>
                  <a:cubicBezTo>
                    <a:pt x="88" y="244"/>
                    <a:pt x="53" y="223"/>
                    <a:pt x="59" y="182"/>
                  </a:cubicBezTo>
                  <a:cubicBezTo>
                    <a:pt x="64" y="142"/>
                    <a:pt x="125" y="67"/>
                    <a:pt x="142" y="61"/>
                  </a:cubicBezTo>
                  <a:cubicBezTo>
                    <a:pt x="159" y="56"/>
                    <a:pt x="205" y="38"/>
                    <a:pt x="210" y="24"/>
                  </a:cubicBezTo>
                  <a:cubicBezTo>
                    <a:pt x="215" y="10"/>
                    <a:pt x="211" y="2"/>
                    <a:pt x="187" y="1"/>
                  </a:cubicBezTo>
                  <a:cubicBezTo>
                    <a:pt x="163" y="0"/>
                    <a:pt x="168" y="23"/>
                    <a:pt x="168" y="23"/>
                  </a:cubicBezTo>
                  <a:cubicBezTo>
                    <a:pt x="168" y="23"/>
                    <a:pt x="138" y="38"/>
                    <a:pt x="130" y="33"/>
                  </a:cubicBezTo>
                  <a:cubicBezTo>
                    <a:pt x="121" y="28"/>
                    <a:pt x="111" y="35"/>
                    <a:pt x="107" y="43"/>
                  </a:cubicBezTo>
                  <a:cubicBezTo>
                    <a:pt x="102" y="51"/>
                    <a:pt x="87" y="43"/>
                    <a:pt x="85" y="52"/>
                  </a:cubicBezTo>
                  <a:cubicBezTo>
                    <a:pt x="82" y="60"/>
                    <a:pt x="72" y="67"/>
                    <a:pt x="68" y="75"/>
                  </a:cubicBezTo>
                  <a:cubicBezTo>
                    <a:pt x="63" y="82"/>
                    <a:pt x="50" y="81"/>
                    <a:pt x="59" y="97"/>
                  </a:cubicBezTo>
                  <a:cubicBezTo>
                    <a:pt x="59" y="97"/>
                    <a:pt x="49" y="110"/>
                    <a:pt x="47" y="120"/>
                  </a:cubicBezTo>
                  <a:cubicBezTo>
                    <a:pt x="46" y="130"/>
                    <a:pt x="18" y="126"/>
                    <a:pt x="26" y="135"/>
                  </a:cubicBezTo>
                  <a:cubicBezTo>
                    <a:pt x="34" y="144"/>
                    <a:pt x="36" y="147"/>
                    <a:pt x="27" y="157"/>
                  </a:cubicBezTo>
                  <a:cubicBezTo>
                    <a:pt x="17" y="167"/>
                    <a:pt x="15" y="177"/>
                    <a:pt x="22" y="177"/>
                  </a:cubicBezTo>
                  <a:cubicBezTo>
                    <a:pt x="29" y="177"/>
                    <a:pt x="17" y="193"/>
                    <a:pt x="8" y="192"/>
                  </a:cubicBezTo>
                  <a:cubicBezTo>
                    <a:pt x="0" y="191"/>
                    <a:pt x="10" y="214"/>
                    <a:pt x="21" y="21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4065588" y="4494213"/>
              <a:ext cx="74613" cy="63500"/>
            </a:xfrm>
            <a:custGeom>
              <a:avLst/>
              <a:gdLst/>
              <a:ahLst/>
              <a:cxnLst/>
              <a:rect l="l" t="t" r="r" b="b"/>
              <a:pathLst>
                <a:path w="74" h="63" extrusionOk="0">
                  <a:moveTo>
                    <a:pt x="67" y="38"/>
                  </a:moveTo>
                  <a:cubicBezTo>
                    <a:pt x="74" y="48"/>
                    <a:pt x="65" y="0"/>
                    <a:pt x="55" y="0"/>
                  </a:cubicBezTo>
                  <a:cubicBezTo>
                    <a:pt x="45" y="0"/>
                    <a:pt x="44" y="13"/>
                    <a:pt x="30" y="10"/>
                  </a:cubicBezTo>
                  <a:cubicBezTo>
                    <a:pt x="16" y="8"/>
                    <a:pt x="0" y="7"/>
                    <a:pt x="4" y="35"/>
                  </a:cubicBezTo>
                  <a:cubicBezTo>
                    <a:pt x="9" y="63"/>
                    <a:pt x="3" y="30"/>
                    <a:pt x="13" y="26"/>
                  </a:cubicBezTo>
                  <a:cubicBezTo>
                    <a:pt x="23" y="22"/>
                    <a:pt x="36" y="20"/>
                    <a:pt x="35" y="27"/>
                  </a:cubicBezTo>
                  <a:cubicBezTo>
                    <a:pt x="35" y="27"/>
                    <a:pt x="30" y="45"/>
                    <a:pt x="51" y="51"/>
                  </a:cubicBezTo>
                  <a:cubicBezTo>
                    <a:pt x="72" y="57"/>
                    <a:pt x="47" y="41"/>
                    <a:pt x="52" y="30"/>
                  </a:cubicBezTo>
                  <a:cubicBezTo>
                    <a:pt x="57" y="19"/>
                    <a:pt x="60" y="29"/>
                    <a:pt x="67" y="3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4000500" y="4348163"/>
              <a:ext cx="47625" cy="87313"/>
            </a:xfrm>
            <a:custGeom>
              <a:avLst/>
              <a:gdLst/>
              <a:ahLst/>
              <a:cxnLst/>
              <a:rect l="l" t="t" r="r" b="b"/>
              <a:pathLst>
                <a:path w="47" h="88" extrusionOk="0">
                  <a:moveTo>
                    <a:pt x="37" y="39"/>
                  </a:moveTo>
                  <a:cubicBezTo>
                    <a:pt x="42" y="36"/>
                    <a:pt x="46" y="37"/>
                    <a:pt x="43" y="27"/>
                  </a:cubicBezTo>
                  <a:cubicBezTo>
                    <a:pt x="41" y="17"/>
                    <a:pt x="36" y="18"/>
                    <a:pt x="36" y="18"/>
                  </a:cubicBezTo>
                  <a:cubicBezTo>
                    <a:pt x="32" y="0"/>
                    <a:pt x="10" y="2"/>
                    <a:pt x="10" y="2"/>
                  </a:cubicBezTo>
                  <a:cubicBezTo>
                    <a:pt x="5" y="9"/>
                    <a:pt x="20" y="34"/>
                    <a:pt x="18" y="41"/>
                  </a:cubicBezTo>
                  <a:cubicBezTo>
                    <a:pt x="16" y="48"/>
                    <a:pt x="0" y="47"/>
                    <a:pt x="18" y="59"/>
                  </a:cubicBezTo>
                  <a:cubicBezTo>
                    <a:pt x="36" y="70"/>
                    <a:pt x="14" y="67"/>
                    <a:pt x="31" y="77"/>
                  </a:cubicBezTo>
                  <a:cubicBezTo>
                    <a:pt x="47" y="88"/>
                    <a:pt x="44" y="66"/>
                    <a:pt x="37" y="65"/>
                  </a:cubicBezTo>
                  <a:cubicBezTo>
                    <a:pt x="29" y="64"/>
                    <a:pt x="32" y="42"/>
                    <a:pt x="37" y="39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4048125" y="4421188"/>
              <a:ext cx="69850" cy="84138"/>
            </a:xfrm>
            <a:custGeom>
              <a:avLst/>
              <a:gdLst/>
              <a:ahLst/>
              <a:cxnLst/>
              <a:rect l="l" t="t" r="r" b="b"/>
              <a:pathLst>
                <a:path w="70" h="83" extrusionOk="0">
                  <a:moveTo>
                    <a:pt x="15" y="36"/>
                  </a:moveTo>
                  <a:cubicBezTo>
                    <a:pt x="0" y="33"/>
                    <a:pt x="1" y="34"/>
                    <a:pt x="8" y="51"/>
                  </a:cubicBezTo>
                  <a:cubicBezTo>
                    <a:pt x="16" y="68"/>
                    <a:pt x="16" y="60"/>
                    <a:pt x="12" y="72"/>
                  </a:cubicBezTo>
                  <a:cubicBezTo>
                    <a:pt x="8" y="83"/>
                    <a:pt x="20" y="73"/>
                    <a:pt x="30" y="68"/>
                  </a:cubicBezTo>
                  <a:cubicBezTo>
                    <a:pt x="39" y="64"/>
                    <a:pt x="36" y="57"/>
                    <a:pt x="53" y="54"/>
                  </a:cubicBezTo>
                  <a:cubicBezTo>
                    <a:pt x="70" y="51"/>
                    <a:pt x="62" y="28"/>
                    <a:pt x="53" y="24"/>
                  </a:cubicBezTo>
                  <a:cubicBezTo>
                    <a:pt x="44" y="20"/>
                    <a:pt x="31" y="18"/>
                    <a:pt x="30" y="11"/>
                  </a:cubicBezTo>
                  <a:cubicBezTo>
                    <a:pt x="29" y="4"/>
                    <a:pt x="10" y="0"/>
                    <a:pt x="5" y="3"/>
                  </a:cubicBezTo>
                  <a:cubicBezTo>
                    <a:pt x="5" y="3"/>
                    <a:pt x="21" y="11"/>
                    <a:pt x="26" y="23"/>
                  </a:cubicBezTo>
                  <a:cubicBezTo>
                    <a:pt x="31" y="35"/>
                    <a:pt x="31" y="30"/>
                    <a:pt x="37" y="28"/>
                  </a:cubicBezTo>
                  <a:cubicBezTo>
                    <a:pt x="44" y="26"/>
                    <a:pt x="44" y="32"/>
                    <a:pt x="34" y="43"/>
                  </a:cubicBezTo>
                  <a:cubicBezTo>
                    <a:pt x="25" y="53"/>
                    <a:pt x="30" y="39"/>
                    <a:pt x="15" y="3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4019550" y="4427538"/>
              <a:ext cx="25400" cy="31750"/>
            </a:xfrm>
            <a:custGeom>
              <a:avLst/>
              <a:gdLst/>
              <a:ahLst/>
              <a:cxnLst/>
              <a:rect l="l" t="t" r="r" b="b"/>
              <a:pathLst>
                <a:path w="26" h="32" extrusionOk="0">
                  <a:moveTo>
                    <a:pt x="17" y="6"/>
                  </a:moveTo>
                  <a:cubicBezTo>
                    <a:pt x="7" y="0"/>
                    <a:pt x="0" y="4"/>
                    <a:pt x="0" y="4"/>
                  </a:cubicBezTo>
                  <a:cubicBezTo>
                    <a:pt x="0" y="4"/>
                    <a:pt x="20" y="15"/>
                    <a:pt x="20" y="23"/>
                  </a:cubicBezTo>
                  <a:cubicBezTo>
                    <a:pt x="21" y="32"/>
                    <a:pt x="26" y="12"/>
                    <a:pt x="17" y="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3979863" y="4452938"/>
              <a:ext cx="39688" cy="55563"/>
            </a:xfrm>
            <a:custGeom>
              <a:avLst/>
              <a:gdLst/>
              <a:ahLst/>
              <a:cxnLst/>
              <a:rect l="l" t="t" r="r" b="b"/>
              <a:pathLst>
                <a:path w="39" h="56" extrusionOk="0">
                  <a:moveTo>
                    <a:pt x="7" y="54"/>
                  </a:moveTo>
                  <a:cubicBezTo>
                    <a:pt x="10" y="56"/>
                    <a:pt x="12" y="54"/>
                    <a:pt x="12" y="54"/>
                  </a:cubicBezTo>
                  <a:cubicBezTo>
                    <a:pt x="12" y="54"/>
                    <a:pt x="29" y="42"/>
                    <a:pt x="33" y="34"/>
                  </a:cubicBezTo>
                  <a:cubicBezTo>
                    <a:pt x="36" y="26"/>
                    <a:pt x="39" y="16"/>
                    <a:pt x="35" y="8"/>
                  </a:cubicBezTo>
                  <a:cubicBezTo>
                    <a:pt x="31" y="0"/>
                    <a:pt x="31" y="26"/>
                    <a:pt x="24" y="31"/>
                  </a:cubicBezTo>
                  <a:cubicBezTo>
                    <a:pt x="17" y="36"/>
                    <a:pt x="0" y="48"/>
                    <a:pt x="7" y="5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944563" y="4333876"/>
              <a:ext cx="1500" cy="1500"/>
            </a:xfrm>
            <a:prstGeom prst="rect">
              <a:avLst/>
            </a:pr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0" y="3252788"/>
              <a:ext cx="1682748" cy="2581274"/>
            </a:xfrm>
            <a:custGeom>
              <a:avLst/>
              <a:gdLst/>
              <a:ahLst/>
              <a:cxnLst/>
              <a:rect l="l" t="t" r="r" b="b"/>
              <a:pathLst>
                <a:path w="1681" h="2578" extrusionOk="0">
                  <a:moveTo>
                    <a:pt x="1651" y="1463"/>
                  </a:moveTo>
                  <a:cubicBezTo>
                    <a:pt x="1630" y="1455"/>
                    <a:pt x="1632" y="1431"/>
                    <a:pt x="1592" y="1422"/>
                  </a:cubicBezTo>
                  <a:cubicBezTo>
                    <a:pt x="1551" y="1413"/>
                    <a:pt x="1546" y="1421"/>
                    <a:pt x="1518" y="1397"/>
                  </a:cubicBezTo>
                  <a:cubicBezTo>
                    <a:pt x="1491" y="1373"/>
                    <a:pt x="1457" y="1396"/>
                    <a:pt x="1466" y="1356"/>
                  </a:cubicBezTo>
                  <a:cubicBezTo>
                    <a:pt x="1475" y="1315"/>
                    <a:pt x="1400" y="1289"/>
                    <a:pt x="1370" y="1291"/>
                  </a:cubicBezTo>
                  <a:cubicBezTo>
                    <a:pt x="1370" y="1291"/>
                    <a:pt x="1321" y="1245"/>
                    <a:pt x="1296" y="1227"/>
                  </a:cubicBezTo>
                  <a:cubicBezTo>
                    <a:pt x="1271" y="1210"/>
                    <a:pt x="1266" y="1232"/>
                    <a:pt x="1246" y="1227"/>
                  </a:cubicBezTo>
                  <a:cubicBezTo>
                    <a:pt x="1226" y="1223"/>
                    <a:pt x="1202" y="1207"/>
                    <a:pt x="1185" y="1192"/>
                  </a:cubicBezTo>
                  <a:cubicBezTo>
                    <a:pt x="1169" y="1177"/>
                    <a:pt x="1133" y="1222"/>
                    <a:pt x="1108" y="1213"/>
                  </a:cubicBezTo>
                  <a:cubicBezTo>
                    <a:pt x="1083" y="1204"/>
                    <a:pt x="1100" y="1232"/>
                    <a:pt x="1069" y="1253"/>
                  </a:cubicBezTo>
                  <a:cubicBezTo>
                    <a:pt x="1069" y="1253"/>
                    <a:pt x="1047" y="1212"/>
                    <a:pt x="1015" y="1239"/>
                  </a:cubicBezTo>
                  <a:cubicBezTo>
                    <a:pt x="983" y="1266"/>
                    <a:pt x="980" y="1218"/>
                    <a:pt x="980" y="1207"/>
                  </a:cubicBezTo>
                  <a:cubicBezTo>
                    <a:pt x="981" y="1196"/>
                    <a:pt x="1003" y="1149"/>
                    <a:pt x="990" y="1144"/>
                  </a:cubicBezTo>
                  <a:cubicBezTo>
                    <a:pt x="977" y="1139"/>
                    <a:pt x="917" y="1150"/>
                    <a:pt x="920" y="1137"/>
                  </a:cubicBezTo>
                  <a:cubicBezTo>
                    <a:pt x="924" y="1123"/>
                    <a:pt x="943" y="1100"/>
                    <a:pt x="943" y="1080"/>
                  </a:cubicBezTo>
                  <a:cubicBezTo>
                    <a:pt x="942" y="1080"/>
                    <a:pt x="942" y="1080"/>
                    <a:pt x="942" y="1081"/>
                  </a:cubicBezTo>
                  <a:cubicBezTo>
                    <a:pt x="948" y="1073"/>
                    <a:pt x="954" y="1066"/>
                    <a:pt x="956" y="1061"/>
                  </a:cubicBezTo>
                  <a:cubicBezTo>
                    <a:pt x="961" y="1051"/>
                    <a:pt x="936" y="1045"/>
                    <a:pt x="903" y="1055"/>
                  </a:cubicBezTo>
                  <a:cubicBezTo>
                    <a:pt x="903" y="1055"/>
                    <a:pt x="887" y="1099"/>
                    <a:pt x="872" y="1098"/>
                  </a:cubicBezTo>
                  <a:cubicBezTo>
                    <a:pt x="858" y="1097"/>
                    <a:pt x="816" y="1110"/>
                    <a:pt x="807" y="1061"/>
                  </a:cubicBezTo>
                  <a:cubicBezTo>
                    <a:pt x="799" y="1012"/>
                    <a:pt x="822" y="974"/>
                    <a:pt x="822" y="974"/>
                  </a:cubicBezTo>
                  <a:cubicBezTo>
                    <a:pt x="822" y="974"/>
                    <a:pt x="830" y="942"/>
                    <a:pt x="849" y="941"/>
                  </a:cubicBezTo>
                  <a:cubicBezTo>
                    <a:pt x="869" y="940"/>
                    <a:pt x="852" y="921"/>
                    <a:pt x="870" y="921"/>
                  </a:cubicBezTo>
                  <a:cubicBezTo>
                    <a:pt x="888" y="921"/>
                    <a:pt x="911" y="928"/>
                    <a:pt x="930" y="930"/>
                  </a:cubicBezTo>
                  <a:cubicBezTo>
                    <a:pt x="949" y="932"/>
                    <a:pt x="939" y="903"/>
                    <a:pt x="951" y="906"/>
                  </a:cubicBezTo>
                  <a:cubicBezTo>
                    <a:pt x="964" y="909"/>
                    <a:pt x="996" y="922"/>
                    <a:pt x="1024" y="914"/>
                  </a:cubicBezTo>
                  <a:cubicBezTo>
                    <a:pt x="1052" y="905"/>
                    <a:pt x="1034" y="951"/>
                    <a:pt x="1034" y="951"/>
                  </a:cubicBezTo>
                  <a:cubicBezTo>
                    <a:pt x="1034" y="951"/>
                    <a:pt x="1029" y="983"/>
                    <a:pt x="1051" y="995"/>
                  </a:cubicBezTo>
                  <a:cubicBezTo>
                    <a:pt x="1074" y="1007"/>
                    <a:pt x="1057" y="973"/>
                    <a:pt x="1059" y="945"/>
                  </a:cubicBezTo>
                  <a:cubicBezTo>
                    <a:pt x="1062" y="918"/>
                    <a:pt x="1066" y="888"/>
                    <a:pt x="1088" y="876"/>
                  </a:cubicBezTo>
                  <a:cubicBezTo>
                    <a:pt x="1110" y="864"/>
                    <a:pt x="1149" y="850"/>
                    <a:pt x="1160" y="811"/>
                  </a:cubicBezTo>
                  <a:cubicBezTo>
                    <a:pt x="1171" y="772"/>
                    <a:pt x="1180" y="775"/>
                    <a:pt x="1184" y="762"/>
                  </a:cubicBezTo>
                  <a:cubicBezTo>
                    <a:pt x="1188" y="750"/>
                    <a:pt x="1198" y="730"/>
                    <a:pt x="1221" y="729"/>
                  </a:cubicBezTo>
                  <a:cubicBezTo>
                    <a:pt x="1244" y="728"/>
                    <a:pt x="1251" y="717"/>
                    <a:pt x="1254" y="698"/>
                  </a:cubicBezTo>
                  <a:cubicBezTo>
                    <a:pt x="1257" y="679"/>
                    <a:pt x="1297" y="668"/>
                    <a:pt x="1302" y="667"/>
                  </a:cubicBezTo>
                  <a:cubicBezTo>
                    <a:pt x="1305" y="666"/>
                    <a:pt x="1308" y="661"/>
                    <a:pt x="1306" y="655"/>
                  </a:cubicBezTo>
                  <a:cubicBezTo>
                    <a:pt x="1306" y="655"/>
                    <a:pt x="1306" y="656"/>
                    <a:pt x="1306" y="656"/>
                  </a:cubicBezTo>
                  <a:cubicBezTo>
                    <a:pt x="1307" y="656"/>
                    <a:pt x="1307" y="656"/>
                    <a:pt x="1307" y="656"/>
                  </a:cubicBezTo>
                  <a:cubicBezTo>
                    <a:pt x="1343" y="640"/>
                    <a:pt x="1329" y="640"/>
                    <a:pt x="1321" y="664"/>
                  </a:cubicBezTo>
                  <a:cubicBezTo>
                    <a:pt x="1313" y="687"/>
                    <a:pt x="1316" y="682"/>
                    <a:pt x="1348" y="672"/>
                  </a:cubicBezTo>
                  <a:cubicBezTo>
                    <a:pt x="1380" y="662"/>
                    <a:pt x="1409" y="645"/>
                    <a:pt x="1404" y="633"/>
                  </a:cubicBezTo>
                  <a:cubicBezTo>
                    <a:pt x="1398" y="621"/>
                    <a:pt x="1397" y="624"/>
                    <a:pt x="1383" y="640"/>
                  </a:cubicBezTo>
                  <a:cubicBezTo>
                    <a:pt x="1369" y="657"/>
                    <a:pt x="1355" y="632"/>
                    <a:pt x="1341" y="630"/>
                  </a:cubicBezTo>
                  <a:cubicBezTo>
                    <a:pt x="1327" y="629"/>
                    <a:pt x="1343" y="608"/>
                    <a:pt x="1343" y="608"/>
                  </a:cubicBezTo>
                  <a:cubicBezTo>
                    <a:pt x="1343" y="608"/>
                    <a:pt x="1303" y="600"/>
                    <a:pt x="1331" y="596"/>
                  </a:cubicBezTo>
                  <a:cubicBezTo>
                    <a:pt x="1358" y="591"/>
                    <a:pt x="1361" y="574"/>
                    <a:pt x="1337" y="573"/>
                  </a:cubicBezTo>
                  <a:cubicBezTo>
                    <a:pt x="1313" y="572"/>
                    <a:pt x="1260" y="618"/>
                    <a:pt x="1260" y="618"/>
                  </a:cubicBezTo>
                  <a:cubicBezTo>
                    <a:pt x="1260" y="618"/>
                    <a:pt x="1304" y="572"/>
                    <a:pt x="1330" y="555"/>
                  </a:cubicBezTo>
                  <a:cubicBezTo>
                    <a:pt x="1355" y="537"/>
                    <a:pt x="1407" y="571"/>
                    <a:pt x="1424" y="549"/>
                  </a:cubicBezTo>
                  <a:cubicBezTo>
                    <a:pt x="1440" y="528"/>
                    <a:pt x="1457" y="538"/>
                    <a:pt x="1457" y="538"/>
                  </a:cubicBezTo>
                  <a:cubicBezTo>
                    <a:pt x="1416" y="610"/>
                    <a:pt x="1416" y="610"/>
                    <a:pt x="1416" y="610"/>
                  </a:cubicBezTo>
                  <a:cubicBezTo>
                    <a:pt x="1416" y="610"/>
                    <a:pt x="1437" y="608"/>
                    <a:pt x="1469" y="610"/>
                  </a:cubicBezTo>
                  <a:cubicBezTo>
                    <a:pt x="1501" y="612"/>
                    <a:pt x="1509" y="574"/>
                    <a:pt x="1495" y="572"/>
                  </a:cubicBezTo>
                  <a:cubicBezTo>
                    <a:pt x="1480" y="570"/>
                    <a:pt x="1445" y="589"/>
                    <a:pt x="1467" y="560"/>
                  </a:cubicBezTo>
                  <a:cubicBezTo>
                    <a:pt x="1489" y="531"/>
                    <a:pt x="1484" y="485"/>
                    <a:pt x="1471" y="483"/>
                  </a:cubicBezTo>
                  <a:cubicBezTo>
                    <a:pt x="1458" y="481"/>
                    <a:pt x="1465" y="461"/>
                    <a:pt x="1465" y="461"/>
                  </a:cubicBezTo>
                  <a:cubicBezTo>
                    <a:pt x="1426" y="459"/>
                    <a:pt x="1410" y="422"/>
                    <a:pt x="1410" y="422"/>
                  </a:cubicBezTo>
                  <a:cubicBezTo>
                    <a:pt x="1418" y="407"/>
                    <a:pt x="1386" y="345"/>
                    <a:pt x="1386" y="345"/>
                  </a:cubicBezTo>
                  <a:cubicBezTo>
                    <a:pt x="1386" y="345"/>
                    <a:pt x="1367" y="332"/>
                    <a:pt x="1367" y="356"/>
                  </a:cubicBezTo>
                  <a:cubicBezTo>
                    <a:pt x="1367" y="379"/>
                    <a:pt x="1332" y="388"/>
                    <a:pt x="1329" y="373"/>
                  </a:cubicBezTo>
                  <a:cubicBezTo>
                    <a:pt x="1327" y="359"/>
                    <a:pt x="1316" y="368"/>
                    <a:pt x="1316" y="368"/>
                  </a:cubicBezTo>
                  <a:cubicBezTo>
                    <a:pt x="1317" y="318"/>
                    <a:pt x="1317" y="318"/>
                    <a:pt x="1317" y="318"/>
                  </a:cubicBezTo>
                  <a:cubicBezTo>
                    <a:pt x="1312" y="317"/>
                    <a:pt x="1296" y="316"/>
                    <a:pt x="1283" y="299"/>
                  </a:cubicBezTo>
                  <a:cubicBezTo>
                    <a:pt x="1270" y="282"/>
                    <a:pt x="1267" y="287"/>
                    <a:pt x="1256" y="288"/>
                  </a:cubicBezTo>
                  <a:cubicBezTo>
                    <a:pt x="1245" y="289"/>
                    <a:pt x="1244" y="281"/>
                    <a:pt x="1222" y="281"/>
                  </a:cubicBezTo>
                  <a:cubicBezTo>
                    <a:pt x="1200" y="280"/>
                    <a:pt x="1212" y="305"/>
                    <a:pt x="1207" y="335"/>
                  </a:cubicBezTo>
                  <a:cubicBezTo>
                    <a:pt x="1203" y="364"/>
                    <a:pt x="1186" y="371"/>
                    <a:pt x="1186" y="371"/>
                  </a:cubicBezTo>
                  <a:cubicBezTo>
                    <a:pt x="1215" y="406"/>
                    <a:pt x="1204" y="439"/>
                    <a:pt x="1204" y="439"/>
                  </a:cubicBezTo>
                  <a:cubicBezTo>
                    <a:pt x="1150" y="461"/>
                    <a:pt x="1159" y="483"/>
                    <a:pt x="1159" y="483"/>
                  </a:cubicBezTo>
                  <a:cubicBezTo>
                    <a:pt x="1170" y="500"/>
                    <a:pt x="1173" y="515"/>
                    <a:pt x="1157" y="531"/>
                  </a:cubicBezTo>
                  <a:cubicBezTo>
                    <a:pt x="1141" y="547"/>
                    <a:pt x="1117" y="499"/>
                    <a:pt x="1117" y="499"/>
                  </a:cubicBezTo>
                  <a:cubicBezTo>
                    <a:pt x="1127" y="454"/>
                    <a:pt x="1127" y="454"/>
                    <a:pt x="1127" y="454"/>
                  </a:cubicBezTo>
                  <a:cubicBezTo>
                    <a:pt x="1127" y="454"/>
                    <a:pt x="1084" y="457"/>
                    <a:pt x="1082" y="448"/>
                  </a:cubicBezTo>
                  <a:cubicBezTo>
                    <a:pt x="1080" y="438"/>
                    <a:pt x="1068" y="438"/>
                    <a:pt x="1051" y="422"/>
                  </a:cubicBezTo>
                  <a:cubicBezTo>
                    <a:pt x="1033" y="405"/>
                    <a:pt x="999" y="411"/>
                    <a:pt x="999" y="411"/>
                  </a:cubicBezTo>
                  <a:cubicBezTo>
                    <a:pt x="1001" y="389"/>
                    <a:pt x="1024" y="365"/>
                    <a:pt x="989" y="372"/>
                  </a:cubicBezTo>
                  <a:cubicBezTo>
                    <a:pt x="953" y="379"/>
                    <a:pt x="976" y="314"/>
                    <a:pt x="991" y="314"/>
                  </a:cubicBezTo>
                  <a:cubicBezTo>
                    <a:pt x="1005" y="314"/>
                    <a:pt x="1018" y="276"/>
                    <a:pt x="1029" y="276"/>
                  </a:cubicBezTo>
                  <a:cubicBezTo>
                    <a:pt x="1040" y="276"/>
                    <a:pt x="1043" y="267"/>
                    <a:pt x="1049" y="254"/>
                  </a:cubicBezTo>
                  <a:cubicBezTo>
                    <a:pt x="1055" y="242"/>
                    <a:pt x="1091" y="242"/>
                    <a:pt x="1100" y="224"/>
                  </a:cubicBezTo>
                  <a:cubicBezTo>
                    <a:pt x="1108" y="206"/>
                    <a:pt x="1089" y="210"/>
                    <a:pt x="1082" y="210"/>
                  </a:cubicBezTo>
                  <a:cubicBezTo>
                    <a:pt x="1076" y="210"/>
                    <a:pt x="1070" y="188"/>
                    <a:pt x="1091" y="199"/>
                  </a:cubicBezTo>
                  <a:cubicBezTo>
                    <a:pt x="1112" y="211"/>
                    <a:pt x="1119" y="184"/>
                    <a:pt x="1145" y="178"/>
                  </a:cubicBezTo>
                  <a:cubicBezTo>
                    <a:pt x="1171" y="172"/>
                    <a:pt x="1188" y="158"/>
                    <a:pt x="1194" y="148"/>
                  </a:cubicBezTo>
                  <a:cubicBezTo>
                    <a:pt x="1199" y="138"/>
                    <a:pt x="1181" y="114"/>
                    <a:pt x="1181" y="114"/>
                  </a:cubicBezTo>
                  <a:cubicBezTo>
                    <a:pt x="1181" y="114"/>
                    <a:pt x="1192" y="114"/>
                    <a:pt x="1197" y="101"/>
                  </a:cubicBezTo>
                  <a:cubicBezTo>
                    <a:pt x="1201" y="87"/>
                    <a:pt x="1180" y="73"/>
                    <a:pt x="1168" y="72"/>
                  </a:cubicBezTo>
                  <a:cubicBezTo>
                    <a:pt x="1155" y="70"/>
                    <a:pt x="1147" y="78"/>
                    <a:pt x="1151" y="96"/>
                  </a:cubicBezTo>
                  <a:cubicBezTo>
                    <a:pt x="1155" y="114"/>
                    <a:pt x="1136" y="99"/>
                    <a:pt x="1132" y="124"/>
                  </a:cubicBezTo>
                  <a:cubicBezTo>
                    <a:pt x="1129" y="149"/>
                    <a:pt x="1089" y="167"/>
                    <a:pt x="1103" y="136"/>
                  </a:cubicBezTo>
                  <a:cubicBezTo>
                    <a:pt x="1118" y="105"/>
                    <a:pt x="1095" y="78"/>
                    <a:pt x="1099" y="92"/>
                  </a:cubicBezTo>
                  <a:cubicBezTo>
                    <a:pt x="1103" y="105"/>
                    <a:pt x="1080" y="114"/>
                    <a:pt x="1080" y="114"/>
                  </a:cubicBezTo>
                  <a:cubicBezTo>
                    <a:pt x="1080" y="114"/>
                    <a:pt x="1094" y="88"/>
                    <a:pt x="1074" y="82"/>
                  </a:cubicBezTo>
                  <a:cubicBezTo>
                    <a:pt x="1054" y="77"/>
                    <a:pt x="1066" y="65"/>
                    <a:pt x="1064" y="51"/>
                  </a:cubicBezTo>
                  <a:cubicBezTo>
                    <a:pt x="1062" y="36"/>
                    <a:pt x="1058" y="5"/>
                    <a:pt x="1053" y="3"/>
                  </a:cubicBezTo>
                  <a:cubicBezTo>
                    <a:pt x="1048" y="0"/>
                    <a:pt x="1034" y="11"/>
                    <a:pt x="1024" y="42"/>
                  </a:cubicBezTo>
                  <a:cubicBezTo>
                    <a:pt x="1014" y="72"/>
                    <a:pt x="1021" y="61"/>
                    <a:pt x="1034" y="75"/>
                  </a:cubicBezTo>
                  <a:cubicBezTo>
                    <a:pt x="1048" y="89"/>
                    <a:pt x="1045" y="102"/>
                    <a:pt x="1026" y="118"/>
                  </a:cubicBezTo>
                  <a:cubicBezTo>
                    <a:pt x="1007" y="134"/>
                    <a:pt x="1015" y="106"/>
                    <a:pt x="1014" y="94"/>
                  </a:cubicBezTo>
                  <a:cubicBezTo>
                    <a:pt x="1013" y="81"/>
                    <a:pt x="996" y="65"/>
                    <a:pt x="980" y="85"/>
                  </a:cubicBezTo>
                  <a:cubicBezTo>
                    <a:pt x="965" y="105"/>
                    <a:pt x="977" y="108"/>
                    <a:pt x="977" y="108"/>
                  </a:cubicBezTo>
                  <a:cubicBezTo>
                    <a:pt x="977" y="108"/>
                    <a:pt x="1000" y="128"/>
                    <a:pt x="950" y="137"/>
                  </a:cubicBezTo>
                  <a:cubicBezTo>
                    <a:pt x="901" y="145"/>
                    <a:pt x="884" y="102"/>
                    <a:pt x="879" y="102"/>
                  </a:cubicBezTo>
                  <a:cubicBezTo>
                    <a:pt x="875" y="102"/>
                    <a:pt x="884" y="119"/>
                    <a:pt x="848" y="129"/>
                  </a:cubicBezTo>
                  <a:cubicBezTo>
                    <a:pt x="811" y="139"/>
                    <a:pt x="759" y="132"/>
                    <a:pt x="759" y="132"/>
                  </a:cubicBezTo>
                  <a:cubicBezTo>
                    <a:pt x="759" y="132"/>
                    <a:pt x="794" y="101"/>
                    <a:pt x="756" y="101"/>
                  </a:cubicBezTo>
                  <a:cubicBezTo>
                    <a:pt x="719" y="101"/>
                    <a:pt x="691" y="70"/>
                    <a:pt x="671" y="72"/>
                  </a:cubicBezTo>
                  <a:cubicBezTo>
                    <a:pt x="650" y="75"/>
                    <a:pt x="630" y="114"/>
                    <a:pt x="626" y="88"/>
                  </a:cubicBezTo>
                  <a:cubicBezTo>
                    <a:pt x="623" y="63"/>
                    <a:pt x="603" y="57"/>
                    <a:pt x="593" y="60"/>
                  </a:cubicBezTo>
                  <a:cubicBezTo>
                    <a:pt x="564" y="68"/>
                    <a:pt x="564" y="57"/>
                    <a:pt x="540" y="76"/>
                  </a:cubicBezTo>
                  <a:cubicBezTo>
                    <a:pt x="515" y="96"/>
                    <a:pt x="485" y="125"/>
                    <a:pt x="468" y="98"/>
                  </a:cubicBezTo>
                  <a:cubicBezTo>
                    <a:pt x="451" y="71"/>
                    <a:pt x="439" y="77"/>
                    <a:pt x="439" y="77"/>
                  </a:cubicBezTo>
                  <a:cubicBezTo>
                    <a:pt x="421" y="68"/>
                    <a:pt x="401" y="59"/>
                    <a:pt x="378" y="62"/>
                  </a:cubicBezTo>
                  <a:cubicBezTo>
                    <a:pt x="355" y="64"/>
                    <a:pt x="356" y="49"/>
                    <a:pt x="332" y="52"/>
                  </a:cubicBezTo>
                  <a:cubicBezTo>
                    <a:pt x="309" y="56"/>
                    <a:pt x="303" y="38"/>
                    <a:pt x="287" y="38"/>
                  </a:cubicBezTo>
                  <a:cubicBezTo>
                    <a:pt x="271" y="38"/>
                    <a:pt x="273" y="17"/>
                    <a:pt x="254" y="19"/>
                  </a:cubicBezTo>
                  <a:cubicBezTo>
                    <a:pt x="235" y="21"/>
                    <a:pt x="206" y="53"/>
                    <a:pt x="179" y="54"/>
                  </a:cubicBezTo>
                  <a:cubicBezTo>
                    <a:pt x="152" y="55"/>
                    <a:pt x="153" y="95"/>
                    <a:pt x="126" y="97"/>
                  </a:cubicBezTo>
                  <a:cubicBezTo>
                    <a:pt x="100" y="98"/>
                    <a:pt x="66" y="119"/>
                    <a:pt x="91" y="119"/>
                  </a:cubicBezTo>
                  <a:cubicBezTo>
                    <a:pt x="116" y="119"/>
                    <a:pt x="120" y="157"/>
                    <a:pt x="137" y="160"/>
                  </a:cubicBezTo>
                  <a:cubicBezTo>
                    <a:pt x="153" y="163"/>
                    <a:pt x="149" y="185"/>
                    <a:pt x="125" y="188"/>
                  </a:cubicBezTo>
                  <a:cubicBezTo>
                    <a:pt x="101" y="191"/>
                    <a:pt x="116" y="167"/>
                    <a:pt x="106" y="171"/>
                  </a:cubicBezTo>
                  <a:cubicBezTo>
                    <a:pt x="96" y="175"/>
                    <a:pt x="53" y="182"/>
                    <a:pt x="51" y="204"/>
                  </a:cubicBezTo>
                  <a:cubicBezTo>
                    <a:pt x="49" y="227"/>
                    <a:pt x="81" y="240"/>
                    <a:pt x="108" y="227"/>
                  </a:cubicBezTo>
                  <a:cubicBezTo>
                    <a:pt x="135" y="214"/>
                    <a:pt x="149" y="255"/>
                    <a:pt x="121" y="254"/>
                  </a:cubicBezTo>
                  <a:cubicBezTo>
                    <a:pt x="94" y="253"/>
                    <a:pt x="90" y="271"/>
                    <a:pt x="75" y="273"/>
                  </a:cubicBezTo>
                  <a:cubicBezTo>
                    <a:pt x="60" y="275"/>
                    <a:pt x="33" y="297"/>
                    <a:pt x="41" y="310"/>
                  </a:cubicBezTo>
                  <a:cubicBezTo>
                    <a:pt x="49" y="324"/>
                    <a:pt x="37" y="322"/>
                    <a:pt x="51" y="344"/>
                  </a:cubicBezTo>
                  <a:cubicBezTo>
                    <a:pt x="60" y="358"/>
                    <a:pt x="70" y="349"/>
                    <a:pt x="76" y="340"/>
                  </a:cubicBezTo>
                  <a:cubicBezTo>
                    <a:pt x="73" y="349"/>
                    <a:pt x="71" y="361"/>
                    <a:pt x="80" y="367"/>
                  </a:cubicBezTo>
                  <a:cubicBezTo>
                    <a:pt x="93" y="376"/>
                    <a:pt x="82" y="374"/>
                    <a:pt x="112" y="373"/>
                  </a:cubicBezTo>
                  <a:cubicBezTo>
                    <a:pt x="141" y="372"/>
                    <a:pt x="129" y="384"/>
                    <a:pt x="104" y="409"/>
                  </a:cubicBezTo>
                  <a:cubicBezTo>
                    <a:pt x="79" y="434"/>
                    <a:pt x="0" y="469"/>
                    <a:pt x="0" y="469"/>
                  </a:cubicBezTo>
                  <a:cubicBezTo>
                    <a:pt x="126" y="435"/>
                    <a:pt x="119" y="411"/>
                    <a:pt x="152" y="396"/>
                  </a:cubicBezTo>
                  <a:cubicBezTo>
                    <a:pt x="185" y="380"/>
                    <a:pt x="177" y="378"/>
                    <a:pt x="179" y="366"/>
                  </a:cubicBezTo>
                  <a:cubicBezTo>
                    <a:pt x="181" y="358"/>
                    <a:pt x="207" y="342"/>
                    <a:pt x="225" y="332"/>
                  </a:cubicBezTo>
                  <a:cubicBezTo>
                    <a:pt x="209" y="345"/>
                    <a:pt x="208" y="364"/>
                    <a:pt x="212" y="370"/>
                  </a:cubicBezTo>
                  <a:cubicBezTo>
                    <a:pt x="216" y="377"/>
                    <a:pt x="250" y="345"/>
                    <a:pt x="268" y="340"/>
                  </a:cubicBezTo>
                  <a:cubicBezTo>
                    <a:pt x="286" y="335"/>
                    <a:pt x="259" y="292"/>
                    <a:pt x="286" y="319"/>
                  </a:cubicBezTo>
                  <a:cubicBezTo>
                    <a:pt x="313" y="347"/>
                    <a:pt x="367" y="339"/>
                    <a:pt x="367" y="339"/>
                  </a:cubicBezTo>
                  <a:cubicBezTo>
                    <a:pt x="441" y="390"/>
                    <a:pt x="444" y="435"/>
                    <a:pt x="472" y="463"/>
                  </a:cubicBezTo>
                  <a:cubicBezTo>
                    <a:pt x="501" y="491"/>
                    <a:pt x="460" y="544"/>
                    <a:pt x="501" y="547"/>
                  </a:cubicBezTo>
                  <a:cubicBezTo>
                    <a:pt x="541" y="550"/>
                    <a:pt x="546" y="583"/>
                    <a:pt x="546" y="583"/>
                  </a:cubicBezTo>
                  <a:cubicBezTo>
                    <a:pt x="546" y="583"/>
                    <a:pt x="562" y="598"/>
                    <a:pt x="533" y="599"/>
                  </a:cubicBezTo>
                  <a:cubicBezTo>
                    <a:pt x="505" y="600"/>
                    <a:pt x="515" y="600"/>
                    <a:pt x="518" y="623"/>
                  </a:cubicBezTo>
                  <a:cubicBezTo>
                    <a:pt x="522" y="646"/>
                    <a:pt x="511" y="677"/>
                    <a:pt x="499" y="698"/>
                  </a:cubicBezTo>
                  <a:cubicBezTo>
                    <a:pt x="486" y="719"/>
                    <a:pt x="480" y="762"/>
                    <a:pt x="490" y="769"/>
                  </a:cubicBezTo>
                  <a:cubicBezTo>
                    <a:pt x="499" y="776"/>
                    <a:pt x="495" y="803"/>
                    <a:pt x="515" y="828"/>
                  </a:cubicBezTo>
                  <a:cubicBezTo>
                    <a:pt x="535" y="854"/>
                    <a:pt x="553" y="853"/>
                    <a:pt x="556" y="869"/>
                  </a:cubicBezTo>
                  <a:cubicBezTo>
                    <a:pt x="557" y="874"/>
                    <a:pt x="559" y="876"/>
                    <a:pt x="562" y="876"/>
                  </a:cubicBezTo>
                  <a:cubicBezTo>
                    <a:pt x="562" y="877"/>
                    <a:pt x="562" y="912"/>
                    <a:pt x="573" y="924"/>
                  </a:cubicBezTo>
                  <a:cubicBezTo>
                    <a:pt x="584" y="935"/>
                    <a:pt x="590" y="950"/>
                    <a:pt x="566" y="953"/>
                  </a:cubicBezTo>
                  <a:cubicBezTo>
                    <a:pt x="566" y="953"/>
                    <a:pt x="583" y="965"/>
                    <a:pt x="597" y="973"/>
                  </a:cubicBezTo>
                  <a:cubicBezTo>
                    <a:pt x="611" y="981"/>
                    <a:pt x="595" y="997"/>
                    <a:pt x="603" y="1004"/>
                  </a:cubicBezTo>
                  <a:cubicBezTo>
                    <a:pt x="610" y="1010"/>
                    <a:pt x="622" y="1034"/>
                    <a:pt x="631" y="1028"/>
                  </a:cubicBezTo>
                  <a:cubicBezTo>
                    <a:pt x="639" y="1023"/>
                    <a:pt x="634" y="1018"/>
                    <a:pt x="624" y="1004"/>
                  </a:cubicBezTo>
                  <a:cubicBezTo>
                    <a:pt x="614" y="990"/>
                    <a:pt x="630" y="988"/>
                    <a:pt x="609" y="952"/>
                  </a:cubicBezTo>
                  <a:cubicBezTo>
                    <a:pt x="589" y="916"/>
                    <a:pt x="586" y="906"/>
                    <a:pt x="592" y="894"/>
                  </a:cubicBezTo>
                  <a:cubicBezTo>
                    <a:pt x="592" y="894"/>
                    <a:pt x="605" y="894"/>
                    <a:pt x="607" y="909"/>
                  </a:cubicBezTo>
                  <a:cubicBezTo>
                    <a:pt x="609" y="925"/>
                    <a:pt x="637" y="965"/>
                    <a:pt x="646" y="974"/>
                  </a:cubicBezTo>
                  <a:cubicBezTo>
                    <a:pt x="655" y="983"/>
                    <a:pt x="636" y="986"/>
                    <a:pt x="648" y="993"/>
                  </a:cubicBezTo>
                  <a:cubicBezTo>
                    <a:pt x="661" y="999"/>
                    <a:pt x="696" y="1043"/>
                    <a:pt x="685" y="1069"/>
                  </a:cubicBezTo>
                  <a:cubicBezTo>
                    <a:pt x="685" y="1069"/>
                    <a:pt x="676" y="1081"/>
                    <a:pt x="694" y="1089"/>
                  </a:cubicBezTo>
                  <a:cubicBezTo>
                    <a:pt x="713" y="1097"/>
                    <a:pt x="784" y="1143"/>
                    <a:pt x="805" y="1139"/>
                  </a:cubicBezTo>
                  <a:cubicBezTo>
                    <a:pt x="826" y="1135"/>
                    <a:pt x="844" y="1135"/>
                    <a:pt x="851" y="1150"/>
                  </a:cubicBezTo>
                  <a:cubicBezTo>
                    <a:pt x="853" y="1156"/>
                    <a:pt x="856" y="1157"/>
                    <a:pt x="858" y="1157"/>
                  </a:cubicBezTo>
                  <a:cubicBezTo>
                    <a:pt x="857" y="1157"/>
                    <a:pt x="857" y="1157"/>
                    <a:pt x="857" y="1157"/>
                  </a:cubicBezTo>
                  <a:cubicBezTo>
                    <a:pt x="857" y="1157"/>
                    <a:pt x="869" y="1174"/>
                    <a:pt x="892" y="1170"/>
                  </a:cubicBezTo>
                  <a:cubicBezTo>
                    <a:pt x="915" y="1167"/>
                    <a:pt x="894" y="1187"/>
                    <a:pt x="923" y="1179"/>
                  </a:cubicBezTo>
                  <a:cubicBezTo>
                    <a:pt x="923" y="1179"/>
                    <a:pt x="932" y="1211"/>
                    <a:pt x="945" y="1213"/>
                  </a:cubicBezTo>
                  <a:cubicBezTo>
                    <a:pt x="945" y="1213"/>
                    <a:pt x="939" y="1230"/>
                    <a:pt x="952" y="1230"/>
                  </a:cubicBezTo>
                  <a:cubicBezTo>
                    <a:pt x="966" y="1230"/>
                    <a:pt x="961" y="1258"/>
                    <a:pt x="983" y="1256"/>
                  </a:cubicBezTo>
                  <a:cubicBezTo>
                    <a:pt x="1005" y="1253"/>
                    <a:pt x="1000" y="1280"/>
                    <a:pt x="1014" y="1270"/>
                  </a:cubicBezTo>
                  <a:cubicBezTo>
                    <a:pt x="1027" y="1259"/>
                    <a:pt x="1052" y="1231"/>
                    <a:pt x="1051" y="1272"/>
                  </a:cubicBezTo>
                  <a:cubicBezTo>
                    <a:pt x="1051" y="1272"/>
                    <a:pt x="1064" y="1297"/>
                    <a:pt x="1042" y="1328"/>
                  </a:cubicBezTo>
                  <a:cubicBezTo>
                    <a:pt x="1020" y="1359"/>
                    <a:pt x="976" y="1398"/>
                    <a:pt x="982" y="1414"/>
                  </a:cubicBezTo>
                  <a:cubicBezTo>
                    <a:pt x="988" y="1430"/>
                    <a:pt x="992" y="1427"/>
                    <a:pt x="975" y="1448"/>
                  </a:cubicBezTo>
                  <a:cubicBezTo>
                    <a:pt x="957" y="1470"/>
                    <a:pt x="981" y="1486"/>
                    <a:pt x="987" y="1499"/>
                  </a:cubicBezTo>
                  <a:cubicBezTo>
                    <a:pt x="992" y="1512"/>
                    <a:pt x="1027" y="1606"/>
                    <a:pt x="1026" y="1620"/>
                  </a:cubicBezTo>
                  <a:cubicBezTo>
                    <a:pt x="1025" y="1634"/>
                    <a:pt x="1101" y="1659"/>
                    <a:pt x="1099" y="1693"/>
                  </a:cubicBezTo>
                  <a:cubicBezTo>
                    <a:pt x="1097" y="1727"/>
                    <a:pt x="1081" y="1814"/>
                    <a:pt x="1053" y="1900"/>
                  </a:cubicBezTo>
                  <a:cubicBezTo>
                    <a:pt x="1024" y="1987"/>
                    <a:pt x="1049" y="1983"/>
                    <a:pt x="1000" y="2057"/>
                  </a:cubicBezTo>
                  <a:cubicBezTo>
                    <a:pt x="1000" y="2057"/>
                    <a:pt x="985" y="2145"/>
                    <a:pt x="975" y="2166"/>
                  </a:cubicBezTo>
                  <a:cubicBezTo>
                    <a:pt x="964" y="2187"/>
                    <a:pt x="952" y="2217"/>
                    <a:pt x="964" y="2214"/>
                  </a:cubicBezTo>
                  <a:cubicBezTo>
                    <a:pt x="976" y="2210"/>
                    <a:pt x="983" y="2157"/>
                    <a:pt x="997" y="2164"/>
                  </a:cubicBezTo>
                  <a:cubicBezTo>
                    <a:pt x="997" y="2164"/>
                    <a:pt x="969" y="2277"/>
                    <a:pt x="954" y="2301"/>
                  </a:cubicBezTo>
                  <a:cubicBezTo>
                    <a:pt x="938" y="2326"/>
                    <a:pt x="916" y="2399"/>
                    <a:pt x="924" y="2432"/>
                  </a:cubicBezTo>
                  <a:cubicBezTo>
                    <a:pt x="933" y="2467"/>
                    <a:pt x="912" y="2506"/>
                    <a:pt x="938" y="2528"/>
                  </a:cubicBezTo>
                  <a:cubicBezTo>
                    <a:pt x="964" y="2550"/>
                    <a:pt x="958" y="2570"/>
                    <a:pt x="1001" y="2574"/>
                  </a:cubicBezTo>
                  <a:cubicBezTo>
                    <a:pt x="1044" y="2578"/>
                    <a:pt x="1051" y="2569"/>
                    <a:pt x="1070" y="2564"/>
                  </a:cubicBezTo>
                  <a:cubicBezTo>
                    <a:pt x="1090" y="2559"/>
                    <a:pt x="1018" y="2561"/>
                    <a:pt x="1015" y="2486"/>
                  </a:cubicBezTo>
                  <a:cubicBezTo>
                    <a:pt x="1012" y="2411"/>
                    <a:pt x="1014" y="2411"/>
                    <a:pt x="1034" y="2407"/>
                  </a:cubicBezTo>
                  <a:cubicBezTo>
                    <a:pt x="1054" y="2404"/>
                    <a:pt x="1038" y="2391"/>
                    <a:pt x="1050" y="2375"/>
                  </a:cubicBezTo>
                  <a:cubicBezTo>
                    <a:pt x="1062" y="2359"/>
                    <a:pt x="1089" y="2351"/>
                    <a:pt x="1092" y="2326"/>
                  </a:cubicBezTo>
                  <a:cubicBezTo>
                    <a:pt x="1094" y="2300"/>
                    <a:pt x="1059" y="2313"/>
                    <a:pt x="1066" y="2279"/>
                  </a:cubicBezTo>
                  <a:cubicBezTo>
                    <a:pt x="1073" y="2245"/>
                    <a:pt x="1107" y="2252"/>
                    <a:pt x="1107" y="2252"/>
                  </a:cubicBezTo>
                  <a:cubicBezTo>
                    <a:pt x="1109" y="2215"/>
                    <a:pt x="1109" y="2215"/>
                    <a:pt x="1109" y="2215"/>
                  </a:cubicBezTo>
                  <a:cubicBezTo>
                    <a:pt x="1109" y="2215"/>
                    <a:pt x="1139" y="2215"/>
                    <a:pt x="1143" y="2196"/>
                  </a:cubicBezTo>
                  <a:cubicBezTo>
                    <a:pt x="1146" y="2177"/>
                    <a:pt x="1123" y="2191"/>
                    <a:pt x="1121" y="2176"/>
                  </a:cubicBezTo>
                  <a:cubicBezTo>
                    <a:pt x="1119" y="2160"/>
                    <a:pt x="1123" y="2139"/>
                    <a:pt x="1143" y="2159"/>
                  </a:cubicBezTo>
                  <a:cubicBezTo>
                    <a:pt x="1164" y="2179"/>
                    <a:pt x="1174" y="2127"/>
                    <a:pt x="1174" y="2127"/>
                  </a:cubicBezTo>
                  <a:cubicBezTo>
                    <a:pt x="1174" y="2127"/>
                    <a:pt x="1175" y="2102"/>
                    <a:pt x="1214" y="2105"/>
                  </a:cubicBezTo>
                  <a:cubicBezTo>
                    <a:pt x="1254" y="2107"/>
                    <a:pt x="1274" y="2077"/>
                    <a:pt x="1280" y="2045"/>
                  </a:cubicBezTo>
                  <a:cubicBezTo>
                    <a:pt x="1286" y="2014"/>
                    <a:pt x="1261" y="2055"/>
                    <a:pt x="1265" y="2019"/>
                  </a:cubicBezTo>
                  <a:cubicBezTo>
                    <a:pt x="1268" y="1983"/>
                    <a:pt x="1280" y="2027"/>
                    <a:pt x="1308" y="2010"/>
                  </a:cubicBezTo>
                  <a:cubicBezTo>
                    <a:pt x="1336" y="1992"/>
                    <a:pt x="1368" y="1956"/>
                    <a:pt x="1372" y="1944"/>
                  </a:cubicBezTo>
                  <a:cubicBezTo>
                    <a:pt x="1375" y="1931"/>
                    <a:pt x="1414" y="1898"/>
                    <a:pt x="1426" y="1876"/>
                  </a:cubicBezTo>
                  <a:cubicBezTo>
                    <a:pt x="1439" y="1854"/>
                    <a:pt x="1425" y="1831"/>
                    <a:pt x="1446" y="1809"/>
                  </a:cubicBezTo>
                  <a:cubicBezTo>
                    <a:pt x="1466" y="1787"/>
                    <a:pt x="1516" y="1769"/>
                    <a:pt x="1533" y="1770"/>
                  </a:cubicBezTo>
                  <a:cubicBezTo>
                    <a:pt x="1550" y="1771"/>
                    <a:pt x="1584" y="1711"/>
                    <a:pt x="1589" y="1687"/>
                  </a:cubicBezTo>
                  <a:cubicBezTo>
                    <a:pt x="1594" y="1662"/>
                    <a:pt x="1604" y="1612"/>
                    <a:pt x="1621" y="1589"/>
                  </a:cubicBezTo>
                  <a:cubicBezTo>
                    <a:pt x="1638" y="1566"/>
                    <a:pt x="1681" y="1543"/>
                    <a:pt x="1681" y="1496"/>
                  </a:cubicBezTo>
                  <a:cubicBezTo>
                    <a:pt x="1681" y="1449"/>
                    <a:pt x="1671" y="1472"/>
                    <a:pt x="1651" y="1463"/>
                  </a:cubicBezTo>
                  <a:close/>
                  <a:moveTo>
                    <a:pt x="925" y="1098"/>
                  </a:moveTo>
                  <a:cubicBezTo>
                    <a:pt x="923" y="1099"/>
                    <a:pt x="922" y="1101"/>
                    <a:pt x="920" y="1102"/>
                  </a:cubicBezTo>
                  <a:cubicBezTo>
                    <a:pt x="922" y="1101"/>
                    <a:pt x="923" y="1099"/>
                    <a:pt x="925" y="1098"/>
                  </a:cubicBezTo>
                  <a:close/>
                  <a:moveTo>
                    <a:pt x="1301" y="647"/>
                  </a:moveTo>
                  <a:cubicBezTo>
                    <a:pt x="1300" y="646"/>
                    <a:pt x="1299" y="646"/>
                    <a:pt x="1297" y="645"/>
                  </a:cubicBezTo>
                  <a:cubicBezTo>
                    <a:pt x="1299" y="646"/>
                    <a:pt x="1300" y="646"/>
                    <a:pt x="1301" y="647"/>
                  </a:cubicBezTo>
                  <a:close/>
                  <a:moveTo>
                    <a:pt x="581" y="870"/>
                  </a:moveTo>
                  <a:cubicBezTo>
                    <a:pt x="584" y="870"/>
                    <a:pt x="586" y="869"/>
                    <a:pt x="588" y="869"/>
                  </a:cubicBezTo>
                  <a:cubicBezTo>
                    <a:pt x="586" y="869"/>
                    <a:pt x="584" y="870"/>
                    <a:pt x="581" y="870"/>
                  </a:cubicBezTo>
                  <a:close/>
                  <a:moveTo>
                    <a:pt x="917" y="1104"/>
                  </a:moveTo>
                  <a:cubicBezTo>
                    <a:pt x="918" y="1104"/>
                    <a:pt x="919" y="1103"/>
                    <a:pt x="920" y="1102"/>
                  </a:cubicBezTo>
                  <a:cubicBezTo>
                    <a:pt x="919" y="1103"/>
                    <a:pt x="918" y="1104"/>
                    <a:pt x="917" y="110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341438" y="2771776"/>
              <a:ext cx="746125" cy="828675"/>
            </a:xfrm>
            <a:custGeom>
              <a:avLst/>
              <a:gdLst/>
              <a:ahLst/>
              <a:cxnLst/>
              <a:rect l="l" t="t" r="r" b="b"/>
              <a:pathLst>
                <a:path w="745" h="827" extrusionOk="0">
                  <a:moveTo>
                    <a:pt x="623" y="547"/>
                  </a:moveTo>
                  <a:cubicBezTo>
                    <a:pt x="620" y="543"/>
                    <a:pt x="639" y="537"/>
                    <a:pt x="633" y="508"/>
                  </a:cubicBezTo>
                  <a:cubicBezTo>
                    <a:pt x="626" y="479"/>
                    <a:pt x="639" y="464"/>
                    <a:pt x="638" y="461"/>
                  </a:cubicBezTo>
                  <a:cubicBezTo>
                    <a:pt x="637" y="458"/>
                    <a:pt x="626" y="428"/>
                    <a:pt x="640" y="426"/>
                  </a:cubicBezTo>
                  <a:cubicBezTo>
                    <a:pt x="653" y="424"/>
                    <a:pt x="653" y="418"/>
                    <a:pt x="654" y="404"/>
                  </a:cubicBezTo>
                  <a:cubicBezTo>
                    <a:pt x="654" y="391"/>
                    <a:pt x="671" y="395"/>
                    <a:pt x="671" y="386"/>
                  </a:cubicBezTo>
                  <a:cubicBezTo>
                    <a:pt x="670" y="378"/>
                    <a:pt x="658" y="368"/>
                    <a:pt x="664" y="357"/>
                  </a:cubicBezTo>
                  <a:cubicBezTo>
                    <a:pt x="670" y="346"/>
                    <a:pt x="683" y="337"/>
                    <a:pt x="670" y="327"/>
                  </a:cubicBezTo>
                  <a:cubicBezTo>
                    <a:pt x="657" y="316"/>
                    <a:pt x="665" y="318"/>
                    <a:pt x="646" y="305"/>
                  </a:cubicBezTo>
                  <a:cubicBezTo>
                    <a:pt x="627" y="292"/>
                    <a:pt x="672" y="281"/>
                    <a:pt x="678" y="281"/>
                  </a:cubicBezTo>
                  <a:cubicBezTo>
                    <a:pt x="685" y="281"/>
                    <a:pt x="692" y="287"/>
                    <a:pt x="692" y="270"/>
                  </a:cubicBezTo>
                  <a:cubicBezTo>
                    <a:pt x="693" y="253"/>
                    <a:pt x="679" y="270"/>
                    <a:pt x="674" y="244"/>
                  </a:cubicBezTo>
                  <a:cubicBezTo>
                    <a:pt x="673" y="238"/>
                    <a:pt x="671" y="234"/>
                    <a:pt x="669" y="233"/>
                  </a:cubicBezTo>
                  <a:cubicBezTo>
                    <a:pt x="671" y="227"/>
                    <a:pt x="673" y="221"/>
                    <a:pt x="677" y="217"/>
                  </a:cubicBezTo>
                  <a:cubicBezTo>
                    <a:pt x="687" y="208"/>
                    <a:pt x="680" y="198"/>
                    <a:pt x="667" y="199"/>
                  </a:cubicBezTo>
                  <a:cubicBezTo>
                    <a:pt x="664" y="196"/>
                    <a:pt x="663" y="191"/>
                    <a:pt x="664" y="186"/>
                  </a:cubicBezTo>
                  <a:cubicBezTo>
                    <a:pt x="665" y="185"/>
                    <a:pt x="666" y="184"/>
                    <a:pt x="667" y="184"/>
                  </a:cubicBezTo>
                  <a:cubicBezTo>
                    <a:pt x="673" y="181"/>
                    <a:pt x="677" y="173"/>
                    <a:pt x="680" y="164"/>
                  </a:cubicBezTo>
                  <a:cubicBezTo>
                    <a:pt x="691" y="151"/>
                    <a:pt x="712" y="129"/>
                    <a:pt x="721" y="127"/>
                  </a:cubicBezTo>
                  <a:cubicBezTo>
                    <a:pt x="734" y="122"/>
                    <a:pt x="744" y="110"/>
                    <a:pt x="745" y="98"/>
                  </a:cubicBezTo>
                  <a:cubicBezTo>
                    <a:pt x="744" y="82"/>
                    <a:pt x="724" y="81"/>
                    <a:pt x="708" y="79"/>
                  </a:cubicBezTo>
                  <a:cubicBezTo>
                    <a:pt x="683" y="75"/>
                    <a:pt x="672" y="115"/>
                    <a:pt x="649" y="111"/>
                  </a:cubicBezTo>
                  <a:cubicBezTo>
                    <a:pt x="636" y="104"/>
                    <a:pt x="617" y="61"/>
                    <a:pt x="616" y="44"/>
                  </a:cubicBezTo>
                  <a:cubicBezTo>
                    <a:pt x="614" y="34"/>
                    <a:pt x="614" y="21"/>
                    <a:pt x="601" y="20"/>
                  </a:cubicBezTo>
                  <a:cubicBezTo>
                    <a:pt x="580" y="25"/>
                    <a:pt x="562" y="15"/>
                    <a:pt x="543" y="27"/>
                  </a:cubicBezTo>
                  <a:cubicBezTo>
                    <a:pt x="547" y="9"/>
                    <a:pt x="483" y="5"/>
                    <a:pt x="464" y="1"/>
                  </a:cubicBezTo>
                  <a:cubicBezTo>
                    <a:pt x="448" y="0"/>
                    <a:pt x="435" y="6"/>
                    <a:pt x="420" y="7"/>
                  </a:cubicBezTo>
                  <a:cubicBezTo>
                    <a:pt x="379" y="2"/>
                    <a:pt x="359" y="20"/>
                    <a:pt x="323" y="31"/>
                  </a:cubicBezTo>
                  <a:cubicBezTo>
                    <a:pt x="313" y="36"/>
                    <a:pt x="310" y="54"/>
                    <a:pt x="303" y="62"/>
                  </a:cubicBezTo>
                  <a:cubicBezTo>
                    <a:pt x="293" y="33"/>
                    <a:pt x="270" y="38"/>
                    <a:pt x="271" y="67"/>
                  </a:cubicBezTo>
                  <a:cubicBezTo>
                    <a:pt x="272" y="82"/>
                    <a:pt x="267" y="92"/>
                    <a:pt x="250" y="91"/>
                  </a:cubicBezTo>
                  <a:cubicBezTo>
                    <a:pt x="230" y="90"/>
                    <a:pt x="233" y="80"/>
                    <a:pt x="206" y="81"/>
                  </a:cubicBezTo>
                  <a:cubicBezTo>
                    <a:pt x="185" y="83"/>
                    <a:pt x="130" y="84"/>
                    <a:pt x="137" y="114"/>
                  </a:cubicBezTo>
                  <a:cubicBezTo>
                    <a:pt x="138" y="117"/>
                    <a:pt x="131" y="119"/>
                    <a:pt x="129" y="118"/>
                  </a:cubicBezTo>
                  <a:cubicBezTo>
                    <a:pt x="116" y="109"/>
                    <a:pt x="94" y="124"/>
                    <a:pt x="93" y="139"/>
                  </a:cubicBezTo>
                  <a:cubicBezTo>
                    <a:pt x="94" y="144"/>
                    <a:pt x="93" y="154"/>
                    <a:pt x="87" y="155"/>
                  </a:cubicBezTo>
                  <a:cubicBezTo>
                    <a:pt x="54" y="149"/>
                    <a:pt x="67" y="176"/>
                    <a:pt x="46" y="181"/>
                  </a:cubicBezTo>
                  <a:cubicBezTo>
                    <a:pt x="34" y="187"/>
                    <a:pt x="22" y="183"/>
                    <a:pt x="8" y="188"/>
                  </a:cubicBezTo>
                  <a:cubicBezTo>
                    <a:pt x="2" y="189"/>
                    <a:pt x="0" y="201"/>
                    <a:pt x="7" y="205"/>
                  </a:cubicBezTo>
                  <a:cubicBezTo>
                    <a:pt x="14" y="211"/>
                    <a:pt x="19" y="211"/>
                    <a:pt x="25" y="211"/>
                  </a:cubicBezTo>
                  <a:cubicBezTo>
                    <a:pt x="24" y="213"/>
                    <a:pt x="23" y="215"/>
                    <a:pt x="23" y="217"/>
                  </a:cubicBezTo>
                  <a:cubicBezTo>
                    <a:pt x="19" y="247"/>
                    <a:pt x="88" y="262"/>
                    <a:pt x="63" y="263"/>
                  </a:cubicBezTo>
                  <a:cubicBezTo>
                    <a:pt x="38" y="264"/>
                    <a:pt x="34" y="265"/>
                    <a:pt x="31" y="274"/>
                  </a:cubicBezTo>
                  <a:cubicBezTo>
                    <a:pt x="27" y="284"/>
                    <a:pt x="57" y="294"/>
                    <a:pt x="57" y="294"/>
                  </a:cubicBezTo>
                  <a:cubicBezTo>
                    <a:pt x="53" y="314"/>
                    <a:pt x="90" y="326"/>
                    <a:pt x="90" y="326"/>
                  </a:cubicBezTo>
                  <a:cubicBezTo>
                    <a:pt x="95" y="305"/>
                    <a:pt x="135" y="322"/>
                    <a:pt x="165" y="324"/>
                  </a:cubicBezTo>
                  <a:cubicBezTo>
                    <a:pt x="195" y="326"/>
                    <a:pt x="231" y="433"/>
                    <a:pt x="217" y="458"/>
                  </a:cubicBezTo>
                  <a:cubicBezTo>
                    <a:pt x="203" y="484"/>
                    <a:pt x="203" y="486"/>
                    <a:pt x="212" y="499"/>
                  </a:cubicBezTo>
                  <a:cubicBezTo>
                    <a:pt x="221" y="512"/>
                    <a:pt x="230" y="458"/>
                    <a:pt x="236" y="481"/>
                  </a:cubicBezTo>
                  <a:cubicBezTo>
                    <a:pt x="241" y="505"/>
                    <a:pt x="271" y="534"/>
                    <a:pt x="252" y="531"/>
                  </a:cubicBezTo>
                  <a:cubicBezTo>
                    <a:pt x="233" y="528"/>
                    <a:pt x="204" y="508"/>
                    <a:pt x="211" y="521"/>
                  </a:cubicBezTo>
                  <a:cubicBezTo>
                    <a:pt x="218" y="534"/>
                    <a:pt x="241" y="545"/>
                    <a:pt x="254" y="547"/>
                  </a:cubicBezTo>
                  <a:cubicBezTo>
                    <a:pt x="266" y="549"/>
                    <a:pt x="256" y="587"/>
                    <a:pt x="237" y="590"/>
                  </a:cubicBezTo>
                  <a:cubicBezTo>
                    <a:pt x="218" y="593"/>
                    <a:pt x="217" y="604"/>
                    <a:pt x="211" y="641"/>
                  </a:cubicBezTo>
                  <a:cubicBezTo>
                    <a:pt x="205" y="677"/>
                    <a:pt x="250" y="776"/>
                    <a:pt x="255" y="792"/>
                  </a:cubicBezTo>
                  <a:cubicBezTo>
                    <a:pt x="260" y="808"/>
                    <a:pt x="295" y="788"/>
                    <a:pt x="292" y="802"/>
                  </a:cubicBezTo>
                  <a:cubicBezTo>
                    <a:pt x="288" y="817"/>
                    <a:pt x="315" y="823"/>
                    <a:pt x="315" y="823"/>
                  </a:cubicBezTo>
                  <a:cubicBezTo>
                    <a:pt x="315" y="823"/>
                    <a:pt x="336" y="827"/>
                    <a:pt x="343" y="783"/>
                  </a:cubicBezTo>
                  <a:cubicBezTo>
                    <a:pt x="349" y="740"/>
                    <a:pt x="349" y="750"/>
                    <a:pt x="365" y="739"/>
                  </a:cubicBezTo>
                  <a:cubicBezTo>
                    <a:pt x="380" y="728"/>
                    <a:pt x="358" y="711"/>
                    <a:pt x="379" y="695"/>
                  </a:cubicBezTo>
                  <a:cubicBezTo>
                    <a:pt x="400" y="678"/>
                    <a:pt x="427" y="675"/>
                    <a:pt x="446" y="658"/>
                  </a:cubicBezTo>
                  <a:cubicBezTo>
                    <a:pt x="465" y="641"/>
                    <a:pt x="493" y="622"/>
                    <a:pt x="490" y="606"/>
                  </a:cubicBezTo>
                  <a:cubicBezTo>
                    <a:pt x="487" y="590"/>
                    <a:pt x="529" y="612"/>
                    <a:pt x="557" y="593"/>
                  </a:cubicBezTo>
                  <a:cubicBezTo>
                    <a:pt x="584" y="574"/>
                    <a:pt x="626" y="552"/>
                    <a:pt x="623" y="547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035550" y="5357813"/>
              <a:ext cx="120650" cy="219075"/>
            </a:xfrm>
            <a:custGeom>
              <a:avLst/>
              <a:gdLst/>
              <a:ahLst/>
              <a:cxnLst/>
              <a:rect l="l" t="t" r="r" b="b"/>
              <a:pathLst>
                <a:path w="120" h="219" extrusionOk="0">
                  <a:moveTo>
                    <a:pt x="61" y="26"/>
                  </a:moveTo>
                  <a:cubicBezTo>
                    <a:pt x="36" y="0"/>
                    <a:pt x="85" y="83"/>
                    <a:pt x="34" y="118"/>
                  </a:cubicBezTo>
                  <a:cubicBezTo>
                    <a:pt x="34" y="118"/>
                    <a:pt x="0" y="123"/>
                    <a:pt x="2" y="155"/>
                  </a:cubicBezTo>
                  <a:cubicBezTo>
                    <a:pt x="4" y="188"/>
                    <a:pt x="21" y="200"/>
                    <a:pt x="36" y="199"/>
                  </a:cubicBezTo>
                  <a:cubicBezTo>
                    <a:pt x="51" y="197"/>
                    <a:pt x="55" y="219"/>
                    <a:pt x="77" y="188"/>
                  </a:cubicBezTo>
                  <a:cubicBezTo>
                    <a:pt x="99" y="157"/>
                    <a:pt x="67" y="129"/>
                    <a:pt x="85" y="118"/>
                  </a:cubicBezTo>
                  <a:cubicBezTo>
                    <a:pt x="102" y="107"/>
                    <a:pt x="120" y="63"/>
                    <a:pt x="109" y="48"/>
                  </a:cubicBezTo>
                  <a:cubicBezTo>
                    <a:pt x="97" y="33"/>
                    <a:pt x="87" y="52"/>
                    <a:pt x="61" y="2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5"/>
          <p:cNvGrpSpPr/>
          <p:nvPr/>
        </p:nvGrpSpPr>
        <p:grpSpPr>
          <a:xfrm>
            <a:off x="-2083996" y="-890440"/>
            <a:ext cx="12421863" cy="7846998"/>
            <a:chOff x="-2083996" y="-890440"/>
            <a:chExt cx="12421863" cy="7846998"/>
          </a:xfrm>
        </p:grpSpPr>
        <p:grpSp>
          <p:nvGrpSpPr>
            <p:cNvPr id="172" name="Google Shape;172;p5"/>
            <p:cNvGrpSpPr/>
            <p:nvPr/>
          </p:nvGrpSpPr>
          <p:grpSpPr>
            <a:xfrm rot="2413556">
              <a:off x="-1504324" y="3357535"/>
              <a:ext cx="3121859" cy="2938434"/>
              <a:chOff x="3282875" y="75000"/>
              <a:chExt cx="3121875" cy="2938449"/>
            </a:xfrm>
          </p:grpSpPr>
          <p:sp>
            <p:nvSpPr>
              <p:cNvPr id="173" name="Google Shape;173;p5"/>
              <p:cNvSpPr/>
              <p:nvPr/>
            </p:nvSpPr>
            <p:spPr>
              <a:xfrm>
                <a:off x="4925437" y="449866"/>
                <a:ext cx="1479313" cy="1104445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869" extrusionOk="0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4497090" y="1624833"/>
                <a:ext cx="975460" cy="967397"/>
              </a:xfrm>
              <a:custGeom>
                <a:avLst/>
                <a:gdLst/>
                <a:ahLst/>
                <a:cxnLst/>
                <a:rect l="l" t="t" r="r" b="b"/>
                <a:pathLst>
                  <a:path w="768" h="762" extrusionOk="0">
                    <a:moveTo>
                      <a:pt x="304" y="728"/>
                    </a:moveTo>
                    <a:cubicBezTo>
                      <a:pt x="252" y="728"/>
                      <a:pt x="198" y="698"/>
                      <a:pt x="139" y="653"/>
                    </a:cubicBezTo>
                    <a:cubicBezTo>
                      <a:pt x="39" y="576"/>
                      <a:pt x="0" y="418"/>
                      <a:pt x="58" y="328"/>
                    </a:cubicBezTo>
                    <a:cubicBezTo>
                      <a:pt x="80" y="295"/>
                      <a:pt x="99" y="270"/>
                      <a:pt x="115" y="248"/>
                    </a:cubicBezTo>
                    <a:cubicBezTo>
                      <a:pt x="145" y="209"/>
                      <a:pt x="168" y="178"/>
                      <a:pt x="189" y="128"/>
                    </a:cubicBezTo>
                    <a:cubicBezTo>
                      <a:pt x="226" y="39"/>
                      <a:pt x="306" y="3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78" y="1"/>
                      <a:pt x="592" y="19"/>
                      <a:pt x="652" y="82"/>
                    </a:cubicBezTo>
                    <a:cubicBezTo>
                      <a:pt x="713" y="145"/>
                      <a:pt x="768" y="289"/>
                      <a:pt x="713" y="393"/>
                    </a:cubicBezTo>
                    <a:cubicBezTo>
                      <a:pt x="682" y="451"/>
                      <a:pt x="628" y="493"/>
                      <a:pt x="571" y="538"/>
                    </a:cubicBezTo>
                    <a:cubicBezTo>
                      <a:pt x="527" y="573"/>
                      <a:pt x="481" y="609"/>
                      <a:pt x="438" y="657"/>
                    </a:cubicBezTo>
                    <a:cubicBezTo>
                      <a:pt x="392" y="707"/>
                      <a:pt x="349" y="728"/>
                      <a:pt x="304" y="728"/>
                    </a:cubicBezTo>
                    <a:close/>
                    <a:moveTo>
                      <a:pt x="369" y="4"/>
                    </a:moveTo>
                    <a:cubicBezTo>
                      <a:pt x="308" y="7"/>
                      <a:pt x="229" y="42"/>
                      <a:pt x="193" y="129"/>
                    </a:cubicBezTo>
                    <a:cubicBezTo>
                      <a:pt x="172" y="181"/>
                      <a:pt x="148" y="211"/>
                      <a:pt x="119" y="250"/>
                    </a:cubicBezTo>
                    <a:cubicBezTo>
                      <a:pt x="102" y="272"/>
                      <a:pt x="83" y="297"/>
                      <a:pt x="62" y="330"/>
                    </a:cubicBezTo>
                    <a:cubicBezTo>
                      <a:pt x="4" y="419"/>
                      <a:pt x="43" y="574"/>
                      <a:pt x="142" y="650"/>
                    </a:cubicBezTo>
                    <a:cubicBezTo>
                      <a:pt x="247" y="731"/>
                      <a:pt x="337" y="762"/>
                      <a:pt x="435" y="654"/>
                    </a:cubicBezTo>
                    <a:cubicBezTo>
                      <a:pt x="478" y="605"/>
                      <a:pt x="524" y="569"/>
                      <a:pt x="569" y="535"/>
                    </a:cubicBezTo>
                    <a:cubicBezTo>
                      <a:pt x="628" y="489"/>
                      <a:pt x="679" y="449"/>
                      <a:pt x="710" y="391"/>
                    </a:cubicBezTo>
                    <a:cubicBezTo>
                      <a:pt x="763" y="290"/>
                      <a:pt x="708" y="146"/>
                      <a:pt x="649" y="84"/>
                    </a:cubicBezTo>
                    <a:cubicBezTo>
                      <a:pt x="591" y="23"/>
                      <a:pt x="375" y="5"/>
                      <a:pt x="369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4714754" y="2058147"/>
                <a:ext cx="334558" cy="272081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128" y="211"/>
                    </a:moveTo>
                    <a:cubicBezTo>
                      <a:pt x="125" y="211"/>
                      <a:pt x="122" y="210"/>
                      <a:pt x="119" y="210"/>
                    </a:cubicBezTo>
                    <a:cubicBezTo>
                      <a:pt x="82" y="203"/>
                      <a:pt x="20" y="190"/>
                      <a:pt x="10" y="130"/>
                    </a:cubicBezTo>
                    <a:cubicBezTo>
                      <a:pt x="0" y="68"/>
                      <a:pt x="71" y="30"/>
                      <a:pt x="114" y="13"/>
                    </a:cubicBezTo>
                    <a:cubicBezTo>
                      <a:pt x="114" y="13"/>
                      <a:pt x="114" y="13"/>
                      <a:pt x="114" y="13"/>
                    </a:cubicBezTo>
                    <a:cubicBezTo>
                      <a:pt x="147" y="0"/>
                      <a:pt x="201" y="25"/>
                      <a:pt x="233" y="57"/>
                    </a:cubicBezTo>
                    <a:cubicBezTo>
                      <a:pt x="254" y="79"/>
                      <a:pt x="263" y="101"/>
                      <a:pt x="256" y="118"/>
                    </a:cubicBezTo>
                    <a:cubicBezTo>
                      <a:pt x="238" y="162"/>
                      <a:pt x="169" y="211"/>
                      <a:pt x="128" y="211"/>
                    </a:cubicBezTo>
                    <a:close/>
                    <a:moveTo>
                      <a:pt x="134" y="14"/>
                    </a:moveTo>
                    <a:cubicBezTo>
                      <a:pt x="127" y="14"/>
                      <a:pt x="121" y="15"/>
                      <a:pt x="116" y="17"/>
                    </a:cubicBezTo>
                    <a:cubicBezTo>
                      <a:pt x="116" y="17"/>
                      <a:pt x="116" y="17"/>
                      <a:pt x="116" y="17"/>
                    </a:cubicBezTo>
                    <a:cubicBezTo>
                      <a:pt x="74" y="34"/>
                      <a:pt x="4" y="71"/>
                      <a:pt x="14" y="130"/>
                    </a:cubicBezTo>
                    <a:cubicBezTo>
                      <a:pt x="23" y="187"/>
                      <a:pt x="84" y="199"/>
                      <a:pt x="120" y="206"/>
                    </a:cubicBezTo>
                    <a:cubicBezTo>
                      <a:pt x="159" y="213"/>
                      <a:pt x="234" y="163"/>
                      <a:pt x="252" y="117"/>
                    </a:cubicBezTo>
                    <a:cubicBezTo>
                      <a:pt x="259" y="101"/>
                      <a:pt x="250" y="80"/>
                      <a:pt x="230" y="60"/>
                    </a:cubicBezTo>
                    <a:cubicBezTo>
                      <a:pt x="205" y="35"/>
                      <a:pt x="165" y="14"/>
                      <a:pt x="134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3282875" y="75000"/>
                <a:ext cx="1598223" cy="1547834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1218" extrusionOk="0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3847191" y="905349"/>
                <a:ext cx="395021" cy="437344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43" extrusionOk="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3506586" y="268479"/>
                <a:ext cx="1076230" cy="1233430"/>
              </a:xfrm>
              <a:custGeom>
                <a:avLst/>
                <a:gdLst/>
                <a:ahLst/>
                <a:cxnLst/>
                <a:rect l="l" t="t" r="r" b="b"/>
                <a:pathLst>
                  <a:path w="847" h="970" extrusionOk="0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4626076" y="1751805"/>
                <a:ext cx="679195" cy="679193"/>
              </a:xfrm>
              <a:custGeom>
                <a:avLst/>
                <a:gdLst/>
                <a:ahLst/>
                <a:cxnLst/>
                <a:rect l="l" t="t" r="r" b="b"/>
                <a:pathLst>
                  <a:path w="535" h="534" extrusionOk="0">
                    <a:moveTo>
                      <a:pt x="183" y="533"/>
                    </a:moveTo>
                    <a:cubicBezTo>
                      <a:pt x="179" y="533"/>
                      <a:pt x="175" y="532"/>
                      <a:pt x="171" y="532"/>
                    </a:cubicBezTo>
                    <a:cubicBezTo>
                      <a:pt x="116" y="525"/>
                      <a:pt x="0" y="417"/>
                      <a:pt x="7" y="351"/>
                    </a:cubicBezTo>
                    <a:cubicBezTo>
                      <a:pt x="17" y="262"/>
                      <a:pt x="64" y="213"/>
                      <a:pt x="95" y="181"/>
                    </a:cubicBezTo>
                    <a:cubicBezTo>
                      <a:pt x="136" y="138"/>
                      <a:pt x="160" y="109"/>
                      <a:pt x="207" y="41"/>
                    </a:cubicBezTo>
                    <a:cubicBezTo>
                      <a:pt x="221" y="20"/>
                      <a:pt x="246" y="8"/>
                      <a:pt x="281" y="5"/>
                    </a:cubicBezTo>
                    <a:cubicBezTo>
                      <a:pt x="344" y="0"/>
                      <a:pt x="432" y="29"/>
                      <a:pt x="468" y="67"/>
                    </a:cubicBezTo>
                    <a:cubicBezTo>
                      <a:pt x="516" y="117"/>
                      <a:pt x="535" y="230"/>
                      <a:pt x="502" y="271"/>
                    </a:cubicBezTo>
                    <a:cubicBezTo>
                      <a:pt x="486" y="291"/>
                      <a:pt x="456" y="324"/>
                      <a:pt x="424" y="360"/>
                    </a:cubicBezTo>
                    <a:cubicBezTo>
                      <a:pt x="394" y="392"/>
                      <a:pt x="363" y="426"/>
                      <a:pt x="344" y="450"/>
                    </a:cubicBezTo>
                    <a:cubicBezTo>
                      <a:pt x="305" y="497"/>
                      <a:pt x="234" y="533"/>
                      <a:pt x="183" y="533"/>
                    </a:cubicBezTo>
                    <a:close/>
                    <a:moveTo>
                      <a:pt x="297" y="9"/>
                    </a:moveTo>
                    <a:cubicBezTo>
                      <a:pt x="292" y="9"/>
                      <a:pt x="286" y="9"/>
                      <a:pt x="281" y="9"/>
                    </a:cubicBezTo>
                    <a:cubicBezTo>
                      <a:pt x="248" y="12"/>
                      <a:pt x="224" y="24"/>
                      <a:pt x="210" y="43"/>
                    </a:cubicBezTo>
                    <a:cubicBezTo>
                      <a:pt x="163" y="112"/>
                      <a:pt x="139" y="141"/>
                      <a:pt x="98" y="183"/>
                    </a:cubicBezTo>
                    <a:cubicBezTo>
                      <a:pt x="67" y="216"/>
                      <a:pt x="21" y="264"/>
                      <a:pt x="12" y="351"/>
                    </a:cubicBezTo>
                    <a:cubicBezTo>
                      <a:pt x="5" y="415"/>
                      <a:pt x="119" y="521"/>
                      <a:pt x="171" y="528"/>
                    </a:cubicBezTo>
                    <a:cubicBezTo>
                      <a:pt x="222" y="534"/>
                      <a:pt x="299" y="497"/>
                      <a:pt x="341" y="447"/>
                    </a:cubicBezTo>
                    <a:cubicBezTo>
                      <a:pt x="360" y="424"/>
                      <a:pt x="391" y="390"/>
                      <a:pt x="421" y="357"/>
                    </a:cubicBezTo>
                    <a:cubicBezTo>
                      <a:pt x="453" y="322"/>
                      <a:pt x="483" y="288"/>
                      <a:pt x="499" y="268"/>
                    </a:cubicBezTo>
                    <a:cubicBezTo>
                      <a:pt x="529" y="232"/>
                      <a:pt x="516" y="123"/>
                      <a:pt x="465" y="70"/>
                    </a:cubicBezTo>
                    <a:cubicBezTo>
                      <a:pt x="436" y="39"/>
                      <a:pt x="363" y="9"/>
                      <a:pt x="297" y="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4220977" y="1387015"/>
                <a:ext cx="1356373" cy="1626434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78" extrusionOk="0">
                    <a:moveTo>
                      <a:pt x="352" y="1268"/>
                    </a:moveTo>
                    <a:cubicBezTo>
                      <a:pt x="320" y="1268"/>
                      <a:pt x="292" y="1258"/>
                      <a:pt x="270" y="1247"/>
                    </a:cubicBezTo>
                    <a:cubicBezTo>
                      <a:pt x="208" y="1215"/>
                      <a:pt x="165" y="1155"/>
                      <a:pt x="162" y="1117"/>
                    </a:cubicBezTo>
                    <a:cubicBezTo>
                      <a:pt x="157" y="1070"/>
                      <a:pt x="116" y="967"/>
                      <a:pt x="77" y="868"/>
                    </a:cubicBezTo>
                    <a:cubicBezTo>
                      <a:pt x="60" y="823"/>
                      <a:pt x="43" y="781"/>
                      <a:pt x="30" y="745"/>
                    </a:cubicBezTo>
                    <a:cubicBezTo>
                      <a:pt x="0" y="662"/>
                      <a:pt x="46" y="568"/>
                      <a:pt x="162" y="475"/>
                    </a:cubicBezTo>
                    <a:cubicBezTo>
                      <a:pt x="220" y="429"/>
                      <a:pt x="310" y="297"/>
                      <a:pt x="321" y="195"/>
                    </a:cubicBezTo>
                    <a:cubicBezTo>
                      <a:pt x="330" y="100"/>
                      <a:pt x="442" y="58"/>
                      <a:pt x="510" y="33"/>
                    </a:cubicBezTo>
                    <a:cubicBezTo>
                      <a:pt x="515" y="31"/>
                      <a:pt x="521" y="29"/>
                      <a:pt x="526" y="27"/>
                    </a:cubicBezTo>
                    <a:cubicBezTo>
                      <a:pt x="594" y="0"/>
                      <a:pt x="888" y="104"/>
                      <a:pt x="957" y="179"/>
                    </a:cubicBezTo>
                    <a:cubicBezTo>
                      <a:pt x="1026" y="256"/>
                      <a:pt x="1040" y="366"/>
                      <a:pt x="1054" y="473"/>
                    </a:cubicBezTo>
                    <a:cubicBezTo>
                      <a:pt x="1068" y="582"/>
                      <a:pt x="964" y="810"/>
                      <a:pt x="863" y="894"/>
                    </a:cubicBezTo>
                    <a:cubicBezTo>
                      <a:pt x="835" y="917"/>
                      <a:pt x="800" y="948"/>
                      <a:pt x="760" y="984"/>
                    </a:cubicBezTo>
                    <a:cubicBezTo>
                      <a:pt x="657" y="1076"/>
                      <a:pt x="529" y="1190"/>
                      <a:pt x="434" y="1245"/>
                    </a:cubicBezTo>
                    <a:cubicBezTo>
                      <a:pt x="405" y="1262"/>
                      <a:pt x="377" y="1268"/>
                      <a:pt x="352" y="1268"/>
                    </a:cubicBezTo>
                    <a:close/>
                    <a:moveTo>
                      <a:pt x="555" y="27"/>
                    </a:moveTo>
                    <a:cubicBezTo>
                      <a:pt x="543" y="27"/>
                      <a:pt x="534" y="28"/>
                      <a:pt x="527" y="31"/>
                    </a:cubicBezTo>
                    <a:cubicBezTo>
                      <a:pt x="522" y="33"/>
                      <a:pt x="517" y="35"/>
                      <a:pt x="511" y="37"/>
                    </a:cubicBezTo>
                    <a:cubicBezTo>
                      <a:pt x="445" y="62"/>
                      <a:pt x="334" y="103"/>
                      <a:pt x="325" y="195"/>
                    </a:cubicBezTo>
                    <a:cubicBezTo>
                      <a:pt x="314" y="299"/>
                      <a:pt x="223" y="432"/>
                      <a:pt x="165" y="479"/>
                    </a:cubicBezTo>
                    <a:cubicBezTo>
                      <a:pt x="50" y="570"/>
                      <a:pt x="5" y="662"/>
                      <a:pt x="34" y="744"/>
                    </a:cubicBezTo>
                    <a:cubicBezTo>
                      <a:pt x="47" y="779"/>
                      <a:pt x="64" y="821"/>
                      <a:pt x="81" y="866"/>
                    </a:cubicBezTo>
                    <a:cubicBezTo>
                      <a:pt x="120" y="966"/>
                      <a:pt x="161" y="1069"/>
                      <a:pt x="166" y="1116"/>
                    </a:cubicBezTo>
                    <a:cubicBezTo>
                      <a:pt x="169" y="1153"/>
                      <a:pt x="211" y="1212"/>
                      <a:pt x="272" y="1243"/>
                    </a:cubicBezTo>
                    <a:cubicBezTo>
                      <a:pt x="310" y="1263"/>
                      <a:pt x="368" y="1278"/>
                      <a:pt x="432" y="1241"/>
                    </a:cubicBezTo>
                    <a:cubicBezTo>
                      <a:pt x="527" y="1187"/>
                      <a:pt x="654" y="1073"/>
                      <a:pt x="757" y="981"/>
                    </a:cubicBezTo>
                    <a:cubicBezTo>
                      <a:pt x="798" y="945"/>
                      <a:pt x="832" y="914"/>
                      <a:pt x="860" y="891"/>
                    </a:cubicBezTo>
                    <a:cubicBezTo>
                      <a:pt x="961" y="808"/>
                      <a:pt x="1064" y="581"/>
                      <a:pt x="1050" y="474"/>
                    </a:cubicBezTo>
                    <a:cubicBezTo>
                      <a:pt x="1036" y="367"/>
                      <a:pt x="1022" y="257"/>
                      <a:pt x="954" y="182"/>
                    </a:cubicBezTo>
                    <a:cubicBezTo>
                      <a:pt x="916" y="141"/>
                      <a:pt x="818" y="96"/>
                      <a:pt x="739" y="69"/>
                    </a:cubicBezTo>
                    <a:cubicBezTo>
                      <a:pt x="662" y="42"/>
                      <a:pt x="595" y="27"/>
                      <a:pt x="555" y="2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" name="Google Shape;181;p5"/>
            <p:cNvGrpSpPr/>
            <p:nvPr/>
          </p:nvGrpSpPr>
          <p:grpSpPr>
            <a:xfrm>
              <a:off x="7215992" y="-890440"/>
              <a:ext cx="3121875" cy="2938449"/>
              <a:chOff x="3282875" y="75000"/>
              <a:chExt cx="3121875" cy="2938449"/>
            </a:xfrm>
          </p:grpSpPr>
          <p:sp>
            <p:nvSpPr>
              <p:cNvPr id="182" name="Google Shape;182;p5"/>
              <p:cNvSpPr/>
              <p:nvPr/>
            </p:nvSpPr>
            <p:spPr>
              <a:xfrm>
                <a:off x="4925437" y="449866"/>
                <a:ext cx="1479313" cy="1104445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869" extrusionOk="0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5199533" y="603037"/>
                <a:ext cx="1011738" cy="783995"/>
              </a:xfrm>
              <a:custGeom>
                <a:avLst/>
                <a:gdLst/>
                <a:ahLst/>
                <a:cxnLst/>
                <a:rect l="l" t="t" r="r" b="b"/>
                <a:pathLst>
                  <a:path w="796" h="618" extrusionOk="0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5592538" y="899303"/>
                <a:ext cx="453469" cy="366805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8" extrusionOk="0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4497090" y="1624833"/>
                <a:ext cx="975460" cy="967397"/>
              </a:xfrm>
              <a:custGeom>
                <a:avLst/>
                <a:gdLst/>
                <a:ahLst/>
                <a:cxnLst/>
                <a:rect l="l" t="t" r="r" b="b"/>
                <a:pathLst>
                  <a:path w="768" h="762" extrusionOk="0">
                    <a:moveTo>
                      <a:pt x="304" y="728"/>
                    </a:moveTo>
                    <a:cubicBezTo>
                      <a:pt x="252" y="728"/>
                      <a:pt x="198" y="698"/>
                      <a:pt x="139" y="653"/>
                    </a:cubicBezTo>
                    <a:cubicBezTo>
                      <a:pt x="39" y="576"/>
                      <a:pt x="0" y="418"/>
                      <a:pt x="58" y="328"/>
                    </a:cubicBezTo>
                    <a:cubicBezTo>
                      <a:pt x="80" y="295"/>
                      <a:pt x="99" y="270"/>
                      <a:pt x="115" y="248"/>
                    </a:cubicBezTo>
                    <a:cubicBezTo>
                      <a:pt x="145" y="209"/>
                      <a:pt x="168" y="178"/>
                      <a:pt x="189" y="128"/>
                    </a:cubicBezTo>
                    <a:cubicBezTo>
                      <a:pt x="226" y="39"/>
                      <a:pt x="306" y="3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78" y="1"/>
                      <a:pt x="592" y="19"/>
                      <a:pt x="652" y="82"/>
                    </a:cubicBezTo>
                    <a:cubicBezTo>
                      <a:pt x="713" y="145"/>
                      <a:pt x="768" y="289"/>
                      <a:pt x="713" y="393"/>
                    </a:cubicBezTo>
                    <a:cubicBezTo>
                      <a:pt x="682" y="451"/>
                      <a:pt x="628" y="493"/>
                      <a:pt x="571" y="538"/>
                    </a:cubicBezTo>
                    <a:cubicBezTo>
                      <a:pt x="527" y="573"/>
                      <a:pt x="481" y="609"/>
                      <a:pt x="438" y="657"/>
                    </a:cubicBezTo>
                    <a:cubicBezTo>
                      <a:pt x="392" y="707"/>
                      <a:pt x="349" y="728"/>
                      <a:pt x="304" y="728"/>
                    </a:cubicBezTo>
                    <a:close/>
                    <a:moveTo>
                      <a:pt x="369" y="4"/>
                    </a:moveTo>
                    <a:cubicBezTo>
                      <a:pt x="308" y="7"/>
                      <a:pt x="229" y="42"/>
                      <a:pt x="193" y="129"/>
                    </a:cubicBezTo>
                    <a:cubicBezTo>
                      <a:pt x="172" y="181"/>
                      <a:pt x="148" y="211"/>
                      <a:pt x="119" y="250"/>
                    </a:cubicBezTo>
                    <a:cubicBezTo>
                      <a:pt x="102" y="272"/>
                      <a:pt x="83" y="297"/>
                      <a:pt x="62" y="330"/>
                    </a:cubicBezTo>
                    <a:cubicBezTo>
                      <a:pt x="4" y="419"/>
                      <a:pt x="43" y="574"/>
                      <a:pt x="142" y="650"/>
                    </a:cubicBezTo>
                    <a:cubicBezTo>
                      <a:pt x="247" y="731"/>
                      <a:pt x="337" y="762"/>
                      <a:pt x="435" y="654"/>
                    </a:cubicBezTo>
                    <a:cubicBezTo>
                      <a:pt x="478" y="605"/>
                      <a:pt x="524" y="569"/>
                      <a:pt x="569" y="535"/>
                    </a:cubicBezTo>
                    <a:cubicBezTo>
                      <a:pt x="628" y="489"/>
                      <a:pt x="679" y="449"/>
                      <a:pt x="710" y="391"/>
                    </a:cubicBezTo>
                    <a:cubicBezTo>
                      <a:pt x="763" y="290"/>
                      <a:pt x="708" y="146"/>
                      <a:pt x="649" y="84"/>
                    </a:cubicBezTo>
                    <a:cubicBezTo>
                      <a:pt x="591" y="23"/>
                      <a:pt x="375" y="5"/>
                      <a:pt x="369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714754" y="2058147"/>
                <a:ext cx="334558" cy="272081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128" y="211"/>
                    </a:moveTo>
                    <a:cubicBezTo>
                      <a:pt x="125" y="211"/>
                      <a:pt x="122" y="210"/>
                      <a:pt x="119" y="210"/>
                    </a:cubicBezTo>
                    <a:cubicBezTo>
                      <a:pt x="82" y="203"/>
                      <a:pt x="20" y="190"/>
                      <a:pt x="10" y="130"/>
                    </a:cubicBezTo>
                    <a:cubicBezTo>
                      <a:pt x="0" y="68"/>
                      <a:pt x="71" y="30"/>
                      <a:pt x="114" y="13"/>
                    </a:cubicBezTo>
                    <a:cubicBezTo>
                      <a:pt x="114" y="13"/>
                      <a:pt x="114" y="13"/>
                      <a:pt x="114" y="13"/>
                    </a:cubicBezTo>
                    <a:cubicBezTo>
                      <a:pt x="147" y="0"/>
                      <a:pt x="201" y="25"/>
                      <a:pt x="233" y="57"/>
                    </a:cubicBezTo>
                    <a:cubicBezTo>
                      <a:pt x="254" y="79"/>
                      <a:pt x="263" y="101"/>
                      <a:pt x="256" y="118"/>
                    </a:cubicBezTo>
                    <a:cubicBezTo>
                      <a:pt x="238" y="162"/>
                      <a:pt x="169" y="211"/>
                      <a:pt x="128" y="211"/>
                    </a:cubicBezTo>
                    <a:close/>
                    <a:moveTo>
                      <a:pt x="134" y="14"/>
                    </a:moveTo>
                    <a:cubicBezTo>
                      <a:pt x="127" y="14"/>
                      <a:pt x="121" y="15"/>
                      <a:pt x="116" y="17"/>
                    </a:cubicBezTo>
                    <a:cubicBezTo>
                      <a:pt x="116" y="17"/>
                      <a:pt x="116" y="17"/>
                      <a:pt x="116" y="17"/>
                    </a:cubicBezTo>
                    <a:cubicBezTo>
                      <a:pt x="74" y="34"/>
                      <a:pt x="4" y="71"/>
                      <a:pt x="14" y="130"/>
                    </a:cubicBezTo>
                    <a:cubicBezTo>
                      <a:pt x="23" y="187"/>
                      <a:pt x="84" y="199"/>
                      <a:pt x="120" y="206"/>
                    </a:cubicBezTo>
                    <a:cubicBezTo>
                      <a:pt x="159" y="213"/>
                      <a:pt x="234" y="163"/>
                      <a:pt x="252" y="117"/>
                    </a:cubicBezTo>
                    <a:cubicBezTo>
                      <a:pt x="259" y="101"/>
                      <a:pt x="250" y="80"/>
                      <a:pt x="230" y="60"/>
                    </a:cubicBezTo>
                    <a:cubicBezTo>
                      <a:pt x="205" y="35"/>
                      <a:pt x="165" y="14"/>
                      <a:pt x="134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3282875" y="75000"/>
                <a:ext cx="1598223" cy="1547834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1218" extrusionOk="0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3847191" y="905349"/>
                <a:ext cx="395021" cy="437344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43" extrusionOk="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3506586" y="268479"/>
                <a:ext cx="1076230" cy="1233430"/>
              </a:xfrm>
              <a:custGeom>
                <a:avLst/>
                <a:gdLst/>
                <a:ahLst/>
                <a:cxnLst/>
                <a:rect l="l" t="t" r="r" b="b"/>
                <a:pathLst>
                  <a:path w="847" h="970" extrusionOk="0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4220977" y="1387015"/>
                <a:ext cx="1356373" cy="1626434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78" extrusionOk="0">
                    <a:moveTo>
                      <a:pt x="352" y="1268"/>
                    </a:moveTo>
                    <a:cubicBezTo>
                      <a:pt x="320" y="1268"/>
                      <a:pt x="292" y="1258"/>
                      <a:pt x="270" y="1247"/>
                    </a:cubicBezTo>
                    <a:cubicBezTo>
                      <a:pt x="208" y="1215"/>
                      <a:pt x="165" y="1155"/>
                      <a:pt x="162" y="1117"/>
                    </a:cubicBezTo>
                    <a:cubicBezTo>
                      <a:pt x="157" y="1070"/>
                      <a:pt x="116" y="967"/>
                      <a:pt x="77" y="868"/>
                    </a:cubicBezTo>
                    <a:cubicBezTo>
                      <a:pt x="60" y="823"/>
                      <a:pt x="43" y="781"/>
                      <a:pt x="30" y="745"/>
                    </a:cubicBezTo>
                    <a:cubicBezTo>
                      <a:pt x="0" y="662"/>
                      <a:pt x="46" y="568"/>
                      <a:pt x="162" y="475"/>
                    </a:cubicBezTo>
                    <a:cubicBezTo>
                      <a:pt x="220" y="429"/>
                      <a:pt x="310" y="297"/>
                      <a:pt x="321" y="195"/>
                    </a:cubicBezTo>
                    <a:cubicBezTo>
                      <a:pt x="330" y="100"/>
                      <a:pt x="442" y="58"/>
                      <a:pt x="510" y="33"/>
                    </a:cubicBezTo>
                    <a:cubicBezTo>
                      <a:pt x="515" y="31"/>
                      <a:pt x="521" y="29"/>
                      <a:pt x="526" y="27"/>
                    </a:cubicBezTo>
                    <a:cubicBezTo>
                      <a:pt x="594" y="0"/>
                      <a:pt x="888" y="104"/>
                      <a:pt x="957" y="179"/>
                    </a:cubicBezTo>
                    <a:cubicBezTo>
                      <a:pt x="1026" y="256"/>
                      <a:pt x="1040" y="366"/>
                      <a:pt x="1054" y="473"/>
                    </a:cubicBezTo>
                    <a:cubicBezTo>
                      <a:pt x="1068" y="582"/>
                      <a:pt x="964" y="810"/>
                      <a:pt x="863" y="894"/>
                    </a:cubicBezTo>
                    <a:cubicBezTo>
                      <a:pt x="835" y="917"/>
                      <a:pt x="800" y="948"/>
                      <a:pt x="760" y="984"/>
                    </a:cubicBezTo>
                    <a:cubicBezTo>
                      <a:pt x="657" y="1076"/>
                      <a:pt x="529" y="1190"/>
                      <a:pt x="434" y="1245"/>
                    </a:cubicBezTo>
                    <a:cubicBezTo>
                      <a:pt x="405" y="1262"/>
                      <a:pt x="377" y="1268"/>
                      <a:pt x="352" y="1268"/>
                    </a:cubicBezTo>
                    <a:close/>
                    <a:moveTo>
                      <a:pt x="555" y="27"/>
                    </a:moveTo>
                    <a:cubicBezTo>
                      <a:pt x="543" y="27"/>
                      <a:pt x="534" y="28"/>
                      <a:pt x="527" y="31"/>
                    </a:cubicBezTo>
                    <a:cubicBezTo>
                      <a:pt x="522" y="33"/>
                      <a:pt x="517" y="35"/>
                      <a:pt x="511" y="37"/>
                    </a:cubicBezTo>
                    <a:cubicBezTo>
                      <a:pt x="445" y="62"/>
                      <a:pt x="334" y="103"/>
                      <a:pt x="325" y="195"/>
                    </a:cubicBezTo>
                    <a:cubicBezTo>
                      <a:pt x="314" y="299"/>
                      <a:pt x="223" y="432"/>
                      <a:pt x="165" y="479"/>
                    </a:cubicBezTo>
                    <a:cubicBezTo>
                      <a:pt x="50" y="570"/>
                      <a:pt x="5" y="662"/>
                      <a:pt x="34" y="744"/>
                    </a:cubicBezTo>
                    <a:cubicBezTo>
                      <a:pt x="47" y="779"/>
                      <a:pt x="64" y="821"/>
                      <a:pt x="81" y="866"/>
                    </a:cubicBezTo>
                    <a:cubicBezTo>
                      <a:pt x="120" y="966"/>
                      <a:pt x="161" y="1069"/>
                      <a:pt x="166" y="1116"/>
                    </a:cubicBezTo>
                    <a:cubicBezTo>
                      <a:pt x="169" y="1153"/>
                      <a:pt x="211" y="1212"/>
                      <a:pt x="272" y="1243"/>
                    </a:cubicBezTo>
                    <a:cubicBezTo>
                      <a:pt x="310" y="1263"/>
                      <a:pt x="368" y="1278"/>
                      <a:pt x="432" y="1241"/>
                    </a:cubicBezTo>
                    <a:cubicBezTo>
                      <a:pt x="527" y="1187"/>
                      <a:pt x="654" y="1073"/>
                      <a:pt x="757" y="981"/>
                    </a:cubicBezTo>
                    <a:cubicBezTo>
                      <a:pt x="798" y="945"/>
                      <a:pt x="832" y="914"/>
                      <a:pt x="860" y="891"/>
                    </a:cubicBezTo>
                    <a:cubicBezTo>
                      <a:pt x="961" y="808"/>
                      <a:pt x="1064" y="581"/>
                      <a:pt x="1050" y="474"/>
                    </a:cubicBezTo>
                    <a:cubicBezTo>
                      <a:pt x="1036" y="367"/>
                      <a:pt x="1022" y="257"/>
                      <a:pt x="954" y="182"/>
                    </a:cubicBezTo>
                    <a:cubicBezTo>
                      <a:pt x="916" y="141"/>
                      <a:pt x="818" y="96"/>
                      <a:pt x="739" y="69"/>
                    </a:cubicBezTo>
                    <a:cubicBezTo>
                      <a:pt x="662" y="42"/>
                      <a:pt x="595" y="27"/>
                      <a:pt x="555" y="2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4626076" y="1751805"/>
                <a:ext cx="679195" cy="679193"/>
              </a:xfrm>
              <a:custGeom>
                <a:avLst/>
                <a:gdLst/>
                <a:ahLst/>
                <a:cxnLst/>
                <a:rect l="l" t="t" r="r" b="b"/>
                <a:pathLst>
                  <a:path w="535" h="534" extrusionOk="0">
                    <a:moveTo>
                      <a:pt x="183" y="533"/>
                    </a:moveTo>
                    <a:cubicBezTo>
                      <a:pt x="179" y="533"/>
                      <a:pt x="175" y="532"/>
                      <a:pt x="171" y="532"/>
                    </a:cubicBezTo>
                    <a:cubicBezTo>
                      <a:pt x="116" y="525"/>
                      <a:pt x="0" y="417"/>
                      <a:pt x="7" y="351"/>
                    </a:cubicBezTo>
                    <a:cubicBezTo>
                      <a:pt x="17" y="262"/>
                      <a:pt x="64" y="213"/>
                      <a:pt x="95" y="181"/>
                    </a:cubicBezTo>
                    <a:cubicBezTo>
                      <a:pt x="136" y="138"/>
                      <a:pt x="160" y="109"/>
                      <a:pt x="207" y="41"/>
                    </a:cubicBezTo>
                    <a:cubicBezTo>
                      <a:pt x="221" y="20"/>
                      <a:pt x="246" y="8"/>
                      <a:pt x="281" y="5"/>
                    </a:cubicBezTo>
                    <a:cubicBezTo>
                      <a:pt x="344" y="0"/>
                      <a:pt x="432" y="29"/>
                      <a:pt x="468" y="67"/>
                    </a:cubicBezTo>
                    <a:cubicBezTo>
                      <a:pt x="516" y="117"/>
                      <a:pt x="535" y="230"/>
                      <a:pt x="502" y="271"/>
                    </a:cubicBezTo>
                    <a:cubicBezTo>
                      <a:pt x="486" y="291"/>
                      <a:pt x="456" y="324"/>
                      <a:pt x="424" y="360"/>
                    </a:cubicBezTo>
                    <a:cubicBezTo>
                      <a:pt x="394" y="392"/>
                      <a:pt x="363" y="426"/>
                      <a:pt x="344" y="450"/>
                    </a:cubicBezTo>
                    <a:cubicBezTo>
                      <a:pt x="305" y="497"/>
                      <a:pt x="234" y="533"/>
                      <a:pt x="183" y="533"/>
                    </a:cubicBezTo>
                    <a:close/>
                    <a:moveTo>
                      <a:pt x="297" y="9"/>
                    </a:moveTo>
                    <a:cubicBezTo>
                      <a:pt x="292" y="9"/>
                      <a:pt x="286" y="9"/>
                      <a:pt x="281" y="9"/>
                    </a:cubicBezTo>
                    <a:cubicBezTo>
                      <a:pt x="248" y="12"/>
                      <a:pt x="224" y="24"/>
                      <a:pt x="210" y="43"/>
                    </a:cubicBezTo>
                    <a:cubicBezTo>
                      <a:pt x="163" y="112"/>
                      <a:pt x="139" y="141"/>
                      <a:pt x="98" y="183"/>
                    </a:cubicBezTo>
                    <a:cubicBezTo>
                      <a:pt x="67" y="216"/>
                      <a:pt x="21" y="264"/>
                      <a:pt x="12" y="351"/>
                    </a:cubicBezTo>
                    <a:cubicBezTo>
                      <a:pt x="5" y="415"/>
                      <a:pt x="119" y="521"/>
                      <a:pt x="171" y="528"/>
                    </a:cubicBezTo>
                    <a:cubicBezTo>
                      <a:pt x="222" y="534"/>
                      <a:pt x="299" y="497"/>
                      <a:pt x="341" y="447"/>
                    </a:cubicBezTo>
                    <a:cubicBezTo>
                      <a:pt x="360" y="424"/>
                      <a:pt x="391" y="390"/>
                      <a:pt x="421" y="357"/>
                    </a:cubicBezTo>
                    <a:cubicBezTo>
                      <a:pt x="453" y="322"/>
                      <a:pt x="483" y="288"/>
                      <a:pt x="499" y="268"/>
                    </a:cubicBezTo>
                    <a:cubicBezTo>
                      <a:pt x="529" y="232"/>
                      <a:pt x="516" y="123"/>
                      <a:pt x="465" y="70"/>
                    </a:cubicBezTo>
                    <a:cubicBezTo>
                      <a:pt x="436" y="39"/>
                      <a:pt x="363" y="9"/>
                      <a:pt x="297" y="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" name="Google Shape;19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5"/>
          <p:cNvSpPr txBox="1">
            <a:spLocks noGrp="1"/>
          </p:cNvSpPr>
          <p:nvPr>
            <p:ph type="subTitle" idx="1"/>
          </p:nvPr>
        </p:nvSpPr>
        <p:spPr>
          <a:xfrm>
            <a:off x="4923249" y="2424875"/>
            <a:ext cx="2505600" cy="14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5"/>
          <p:cNvSpPr txBox="1">
            <a:spLocks noGrp="1"/>
          </p:cNvSpPr>
          <p:nvPr>
            <p:ph type="subTitle" idx="2"/>
          </p:nvPr>
        </p:nvSpPr>
        <p:spPr>
          <a:xfrm>
            <a:off x="1715375" y="2424875"/>
            <a:ext cx="2505600" cy="14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5"/>
          <p:cNvSpPr txBox="1">
            <a:spLocks noGrp="1"/>
          </p:cNvSpPr>
          <p:nvPr>
            <p:ph type="subTitle" idx="3"/>
          </p:nvPr>
        </p:nvSpPr>
        <p:spPr>
          <a:xfrm>
            <a:off x="1715375" y="2035904"/>
            <a:ext cx="2505600" cy="44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5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  <p:sp>
        <p:nvSpPr>
          <p:cNvPr id="196" name="Google Shape;196;p5"/>
          <p:cNvSpPr txBox="1">
            <a:spLocks noGrp="1"/>
          </p:cNvSpPr>
          <p:nvPr>
            <p:ph type="subTitle" idx="4"/>
          </p:nvPr>
        </p:nvSpPr>
        <p:spPr>
          <a:xfrm>
            <a:off x="4923250" y="2035904"/>
            <a:ext cx="2505600" cy="44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5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  <p:grpSp>
        <p:nvGrpSpPr>
          <p:cNvPr id="197" name="Google Shape;197;p5"/>
          <p:cNvGrpSpPr/>
          <p:nvPr/>
        </p:nvGrpSpPr>
        <p:grpSpPr>
          <a:xfrm>
            <a:off x="310118" y="-328432"/>
            <a:ext cx="8833877" cy="5868817"/>
            <a:chOff x="310118" y="-269357"/>
            <a:chExt cx="8833877" cy="5868817"/>
          </a:xfrm>
        </p:grpSpPr>
        <p:pic>
          <p:nvPicPr>
            <p:cNvPr id="198" name="Google Shape;198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964704">
              <a:off x="447537" y="4578018"/>
              <a:ext cx="1023670" cy="8088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98621" y="871525"/>
              <a:ext cx="545374" cy="651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39789" y="-269357"/>
              <a:ext cx="676516" cy="8088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03" name="Google Shape;203;p6"/>
          <p:cNvGrpSpPr/>
          <p:nvPr/>
        </p:nvGrpSpPr>
        <p:grpSpPr>
          <a:xfrm>
            <a:off x="-1237937" y="-622220"/>
            <a:ext cx="12160082" cy="6913352"/>
            <a:chOff x="-1237937" y="-622220"/>
            <a:chExt cx="12160082" cy="6913352"/>
          </a:xfrm>
        </p:grpSpPr>
        <p:grpSp>
          <p:nvGrpSpPr>
            <p:cNvPr id="204" name="Google Shape;204;p6"/>
            <p:cNvGrpSpPr/>
            <p:nvPr/>
          </p:nvGrpSpPr>
          <p:grpSpPr>
            <a:xfrm>
              <a:off x="-1237937" y="3258896"/>
              <a:ext cx="3038529" cy="3032236"/>
              <a:chOff x="-1237937" y="3258896"/>
              <a:chExt cx="3038529" cy="3032236"/>
            </a:xfrm>
          </p:grpSpPr>
          <p:sp>
            <p:nvSpPr>
              <p:cNvPr id="205" name="Google Shape;205;p6"/>
              <p:cNvSpPr/>
              <p:nvPr/>
            </p:nvSpPr>
            <p:spPr>
              <a:xfrm rot="2413558">
                <a:off x="139586" y="4839620"/>
                <a:ext cx="1479306" cy="1104439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869" extrusionOk="0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 rot="2413556">
                <a:off x="408704" y="5020490"/>
                <a:ext cx="1011733" cy="783991"/>
              </a:xfrm>
              <a:custGeom>
                <a:avLst/>
                <a:gdLst/>
                <a:ahLst/>
                <a:cxnLst/>
                <a:rect l="l" t="t" r="r" b="b"/>
                <a:pathLst>
                  <a:path w="796" h="618" extrusionOk="0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6"/>
              <p:cNvSpPr/>
              <p:nvPr/>
            </p:nvSpPr>
            <p:spPr>
              <a:xfrm rot="2413555">
                <a:off x="718160" y="5369558"/>
                <a:ext cx="453466" cy="36680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8" extrusionOk="0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 rot="2413554">
                <a:off x="-927127" y="3591934"/>
                <a:ext cx="1598216" cy="1547826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1218" extrusionOk="0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 rot="2413552">
                <a:off x="-531658" y="4333139"/>
                <a:ext cx="395019" cy="437342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43" extrusionOk="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 rot="2413554">
                <a:off x="-718027" y="3752755"/>
                <a:ext cx="1076225" cy="1233425"/>
              </a:xfrm>
              <a:custGeom>
                <a:avLst/>
                <a:gdLst/>
                <a:ahLst/>
                <a:cxnLst/>
                <a:rect l="l" t="t" r="r" b="b"/>
                <a:pathLst>
                  <a:path w="847" h="970" extrusionOk="0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8034521" y="-622220"/>
              <a:ext cx="1798167" cy="1969861"/>
              <a:chOff x="8034521" y="-622220"/>
              <a:chExt cx="1798167" cy="1969861"/>
            </a:xfrm>
          </p:grpSpPr>
          <p:sp>
            <p:nvSpPr>
              <p:cNvPr id="212" name="Google Shape;212;p6"/>
              <p:cNvSpPr/>
              <p:nvPr/>
            </p:nvSpPr>
            <p:spPr>
              <a:xfrm rot="1097118">
                <a:off x="8555977" y="-181182"/>
                <a:ext cx="975455" cy="967393"/>
              </a:xfrm>
              <a:custGeom>
                <a:avLst/>
                <a:gdLst/>
                <a:ahLst/>
                <a:cxnLst/>
                <a:rect l="l" t="t" r="r" b="b"/>
                <a:pathLst>
                  <a:path w="768" h="762" extrusionOk="0">
                    <a:moveTo>
                      <a:pt x="304" y="728"/>
                    </a:moveTo>
                    <a:cubicBezTo>
                      <a:pt x="252" y="728"/>
                      <a:pt x="198" y="698"/>
                      <a:pt x="139" y="653"/>
                    </a:cubicBezTo>
                    <a:cubicBezTo>
                      <a:pt x="39" y="576"/>
                      <a:pt x="0" y="418"/>
                      <a:pt x="58" y="328"/>
                    </a:cubicBezTo>
                    <a:cubicBezTo>
                      <a:pt x="80" y="295"/>
                      <a:pt x="99" y="270"/>
                      <a:pt x="115" y="248"/>
                    </a:cubicBezTo>
                    <a:cubicBezTo>
                      <a:pt x="145" y="209"/>
                      <a:pt x="168" y="178"/>
                      <a:pt x="189" y="128"/>
                    </a:cubicBezTo>
                    <a:cubicBezTo>
                      <a:pt x="226" y="39"/>
                      <a:pt x="306" y="3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78" y="1"/>
                      <a:pt x="592" y="19"/>
                      <a:pt x="652" y="82"/>
                    </a:cubicBezTo>
                    <a:cubicBezTo>
                      <a:pt x="713" y="145"/>
                      <a:pt x="768" y="289"/>
                      <a:pt x="713" y="393"/>
                    </a:cubicBezTo>
                    <a:cubicBezTo>
                      <a:pt x="682" y="451"/>
                      <a:pt x="628" y="493"/>
                      <a:pt x="571" y="538"/>
                    </a:cubicBezTo>
                    <a:cubicBezTo>
                      <a:pt x="527" y="573"/>
                      <a:pt x="481" y="609"/>
                      <a:pt x="438" y="657"/>
                    </a:cubicBezTo>
                    <a:cubicBezTo>
                      <a:pt x="392" y="707"/>
                      <a:pt x="349" y="728"/>
                      <a:pt x="304" y="728"/>
                    </a:cubicBezTo>
                    <a:close/>
                    <a:moveTo>
                      <a:pt x="369" y="4"/>
                    </a:moveTo>
                    <a:cubicBezTo>
                      <a:pt x="308" y="7"/>
                      <a:pt x="229" y="42"/>
                      <a:pt x="193" y="129"/>
                    </a:cubicBezTo>
                    <a:cubicBezTo>
                      <a:pt x="172" y="181"/>
                      <a:pt x="148" y="211"/>
                      <a:pt x="119" y="250"/>
                    </a:cubicBezTo>
                    <a:cubicBezTo>
                      <a:pt x="102" y="272"/>
                      <a:pt x="83" y="297"/>
                      <a:pt x="62" y="330"/>
                    </a:cubicBezTo>
                    <a:cubicBezTo>
                      <a:pt x="4" y="419"/>
                      <a:pt x="43" y="574"/>
                      <a:pt x="142" y="650"/>
                    </a:cubicBezTo>
                    <a:cubicBezTo>
                      <a:pt x="247" y="731"/>
                      <a:pt x="337" y="762"/>
                      <a:pt x="435" y="654"/>
                    </a:cubicBezTo>
                    <a:cubicBezTo>
                      <a:pt x="478" y="605"/>
                      <a:pt x="524" y="569"/>
                      <a:pt x="569" y="535"/>
                    </a:cubicBezTo>
                    <a:cubicBezTo>
                      <a:pt x="628" y="489"/>
                      <a:pt x="679" y="449"/>
                      <a:pt x="710" y="391"/>
                    </a:cubicBezTo>
                    <a:cubicBezTo>
                      <a:pt x="763" y="290"/>
                      <a:pt x="708" y="146"/>
                      <a:pt x="649" y="84"/>
                    </a:cubicBezTo>
                    <a:cubicBezTo>
                      <a:pt x="591" y="23"/>
                      <a:pt x="375" y="5"/>
                      <a:pt x="369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6"/>
              <p:cNvSpPr/>
              <p:nvPr/>
            </p:nvSpPr>
            <p:spPr>
              <a:xfrm rot="1097124">
                <a:off x="8751956" y="215556"/>
                <a:ext cx="334557" cy="272079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128" y="211"/>
                    </a:moveTo>
                    <a:cubicBezTo>
                      <a:pt x="125" y="211"/>
                      <a:pt x="122" y="210"/>
                      <a:pt x="119" y="210"/>
                    </a:cubicBezTo>
                    <a:cubicBezTo>
                      <a:pt x="82" y="203"/>
                      <a:pt x="20" y="190"/>
                      <a:pt x="10" y="130"/>
                    </a:cubicBezTo>
                    <a:cubicBezTo>
                      <a:pt x="0" y="68"/>
                      <a:pt x="71" y="30"/>
                      <a:pt x="114" y="13"/>
                    </a:cubicBezTo>
                    <a:cubicBezTo>
                      <a:pt x="114" y="13"/>
                      <a:pt x="114" y="13"/>
                      <a:pt x="114" y="13"/>
                    </a:cubicBezTo>
                    <a:cubicBezTo>
                      <a:pt x="147" y="0"/>
                      <a:pt x="201" y="25"/>
                      <a:pt x="233" y="57"/>
                    </a:cubicBezTo>
                    <a:cubicBezTo>
                      <a:pt x="254" y="79"/>
                      <a:pt x="263" y="101"/>
                      <a:pt x="256" y="118"/>
                    </a:cubicBezTo>
                    <a:cubicBezTo>
                      <a:pt x="238" y="162"/>
                      <a:pt x="169" y="211"/>
                      <a:pt x="128" y="211"/>
                    </a:cubicBezTo>
                    <a:close/>
                    <a:moveTo>
                      <a:pt x="134" y="14"/>
                    </a:moveTo>
                    <a:cubicBezTo>
                      <a:pt x="127" y="14"/>
                      <a:pt x="121" y="15"/>
                      <a:pt x="116" y="17"/>
                    </a:cubicBezTo>
                    <a:cubicBezTo>
                      <a:pt x="116" y="17"/>
                      <a:pt x="116" y="17"/>
                      <a:pt x="116" y="17"/>
                    </a:cubicBezTo>
                    <a:cubicBezTo>
                      <a:pt x="74" y="34"/>
                      <a:pt x="4" y="71"/>
                      <a:pt x="14" y="130"/>
                    </a:cubicBezTo>
                    <a:cubicBezTo>
                      <a:pt x="23" y="187"/>
                      <a:pt x="84" y="199"/>
                      <a:pt x="120" y="206"/>
                    </a:cubicBezTo>
                    <a:cubicBezTo>
                      <a:pt x="159" y="213"/>
                      <a:pt x="234" y="163"/>
                      <a:pt x="252" y="117"/>
                    </a:cubicBezTo>
                    <a:cubicBezTo>
                      <a:pt x="259" y="101"/>
                      <a:pt x="250" y="80"/>
                      <a:pt x="230" y="60"/>
                    </a:cubicBezTo>
                    <a:cubicBezTo>
                      <a:pt x="205" y="35"/>
                      <a:pt x="165" y="14"/>
                      <a:pt x="134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6"/>
              <p:cNvSpPr/>
              <p:nvPr/>
            </p:nvSpPr>
            <p:spPr>
              <a:xfrm rot="1097121">
                <a:off x="8691305" y="-59353"/>
                <a:ext cx="679191" cy="679190"/>
              </a:xfrm>
              <a:custGeom>
                <a:avLst/>
                <a:gdLst/>
                <a:ahLst/>
                <a:cxnLst/>
                <a:rect l="l" t="t" r="r" b="b"/>
                <a:pathLst>
                  <a:path w="535" h="534" extrusionOk="0">
                    <a:moveTo>
                      <a:pt x="183" y="533"/>
                    </a:moveTo>
                    <a:cubicBezTo>
                      <a:pt x="179" y="533"/>
                      <a:pt x="175" y="532"/>
                      <a:pt x="171" y="532"/>
                    </a:cubicBezTo>
                    <a:cubicBezTo>
                      <a:pt x="116" y="525"/>
                      <a:pt x="0" y="417"/>
                      <a:pt x="7" y="351"/>
                    </a:cubicBezTo>
                    <a:cubicBezTo>
                      <a:pt x="17" y="262"/>
                      <a:pt x="64" y="213"/>
                      <a:pt x="95" y="181"/>
                    </a:cubicBezTo>
                    <a:cubicBezTo>
                      <a:pt x="136" y="138"/>
                      <a:pt x="160" y="109"/>
                      <a:pt x="207" y="41"/>
                    </a:cubicBezTo>
                    <a:cubicBezTo>
                      <a:pt x="221" y="20"/>
                      <a:pt x="246" y="8"/>
                      <a:pt x="281" y="5"/>
                    </a:cubicBezTo>
                    <a:cubicBezTo>
                      <a:pt x="344" y="0"/>
                      <a:pt x="432" y="29"/>
                      <a:pt x="468" y="67"/>
                    </a:cubicBezTo>
                    <a:cubicBezTo>
                      <a:pt x="516" y="117"/>
                      <a:pt x="535" y="230"/>
                      <a:pt x="502" y="271"/>
                    </a:cubicBezTo>
                    <a:cubicBezTo>
                      <a:pt x="486" y="291"/>
                      <a:pt x="456" y="324"/>
                      <a:pt x="424" y="360"/>
                    </a:cubicBezTo>
                    <a:cubicBezTo>
                      <a:pt x="394" y="392"/>
                      <a:pt x="363" y="426"/>
                      <a:pt x="344" y="450"/>
                    </a:cubicBezTo>
                    <a:cubicBezTo>
                      <a:pt x="305" y="497"/>
                      <a:pt x="234" y="533"/>
                      <a:pt x="183" y="533"/>
                    </a:cubicBezTo>
                    <a:close/>
                    <a:moveTo>
                      <a:pt x="297" y="9"/>
                    </a:moveTo>
                    <a:cubicBezTo>
                      <a:pt x="292" y="9"/>
                      <a:pt x="286" y="9"/>
                      <a:pt x="281" y="9"/>
                    </a:cubicBezTo>
                    <a:cubicBezTo>
                      <a:pt x="248" y="12"/>
                      <a:pt x="224" y="24"/>
                      <a:pt x="210" y="43"/>
                    </a:cubicBezTo>
                    <a:cubicBezTo>
                      <a:pt x="163" y="112"/>
                      <a:pt x="139" y="141"/>
                      <a:pt x="98" y="183"/>
                    </a:cubicBezTo>
                    <a:cubicBezTo>
                      <a:pt x="67" y="216"/>
                      <a:pt x="21" y="264"/>
                      <a:pt x="12" y="351"/>
                    </a:cubicBezTo>
                    <a:cubicBezTo>
                      <a:pt x="5" y="415"/>
                      <a:pt x="119" y="521"/>
                      <a:pt x="171" y="528"/>
                    </a:cubicBezTo>
                    <a:cubicBezTo>
                      <a:pt x="222" y="534"/>
                      <a:pt x="299" y="497"/>
                      <a:pt x="341" y="447"/>
                    </a:cubicBezTo>
                    <a:cubicBezTo>
                      <a:pt x="360" y="424"/>
                      <a:pt x="391" y="390"/>
                      <a:pt x="421" y="357"/>
                    </a:cubicBezTo>
                    <a:cubicBezTo>
                      <a:pt x="453" y="322"/>
                      <a:pt x="483" y="288"/>
                      <a:pt x="499" y="268"/>
                    </a:cubicBezTo>
                    <a:cubicBezTo>
                      <a:pt x="529" y="232"/>
                      <a:pt x="516" y="123"/>
                      <a:pt x="465" y="70"/>
                    </a:cubicBezTo>
                    <a:cubicBezTo>
                      <a:pt x="436" y="39"/>
                      <a:pt x="363" y="9"/>
                      <a:pt x="297" y="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 rot="1097124">
                <a:off x="8255421" y="-450502"/>
                <a:ext cx="1356366" cy="1626425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78" extrusionOk="0">
                    <a:moveTo>
                      <a:pt x="352" y="1268"/>
                    </a:moveTo>
                    <a:cubicBezTo>
                      <a:pt x="320" y="1268"/>
                      <a:pt x="292" y="1258"/>
                      <a:pt x="270" y="1247"/>
                    </a:cubicBezTo>
                    <a:cubicBezTo>
                      <a:pt x="208" y="1215"/>
                      <a:pt x="165" y="1155"/>
                      <a:pt x="162" y="1117"/>
                    </a:cubicBezTo>
                    <a:cubicBezTo>
                      <a:pt x="157" y="1070"/>
                      <a:pt x="116" y="967"/>
                      <a:pt x="77" y="868"/>
                    </a:cubicBezTo>
                    <a:cubicBezTo>
                      <a:pt x="60" y="823"/>
                      <a:pt x="43" y="781"/>
                      <a:pt x="30" y="745"/>
                    </a:cubicBezTo>
                    <a:cubicBezTo>
                      <a:pt x="0" y="662"/>
                      <a:pt x="46" y="568"/>
                      <a:pt x="162" y="475"/>
                    </a:cubicBezTo>
                    <a:cubicBezTo>
                      <a:pt x="220" y="429"/>
                      <a:pt x="310" y="297"/>
                      <a:pt x="321" y="195"/>
                    </a:cubicBezTo>
                    <a:cubicBezTo>
                      <a:pt x="330" y="100"/>
                      <a:pt x="442" y="58"/>
                      <a:pt x="510" y="33"/>
                    </a:cubicBezTo>
                    <a:cubicBezTo>
                      <a:pt x="515" y="31"/>
                      <a:pt x="521" y="29"/>
                      <a:pt x="526" y="27"/>
                    </a:cubicBezTo>
                    <a:cubicBezTo>
                      <a:pt x="594" y="0"/>
                      <a:pt x="888" y="104"/>
                      <a:pt x="957" y="179"/>
                    </a:cubicBezTo>
                    <a:cubicBezTo>
                      <a:pt x="1026" y="256"/>
                      <a:pt x="1040" y="366"/>
                      <a:pt x="1054" y="473"/>
                    </a:cubicBezTo>
                    <a:cubicBezTo>
                      <a:pt x="1068" y="582"/>
                      <a:pt x="964" y="810"/>
                      <a:pt x="863" y="894"/>
                    </a:cubicBezTo>
                    <a:cubicBezTo>
                      <a:pt x="835" y="917"/>
                      <a:pt x="800" y="948"/>
                      <a:pt x="760" y="984"/>
                    </a:cubicBezTo>
                    <a:cubicBezTo>
                      <a:pt x="657" y="1076"/>
                      <a:pt x="529" y="1190"/>
                      <a:pt x="434" y="1245"/>
                    </a:cubicBezTo>
                    <a:cubicBezTo>
                      <a:pt x="405" y="1262"/>
                      <a:pt x="377" y="1268"/>
                      <a:pt x="352" y="1268"/>
                    </a:cubicBezTo>
                    <a:close/>
                    <a:moveTo>
                      <a:pt x="555" y="27"/>
                    </a:moveTo>
                    <a:cubicBezTo>
                      <a:pt x="543" y="27"/>
                      <a:pt x="534" y="28"/>
                      <a:pt x="527" y="31"/>
                    </a:cubicBezTo>
                    <a:cubicBezTo>
                      <a:pt x="522" y="33"/>
                      <a:pt x="517" y="35"/>
                      <a:pt x="511" y="37"/>
                    </a:cubicBezTo>
                    <a:cubicBezTo>
                      <a:pt x="445" y="62"/>
                      <a:pt x="334" y="103"/>
                      <a:pt x="325" y="195"/>
                    </a:cubicBezTo>
                    <a:cubicBezTo>
                      <a:pt x="314" y="299"/>
                      <a:pt x="223" y="432"/>
                      <a:pt x="165" y="479"/>
                    </a:cubicBezTo>
                    <a:cubicBezTo>
                      <a:pt x="50" y="570"/>
                      <a:pt x="5" y="662"/>
                      <a:pt x="34" y="744"/>
                    </a:cubicBezTo>
                    <a:cubicBezTo>
                      <a:pt x="47" y="779"/>
                      <a:pt x="64" y="821"/>
                      <a:pt x="81" y="866"/>
                    </a:cubicBezTo>
                    <a:cubicBezTo>
                      <a:pt x="120" y="966"/>
                      <a:pt x="161" y="1069"/>
                      <a:pt x="166" y="1116"/>
                    </a:cubicBezTo>
                    <a:cubicBezTo>
                      <a:pt x="169" y="1153"/>
                      <a:pt x="211" y="1212"/>
                      <a:pt x="272" y="1243"/>
                    </a:cubicBezTo>
                    <a:cubicBezTo>
                      <a:pt x="310" y="1263"/>
                      <a:pt x="368" y="1278"/>
                      <a:pt x="432" y="1241"/>
                    </a:cubicBezTo>
                    <a:cubicBezTo>
                      <a:pt x="527" y="1187"/>
                      <a:pt x="654" y="1073"/>
                      <a:pt x="757" y="981"/>
                    </a:cubicBezTo>
                    <a:cubicBezTo>
                      <a:pt x="798" y="945"/>
                      <a:pt x="832" y="914"/>
                      <a:pt x="860" y="891"/>
                    </a:cubicBezTo>
                    <a:cubicBezTo>
                      <a:pt x="961" y="808"/>
                      <a:pt x="1064" y="581"/>
                      <a:pt x="1050" y="474"/>
                    </a:cubicBezTo>
                    <a:cubicBezTo>
                      <a:pt x="1036" y="367"/>
                      <a:pt x="1022" y="257"/>
                      <a:pt x="954" y="182"/>
                    </a:cubicBezTo>
                    <a:cubicBezTo>
                      <a:pt x="916" y="141"/>
                      <a:pt x="818" y="96"/>
                      <a:pt x="739" y="69"/>
                    </a:cubicBezTo>
                    <a:cubicBezTo>
                      <a:pt x="662" y="42"/>
                      <a:pt x="595" y="27"/>
                      <a:pt x="555" y="2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6"/>
            <p:cNvGrpSpPr/>
            <p:nvPr/>
          </p:nvGrpSpPr>
          <p:grpSpPr>
            <a:xfrm>
              <a:off x="7742538" y="2898764"/>
              <a:ext cx="3179607" cy="3234795"/>
              <a:chOff x="7742538" y="2898764"/>
              <a:chExt cx="3179607" cy="3234795"/>
            </a:xfrm>
          </p:grpSpPr>
          <p:sp>
            <p:nvSpPr>
              <p:cNvPr id="217" name="Google Shape;217;p6"/>
              <p:cNvSpPr/>
              <p:nvPr/>
            </p:nvSpPr>
            <p:spPr>
              <a:xfrm rot="-5009678">
                <a:off x="8193913" y="3144011"/>
                <a:ext cx="1479372" cy="1104487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869" extrusionOk="0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 rot="-5009680">
                <a:off x="8425269" y="3263393"/>
                <a:ext cx="1011777" cy="784025"/>
              </a:xfrm>
              <a:custGeom>
                <a:avLst/>
                <a:gdLst/>
                <a:ahLst/>
                <a:cxnLst/>
                <a:rect l="l" t="t" r="r" b="b"/>
                <a:pathLst>
                  <a:path w="796" h="618" extrusionOk="0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 rot="-5009682">
                <a:off x="9468138" y="4013818"/>
                <a:ext cx="975497" cy="967435"/>
              </a:xfrm>
              <a:custGeom>
                <a:avLst/>
                <a:gdLst/>
                <a:ahLst/>
                <a:cxnLst/>
                <a:rect l="l" t="t" r="r" b="b"/>
                <a:pathLst>
                  <a:path w="768" h="762" extrusionOk="0">
                    <a:moveTo>
                      <a:pt x="304" y="728"/>
                    </a:moveTo>
                    <a:cubicBezTo>
                      <a:pt x="252" y="728"/>
                      <a:pt x="198" y="698"/>
                      <a:pt x="139" y="653"/>
                    </a:cubicBezTo>
                    <a:cubicBezTo>
                      <a:pt x="39" y="576"/>
                      <a:pt x="0" y="418"/>
                      <a:pt x="58" y="328"/>
                    </a:cubicBezTo>
                    <a:cubicBezTo>
                      <a:pt x="80" y="295"/>
                      <a:pt x="99" y="270"/>
                      <a:pt x="115" y="248"/>
                    </a:cubicBezTo>
                    <a:cubicBezTo>
                      <a:pt x="145" y="209"/>
                      <a:pt x="168" y="178"/>
                      <a:pt x="189" y="128"/>
                    </a:cubicBezTo>
                    <a:cubicBezTo>
                      <a:pt x="226" y="39"/>
                      <a:pt x="306" y="3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78" y="1"/>
                      <a:pt x="592" y="19"/>
                      <a:pt x="652" y="82"/>
                    </a:cubicBezTo>
                    <a:cubicBezTo>
                      <a:pt x="713" y="145"/>
                      <a:pt x="768" y="289"/>
                      <a:pt x="713" y="393"/>
                    </a:cubicBezTo>
                    <a:cubicBezTo>
                      <a:pt x="682" y="451"/>
                      <a:pt x="628" y="493"/>
                      <a:pt x="571" y="538"/>
                    </a:cubicBezTo>
                    <a:cubicBezTo>
                      <a:pt x="527" y="573"/>
                      <a:pt x="481" y="609"/>
                      <a:pt x="438" y="657"/>
                    </a:cubicBezTo>
                    <a:cubicBezTo>
                      <a:pt x="392" y="707"/>
                      <a:pt x="349" y="728"/>
                      <a:pt x="304" y="728"/>
                    </a:cubicBezTo>
                    <a:close/>
                    <a:moveTo>
                      <a:pt x="369" y="4"/>
                    </a:moveTo>
                    <a:cubicBezTo>
                      <a:pt x="308" y="7"/>
                      <a:pt x="229" y="42"/>
                      <a:pt x="193" y="129"/>
                    </a:cubicBezTo>
                    <a:cubicBezTo>
                      <a:pt x="172" y="181"/>
                      <a:pt x="148" y="211"/>
                      <a:pt x="119" y="250"/>
                    </a:cubicBezTo>
                    <a:cubicBezTo>
                      <a:pt x="102" y="272"/>
                      <a:pt x="83" y="297"/>
                      <a:pt x="62" y="330"/>
                    </a:cubicBezTo>
                    <a:cubicBezTo>
                      <a:pt x="4" y="419"/>
                      <a:pt x="43" y="574"/>
                      <a:pt x="142" y="650"/>
                    </a:cubicBezTo>
                    <a:cubicBezTo>
                      <a:pt x="247" y="731"/>
                      <a:pt x="337" y="762"/>
                      <a:pt x="435" y="654"/>
                    </a:cubicBezTo>
                    <a:cubicBezTo>
                      <a:pt x="478" y="605"/>
                      <a:pt x="524" y="569"/>
                      <a:pt x="569" y="535"/>
                    </a:cubicBezTo>
                    <a:cubicBezTo>
                      <a:pt x="628" y="489"/>
                      <a:pt x="679" y="449"/>
                      <a:pt x="710" y="391"/>
                    </a:cubicBezTo>
                    <a:cubicBezTo>
                      <a:pt x="763" y="290"/>
                      <a:pt x="708" y="146"/>
                      <a:pt x="649" y="84"/>
                    </a:cubicBezTo>
                    <a:cubicBezTo>
                      <a:pt x="591" y="23"/>
                      <a:pt x="375" y="5"/>
                      <a:pt x="369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 rot="-5009679">
                <a:off x="9862062" y="4473322"/>
                <a:ext cx="334571" cy="27209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128" y="211"/>
                    </a:moveTo>
                    <a:cubicBezTo>
                      <a:pt x="125" y="211"/>
                      <a:pt x="122" y="210"/>
                      <a:pt x="119" y="210"/>
                    </a:cubicBezTo>
                    <a:cubicBezTo>
                      <a:pt x="82" y="203"/>
                      <a:pt x="20" y="190"/>
                      <a:pt x="10" y="130"/>
                    </a:cubicBezTo>
                    <a:cubicBezTo>
                      <a:pt x="0" y="68"/>
                      <a:pt x="71" y="30"/>
                      <a:pt x="114" y="13"/>
                    </a:cubicBezTo>
                    <a:cubicBezTo>
                      <a:pt x="114" y="13"/>
                      <a:pt x="114" y="13"/>
                      <a:pt x="114" y="13"/>
                    </a:cubicBezTo>
                    <a:cubicBezTo>
                      <a:pt x="147" y="0"/>
                      <a:pt x="201" y="25"/>
                      <a:pt x="233" y="57"/>
                    </a:cubicBezTo>
                    <a:cubicBezTo>
                      <a:pt x="254" y="79"/>
                      <a:pt x="263" y="101"/>
                      <a:pt x="256" y="118"/>
                    </a:cubicBezTo>
                    <a:cubicBezTo>
                      <a:pt x="238" y="162"/>
                      <a:pt x="169" y="211"/>
                      <a:pt x="128" y="211"/>
                    </a:cubicBezTo>
                    <a:close/>
                    <a:moveTo>
                      <a:pt x="134" y="14"/>
                    </a:moveTo>
                    <a:cubicBezTo>
                      <a:pt x="127" y="14"/>
                      <a:pt x="121" y="15"/>
                      <a:pt x="116" y="17"/>
                    </a:cubicBezTo>
                    <a:cubicBezTo>
                      <a:pt x="116" y="17"/>
                      <a:pt x="116" y="17"/>
                      <a:pt x="116" y="17"/>
                    </a:cubicBezTo>
                    <a:cubicBezTo>
                      <a:pt x="74" y="34"/>
                      <a:pt x="4" y="71"/>
                      <a:pt x="14" y="130"/>
                    </a:cubicBezTo>
                    <a:cubicBezTo>
                      <a:pt x="23" y="187"/>
                      <a:pt x="84" y="199"/>
                      <a:pt x="120" y="206"/>
                    </a:cubicBezTo>
                    <a:cubicBezTo>
                      <a:pt x="159" y="213"/>
                      <a:pt x="234" y="163"/>
                      <a:pt x="252" y="117"/>
                    </a:cubicBezTo>
                    <a:cubicBezTo>
                      <a:pt x="259" y="101"/>
                      <a:pt x="250" y="80"/>
                      <a:pt x="230" y="60"/>
                    </a:cubicBezTo>
                    <a:cubicBezTo>
                      <a:pt x="205" y="35"/>
                      <a:pt x="165" y="14"/>
                      <a:pt x="134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 rot="-5009678">
                <a:off x="7802900" y="4477928"/>
                <a:ext cx="1598286" cy="1547896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1218" extrusionOk="0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 rot="-5009678">
                <a:off x="8673642" y="5101410"/>
                <a:ext cx="395037" cy="437361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43" extrusionOk="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 rot="-5009682">
                <a:off x="8095727" y="4676293"/>
                <a:ext cx="1076271" cy="1233479"/>
              </a:xfrm>
              <a:custGeom>
                <a:avLst/>
                <a:gdLst/>
                <a:ahLst/>
                <a:cxnLst/>
                <a:rect l="l" t="t" r="r" b="b"/>
                <a:pathLst>
                  <a:path w="847" h="970" extrusionOk="0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 rot="-5009679">
                <a:off x="9597086" y="4175007"/>
                <a:ext cx="679221" cy="679220"/>
              </a:xfrm>
              <a:custGeom>
                <a:avLst/>
                <a:gdLst/>
                <a:ahLst/>
                <a:cxnLst/>
                <a:rect l="l" t="t" r="r" b="b"/>
                <a:pathLst>
                  <a:path w="535" h="534" extrusionOk="0">
                    <a:moveTo>
                      <a:pt x="183" y="533"/>
                    </a:moveTo>
                    <a:cubicBezTo>
                      <a:pt x="179" y="533"/>
                      <a:pt x="175" y="532"/>
                      <a:pt x="171" y="532"/>
                    </a:cubicBezTo>
                    <a:cubicBezTo>
                      <a:pt x="116" y="525"/>
                      <a:pt x="0" y="417"/>
                      <a:pt x="7" y="351"/>
                    </a:cubicBezTo>
                    <a:cubicBezTo>
                      <a:pt x="17" y="262"/>
                      <a:pt x="64" y="213"/>
                      <a:pt x="95" y="181"/>
                    </a:cubicBezTo>
                    <a:cubicBezTo>
                      <a:pt x="136" y="138"/>
                      <a:pt x="160" y="109"/>
                      <a:pt x="207" y="41"/>
                    </a:cubicBezTo>
                    <a:cubicBezTo>
                      <a:pt x="221" y="20"/>
                      <a:pt x="246" y="8"/>
                      <a:pt x="281" y="5"/>
                    </a:cubicBezTo>
                    <a:cubicBezTo>
                      <a:pt x="344" y="0"/>
                      <a:pt x="432" y="29"/>
                      <a:pt x="468" y="67"/>
                    </a:cubicBezTo>
                    <a:cubicBezTo>
                      <a:pt x="516" y="117"/>
                      <a:pt x="535" y="230"/>
                      <a:pt x="502" y="271"/>
                    </a:cubicBezTo>
                    <a:cubicBezTo>
                      <a:pt x="486" y="291"/>
                      <a:pt x="456" y="324"/>
                      <a:pt x="424" y="360"/>
                    </a:cubicBezTo>
                    <a:cubicBezTo>
                      <a:pt x="394" y="392"/>
                      <a:pt x="363" y="426"/>
                      <a:pt x="344" y="450"/>
                    </a:cubicBezTo>
                    <a:cubicBezTo>
                      <a:pt x="305" y="497"/>
                      <a:pt x="234" y="533"/>
                      <a:pt x="183" y="533"/>
                    </a:cubicBezTo>
                    <a:close/>
                    <a:moveTo>
                      <a:pt x="297" y="9"/>
                    </a:moveTo>
                    <a:cubicBezTo>
                      <a:pt x="292" y="9"/>
                      <a:pt x="286" y="9"/>
                      <a:pt x="281" y="9"/>
                    </a:cubicBezTo>
                    <a:cubicBezTo>
                      <a:pt x="248" y="12"/>
                      <a:pt x="224" y="24"/>
                      <a:pt x="210" y="43"/>
                    </a:cubicBezTo>
                    <a:cubicBezTo>
                      <a:pt x="163" y="112"/>
                      <a:pt x="139" y="141"/>
                      <a:pt x="98" y="183"/>
                    </a:cubicBezTo>
                    <a:cubicBezTo>
                      <a:pt x="67" y="216"/>
                      <a:pt x="21" y="264"/>
                      <a:pt x="12" y="351"/>
                    </a:cubicBezTo>
                    <a:cubicBezTo>
                      <a:pt x="5" y="415"/>
                      <a:pt x="119" y="521"/>
                      <a:pt x="171" y="528"/>
                    </a:cubicBezTo>
                    <a:cubicBezTo>
                      <a:pt x="222" y="534"/>
                      <a:pt x="299" y="497"/>
                      <a:pt x="341" y="447"/>
                    </a:cubicBezTo>
                    <a:cubicBezTo>
                      <a:pt x="360" y="424"/>
                      <a:pt x="391" y="390"/>
                      <a:pt x="421" y="357"/>
                    </a:cubicBezTo>
                    <a:cubicBezTo>
                      <a:pt x="453" y="322"/>
                      <a:pt x="483" y="288"/>
                      <a:pt x="499" y="268"/>
                    </a:cubicBezTo>
                    <a:cubicBezTo>
                      <a:pt x="529" y="232"/>
                      <a:pt x="516" y="123"/>
                      <a:pt x="465" y="70"/>
                    </a:cubicBezTo>
                    <a:cubicBezTo>
                      <a:pt x="436" y="39"/>
                      <a:pt x="363" y="9"/>
                      <a:pt x="297" y="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 rot="-5009680">
                <a:off x="9359081" y="3779783"/>
                <a:ext cx="1356427" cy="1626497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78" extrusionOk="0">
                    <a:moveTo>
                      <a:pt x="352" y="1268"/>
                    </a:moveTo>
                    <a:cubicBezTo>
                      <a:pt x="320" y="1268"/>
                      <a:pt x="292" y="1258"/>
                      <a:pt x="270" y="1247"/>
                    </a:cubicBezTo>
                    <a:cubicBezTo>
                      <a:pt x="208" y="1215"/>
                      <a:pt x="165" y="1155"/>
                      <a:pt x="162" y="1117"/>
                    </a:cubicBezTo>
                    <a:cubicBezTo>
                      <a:pt x="157" y="1070"/>
                      <a:pt x="116" y="967"/>
                      <a:pt x="77" y="868"/>
                    </a:cubicBezTo>
                    <a:cubicBezTo>
                      <a:pt x="60" y="823"/>
                      <a:pt x="43" y="781"/>
                      <a:pt x="30" y="745"/>
                    </a:cubicBezTo>
                    <a:cubicBezTo>
                      <a:pt x="0" y="662"/>
                      <a:pt x="46" y="568"/>
                      <a:pt x="162" y="475"/>
                    </a:cubicBezTo>
                    <a:cubicBezTo>
                      <a:pt x="220" y="429"/>
                      <a:pt x="310" y="297"/>
                      <a:pt x="321" y="195"/>
                    </a:cubicBezTo>
                    <a:cubicBezTo>
                      <a:pt x="330" y="100"/>
                      <a:pt x="442" y="58"/>
                      <a:pt x="510" y="33"/>
                    </a:cubicBezTo>
                    <a:cubicBezTo>
                      <a:pt x="515" y="31"/>
                      <a:pt x="521" y="29"/>
                      <a:pt x="526" y="27"/>
                    </a:cubicBezTo>
                    <a:cubicBezTo>
                      <a:pt x="594" y="0"/>
                      <a:pt x="888" y="104"/>
                      <a:pt x="957" y="179"/>
                    </a:cubicBezTo>
                    <a:cubicBezTo>
                      <a:pt x="1026" y="256"/>
                      <a:pt x="1040" y="366"/>
                      <a:pt x="1054" y="473"/>
                    </a:cubicBezTo>
                    <a:cubicBezTo>
                      <a:pt x="1068" y="582"/>
                      <a:pt x="964" y="810"/>
                      <a:pt x="863" y="894"/>
                    </a:cubicBezTo>
                    <a:cubicBezTo>
                      <a:pt x="835" y="917"/>
                      <a:pt x="800" y="948"/>
                      <a:pt x="760" y="984"/>
                    </a:cubicBezTo>
                    <a:cubicBezTo>
                      <a:pt x="657" y="1076"/>
                      <a:pt x="529" y="1190"/>
                      <a:pt x="434" y="1245"/>
                    </a:cubicBezTo>
                    <a:cubicBezTo>
                      <a:pt x="405" y="1262"/>
                      <a:pt x="377" y="1268"/>
                      <a:pt x="352" y="1268"/>
                    </a:cubicBezTo>
                    <a:close/>
                    <a:moveTo>
                      <a:pt x="555" y="27"/>
                    </a:moveTo>
                    <a:cubicBezTo>
                      <a:pt x="543" y="27"/>
                      <a:pt x="534" y="28"/>
                      <a:pt x="527" y="31"/>
                    </a:cubicBezTo>
                    <a:cubicBezTo>
                      <a:pt x="522" y="33"/>
                      <a:pt x="517" y="35"/>
                      <a:pt x="511" y="37"/>
                    </a:cubicBezTo>
                    <a:cubicBezTo>
                      <a:pt x="445" y="62"/>
                      <a:pt x="334" y="103"/>
                      <a:pt x="325" y="195"/>
                    </a:cubicBezTo>
                    <a:cubicBezTo>
                      <a:pt x="314" y="299"/>
                      <a:pt x="223" y="432"/>
                      <a:pt x="165" y="479"/>
                    </a:cubicBezTo>
                    <a:cubicBezTo>
                      <a:pt x="50" y="570"/>
                      <a:pt x="5" y="662"/>
                      <a:pt x="34" y="744"/>
                    </a:cubicBezTo>
                    <a:cubicBezTo>
                      <a:pt x="47" y="779"/>
                      <a:pt x="64" y="821"/>
                      <a:pt x="81" y="866"/>
                    </a:cubicBezTo>
                    <a:cubicBezTo>
                      <a:pt x="120" y="966"/>
                      <a:pt x="161" y="1069"/>
                      <a:pt x="166" y="1116"/>
                    </a:cubicBezTo>
                    <a:cubicBezTo>
                      <a:pt x="169" y="1153"/>
                      <a:pt x="211" y="1212"/>
                      <a:pt x="272" y="1243"/>
                    </a:cubicBezTo>
                    <a:cubicBezTo>
                      <a:pt x="310" y="1263"/>
                      <a:pt x="368" y="1278"/>
                      <a:pt x="432" y="1241"/>
                    </a:cubicBezTo>
                    <a:cubicBezTo>
                      <a:pt x="527" y="1187"/>
                      <a:pt x="654" y="1073"/>
                      <a:pt x="757" y="981"/>
                    </a:cubicBezTo>
                    <a:cubicBezTo>
                      <a:pt x="798" y="945"/>
                      <a:pt x="832" y="914"/>
                      <a:pt x="860" y="891"/>
                    </a:cubicBezTo>
                    <a:cubicBezTo>
                      <a:pt x="961" y="808"/>
                      <a:pt x="1064" y="581"/>
                      <a:pt x="1050" y="474"/>
                    </a:cubicBezTo>
                    <a:cubicBezTo>
                      <a:pt x="1036" y="367"/>
                      <a:pt x="1022" y="257"/>
                      <a:pt x="954" y="182"/>
                    </a:cubicBezTo>
                    <a:cubicBezTo>
                      <a:pt x="916" y="141"/>
                      <a:pt x="818" y="96"/>
                      <a:pt x="739" y="69"/>
                    </a:cubicBezTo>
                    <a:cubicBezTo>
                      <a:pt x="662" y="42"/>
                      <a:pt x="595" y="27"/>
                      <a:pt x="555" y="2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6" name="Google Shape;226;p6"/>
          <p:cNvGrpSpPr/>
          <p:nvPr/>
        </p:nvGrpSpPr>
        <p:grpSpPr>
          <a:xfrm>
            <a:off x="-350954" y="4082100"/>
            <a:ext cx="9304317" cy="1566259"/>
            <a:chOff x="-350954" y="4082100"/>
            <a:chExt cx="9304317" cy="1566259"/>
          </a:xfrm>
        </p:grpSpPr>
        <p:pic>
          <p:nvPicPr>
            <p:cNvPr id="227" name="Google Shape;227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7102441">
              <a:off x="8255154" y="4849787"/>
              <a:ext cx="605145" cy="5724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6076603">
              <a:off x="423200" y="4786643"/>
              <a:ext cx="771294" cy="8088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50954" y="4082100"/>
              <a:ext cx="545374" cy="651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>
            <a:spLocks noGrp="1"/>
          </p:cNvSpPr>
          <p:nvPr>
            <p:ph type="title"/>
          </p:nvPr>
        </p:nvSpPr>
        <p:spPr>
          <a:xfrm>
            <a:off x="713225" y="754400"/>
            <a:ext cx="4590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7"/>
          <p:cNvSpPr txBox="1">
            <a:spLocks noGrp="1"/>
          </p:cNvSpPr>
          <p:nvPr>
            <p:ph type="subTitle" idx="1"/>
          </p:nvPr>
        </p:nvSpPr>
        <p:spPr>
          <a:xfrm>
            <a:off x="713225" y="1327100"/>
            <a:ext cx="45909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33" name="Google Shape;233;p7"/>
          <p:cNvSpPr>
            <a:spLocks noGrp="1"/>
          </p:cNvSpPr>
          <p:nvPr>
            <p:ph type="pic" idx="2"/>
          </p:nvPr>
        </p:nvSpPr>
        <p:spPr>
          <a:xfrm>
            <a:off x="5643775" y="967900"/>
            <a:ext cx="2787000" cy="3636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57175" dist="257175" dir="2580000" algn="bl" rotWithShape="0">
              <a:srgbClr val="04080D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234" name="Google Shape;234;p7"/>
          <p:cNvGrpSpPr/>
          <p:nvPr/>
        </p:nvGrpSpPr>
        <p:grpSpPr>
          <a:xfrm>
            <a:off x="-1512012" y="-1640489"/>
            <a:ext cx="11570626" cy="8437945"/>
            <a:chOff x="-1512012" y="-1640489"/>
            <a:chExt cx="11570626" cy="8437945"/>
          </a:xfrm>
        </p:grpSpPr>
        <p:grpSp>
          <p:nvGrpSpPr>
            <p:cNvPr id="235" name="Google Shape;235;p7"/>
            <p:cNvGrpSpPr/>
            <p:nvPr/>
          </p:nvGrpSpPr>
          <p:grpSpPr>
            <a:xfrm rot="-10629075">
              <a:off x="5973855" y="-1542603"/>
              <a:ext cx="4013209" cy="2979081"/>
              <a:chOff x="6005513" y="2100263"/>
              <a:chExt cx="2944814" cy="2185991"/>
            </a:xfrm>
          </p:grpSpPr>
          <p:sp>
            <p:nvSpPr>
              <p:cNvPr id="236" name="Google Shape;236;p7"/>
              <p:cNvSpPr/>
              <p:nvPr/>
            </p:nvSpPr>
            <p:spPr>
              <a:xfrm>
                <a:off x="7761288" y="2465388"/>
                <a:ext cx="1189039" cy="1093788"/>
              </a:xfrm>
              <a:custGeom>
                <a:avLst/>
                <a:gdLst/>
                <a:ahLst/>
                <a:cxnLst/>
                <a:rect l="l" t="t" r="r" b="b"/>
                <a:pathLst>
                  <a:path w="1189" h="1091" extrusionOk="0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7999413" y="2598738"/>
                <a:ext cx="744538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744" h="705" extrusionOk="0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6005513" y="2100263"/>
                <a:ext cx="2233613" cy="2185991"/>
              </a:xfrm>
              <a:custGeom>
                <a:avLst/>
                <a:gdLst/>
                <a:ahLst/>
                <a:cxnLst/>
                <a:rect l="l" t="t" r="r" b="b"/>
                <a:pathLst>
                  <a:path w="2232" h="2183" extrusionOk="0">
                    <a:moveTo>
                      <a:pt x="1757" y="2149"/>
                    </a:moveTo>
                    <a:cubicBezTo>
                      <a:pt x="1722" y="2149"/>
                      <a:pt x="1689" y="2143"/>
                      <a:pt x="1661" y="2130"/>
                    </a:cubicBezTo>
                    <a:cubicBezTo>
                      <a:pt x="1543" y="2071"/>
                      <a:pt x="1444" y="2029"/>
                      <a:pt x="1350" y="1996"/>
                    </a:cubicBezTo>
                    <a:cubicBezTo>
                      <a:pt x="1328" y="1989"/>
                      <a:pt x="1228" y="1969"/>
                      <a:pt x="1102" y="1943"/>
                    </a:cubicBezTo>
                    <a:cubicBezTo>
                      <a:pt x="1020" y="1927"/>
                      <a:pt x="928" y="1909"/>
                      <a:pt x="838" y="1890"/>
                    </a:cubicBezTo>
                    <a:cubicBezTo>
                      <a:pt x="653" y="1851"/>
                      <a:pt x="503" y="1742"/>
                      <a:pt x="422" y="1683"/>
                    </a:cubicBezTo>
                    <a:cubicBezTo>
                      <a:pt x="399" y="1666"/>
                      <a:pt x="381" y="1653"/>
                      <a:pt x="369" y="1646"/>
                    </a:cubicBezTo>
                    <a:cubicBezTo>
                      <a:pt x="304" y="1609"/>
                      <a:pt x="179" y="1198"/>
                      <a:pt x="100" y="837"/>
                    </a:cubicBezTo>
                    <a:cubicBezTo>
                      <a:pt x="23" y="484"/>
                      <a:pt x="0" y="239"/>
                      <a:pt x="40" y="184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104" y="95"/>
                      <a:pt x="282" y="35"/>
                      <a:pt x="420" y="16"/>
                    </a:cubicBezTo>
                    <a:cubicBezTo>
                      <a:pt x="542" y="0"/>
                      <a:pt x="640" y="13"/>
                      <a:pt x="689" y="52"/>
                    </a:cubicBezTo>
                    <a:cubicBezTo>
                      <a:pt x="821" y="158"/>
                      <a:pt x="920" y="360"/>
                      <a:pt x="938" y="399"/>
                    </a:cubicBezTo>
                    <a:cubicBezTo>
                      <a:pt x="981" y="491"/>
                      <a:pt x="1054" y="604"/>
                      <a:pt x="1154" y="734"/>
                    </a:cubicBezTo>
                    <a:cubicBezTo>
                      <a:pt x="1186" y="776"/>
                      <a:pt x="1241" y="806"/>
                      <a:pt x="1297" y="811"/>
                    </a:cubicBezTo>
                    <a:cubicBezTo>
                      <a:pt x="1336" y="815"/>
                      <a:pt x="1369" y="806"/>
                      <a:pt x="1391" y="786"/>
                    </a:cubicBezTo>
                    <a:cubicBezTo>
                      <a:pt x="1397" y="780"/>
                      <a:pt x="1397" y="780"/>
                      <a:pt x="1397" y="780"/>
                    </a:cubicBezTo>
                    <a:cubicBezTo>
                      <a:pt x="1451" y="733"/>
                      <a:pt x="1516" y="673"/>
                      <a:pt x="1585" y="675"/>
                    </a:cubicBezTo>
                    <a:cubicBezTo>
                      <a:pt x="1708" y="679"/>
                      <a:pt x="1781" y="778"/>
                      <a:pt x="1797" y="813"/>
                    </a:cubicBezTo>
                    <a:cubicBezTo>
                      <a:pt x="1814" y="850"/>
                      <a:pt x="1797" y="1031"/>
                      <a:pt x="1718" y="1078"/>
                    </a:cubicBezTo>
                    <a:cubicBezTo>
                      <a:pt x="1680" y="1100"/>
                      <a:pt x="1623" y="1104"/>
                      <a:pt x="1572" y="1108"/>
                    </a:cubicBezTo>
                    <a:cubicBezTo>
                      <a:pt x="1517" y="1112"/>
                      <a:pt x="1464" y="1116"/>
                      <a:pt x="1450" y="1143"/>
                    </a:cubicBezTo>
                    <a:cubicBezTo>
                      <a:pt x="1419" y="1200"/>
                      <a:pt x="1394" y="1329"/>
                      <a:pt x="1471" y="1384"/>
                    </a:cubicBezTo>
                    <a:cubicBezTo>
                      <a:pt x="1483" y="1392"/>
                      <a:pt x="1495" y="1401"/>
                      <a:pt x="1508" y="1411"/>
                    </a:cubicBezTo>
                    <a:cubicBezTo>
                      <a:pt x="1591" y="1471"/>
                      <a:pt x="1704" y="1553"/>
                      <a:pt x="1788" y="1583"/>
                    </a:cubicBezTo>
                    <a:cubicBezTo>
                      <a:pt x="1829" y="1598"/>
                      <a:pt x="1886" y="1604"/>
                      <a:pt x="1946" y="1611"/>
                    </a:cubicBezTo>
                    <a:cubicBezTo>
                      <a:pt x="2060" y="1625"/>
                      <a:pt x="2178" y="1638"/>
                      <a:pt x="2199" y="1710"/>
                    </a:cubicBezTo>
                    <a:cubicBezTo>
                      <a:pt x="2232" y="1818"/>
                      <a:pt x="2207" y="1965"/>
                      <a:pt x="2096" y="2036"/>
                    </a:cubicBezTo>
                    <a:cubicBezTo>
                      <a:pt x="2015" y="2087"/>
                      <a:pt x="1872" y="2149"/>
                      <a:pt x="1757" y="2149"/>
                    </a:cubicBezTo>
                    <a:close/>
                    <a:moveTo>
                      <a:pt x="518" y="13"/>
                    </a:moveTo>
                    <a:cubicBezTo>
                      <a:pt x="488" y="13"/>
                      <a:pt x="455" y="16"/>
                      <a:pt x="421" y="20"/>
                    </a:cubicBezTo>
                    <a:cubicBezTo>
                      <a:pt x="253" y="43"/>
                      <a:pt x="98" y="111"/>
                      <a:pt x="44" y="186"/>
                    </a:cubicBezTo>
                    <a:cubicBezTo>
                      <a:pt x="4" y="241"/>
                      <a:pt x="27" y="484"/>
                      <a:pt x="104" y="836"/>
                    </a:cubicBezTo>
                    <a:cubicBezTo>
                      <a:pt x="183" y="1196"/>
                      <a:pt x="307" y="1606"/>
                      <a:pt x="371" y="1643"/>
                    </a:cubicBezTo>
                    <a:cubicBezTo>
                      <a:pt x="383" y="1650"/>
                      <a:pt x="401" y="1663"/>
                      <a:pt x="424" y="1679"/>
                    </a:cubicBezTo>
                    <a:cubicBezTo>
                      <a:pt x="505" y="1738"/>
                      <a:pt x="655" y="1847"/>
                      <a:pt x="839" y="1886"/>
                    </a:cubicBezTo>
                    <a:cubicBezTo>
                      <a:pt x="929" y="1905"/>
                      <a:pt x="1021" y="1923"/>
                      <a:pt x="1102" y="1939"/>
                    </a:cubicBezTo>
                    <a:cubicBezTo>
                      <a:pt x="1229" y="1965"/>
                      <a:pt x="1329" y="1985"/>
                      <a:pt x="1351" y="1992"/>
                    </a:cubicBezTo>
                    <a:cubicBezTo>
                      <a:pt x="1446" y="2025"/>
                      <a:pt x="1545" y="2068"/>
                      <a:pt x="1663" y="2126"/>
                    </a:cubicBezTo>
                    <a:cubicBezTo>
                      <a:pt x="1780" y="2183"/>
                      <a:pt x="1989" y="2099"/>
                      <a:pt x="2094" y="2032"/>
                    </a:cubicBezTo>
                    <a:cubicBezTo>
                      <a:pt x="2203" y="1962"/>
                      <a:pt x="2227" y="1818"/>
                      <a:pt x="2195" y="1711"/>
                    </a:cubicBezTo>
                    <a:cubicBezTo>
                      <a:pt x="2174" y="1642"/>
                      <a:pt x="2058" y="1628"/>
                      <a:pt x="1946" y="1616"/>
                    </a:cubicBezTo>
                    <a:cubicBezTo>
                      <a:pt x="1885" y="1609"/>
                      <a:pt x="1828" y="1602"/>
                      <a:pt x="1787" y="1587"/>
                    </a:cubicBezTo>
                    <a:cubicBezTo>
                      <a:pt x="1702" y="1556"/>
                      <a:pt x="1588" y="1474"/>
                      <a:pt x="1506" y="1414"/>
                    </a:cubicBezTo>
                    <a:cubicBezTo>
                      <a:pt x="1493" y="1405"/>
                      <a:pt x="1480" y="1396"/>
                      <a:pt x="1469" y="1388"/>
                    </a:cubicBezTo>
                    <a:cubicBezTo>
                      <a:pt x="1385" y="1328"/>
                      <a:pt x="1418" y="1193"/>
                      <a:pt x="1446" y="1141"/>
                    </a:cubicBezTo>
                    <a:cubicBezTo>
                      <a:pt x="1462" y="1112"/>
                      <a:pt x="1513" y="1108"/>
                      <a:pt x="1572" y="1104"/>
                    </a:cubicBezTo>
                    <a:cubicBezTo>
                      <a:pt x="1622" y="1100"/>
                      <a:pt x="1679" y="1096"/>
                      <a:pt x="1716" y="1074"/>
                    </a:cubicBezTo>
                    <a:cubicBezTo>
                      <a:pt x="1794" y="1028"/>
                      <a:pt x="1810" y="851"/>
                      <a:pt x="1793" y="815"/>
                    </a:cubicBezTo>
                    <a:cubicBezTo>
                      <a:pt x="1777" y="781"/>
                      <a:pt x="1706" y="683"/>
                      <a:pt x="1584" y="679"/>
                    </a:cubicBezTo>
                    <a:cubicBezTo>
                      <a:pt x="1583" y="679"/>
                      <a:pt x="1582" y="679"/>
                      <a:pt x="1581" y="679"/>
                    </a:cubicBezTo>
                    <a:cubicBezTo>
                      <a:pt x="1516" y="679"/>
                      <a:pt x="1452" y="737"/>
                      <a:pt x="1400" y="784"/>
                    </a:cubicBezTo>
                    <a:cubicBezTo>
                      <a:pt x="1394" y="789"/>
                      <a:pt x="1394" y="789"/>
                      <a:pt x="1394" y="789"/>
                    </a:cubicBezTo>
                    <a:cubicBezTo>
                      <a:pt x="1371" y="810"/>
                      <a:pt x="1337" y="819"/>
                      <a:pt x="1296" y="815"/>
                    </a:cubicBezTo>
                    <a:cubicBezTo>
                      <a:pt x="1239" y="810"/>
                      <a:pt x="1183" y="780"/>
                      <a:pt x="1150" y="737"/>
                    </a:cubicBezTo>
                    <a:cubicBezTo>
                      <a:pt x="1050" y="606"/>
                      <a:pt x="978" y="493"/>
                      <a:pt x="934" y="401"/>
                    </a:cubicBezTo>
                    <a:cubicBezTo>
                      <a:pt x="916" y="362"/>
                      <a:pt x="817" y="161"/>
                      <a:pt x="686" y="55"/>
                    </a:cubicBezTo>
                    <a:cubicBezTo>
                      <a:pt x="652" y="27"/>
                      <a:pt x="593" y="13"/>
                      <a:pt x="518" y="1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7396163" y="3679826"/>
                <a:ext cx="630238" cy="492124"/>
              </a:xfrm>
              <a:custGeom>
                <a:avLst/>
                <a:gdLst/>
                <a:ahLst/>
                <a:cxnLst/>
                <a:rect l="l" t="t" r="r" b="b"/>
                <a:pathLst>
                  <a:path w="631" h="491" extrusionOk="0">
                    <a:moveTo>
                      <a:pt x="395" y="458"/>
                    </a:moveTo>
                    <a:cubicBezTo>
                      <a:pt x="376" y="458"/>
                      <a:pt x="357" y="453"/>
                      <a:pt x="339" y="443"/>
                    </a:cubicBezTo>
                    <a:cubicBezTo>
                      <a:pt x="256" y="396"/>
                      <a:pt x="73" y="283"/>
                      <a:pt x="35" y="233"/>
                    </a:cubicBezTo>
                    <a:cubicBezTo>
                      <a:pt x="9" y="198"/>
                      <a:pt x="0" y="103"/>
                      <a:pt x="28" y="45"/>
                    </a:cubicBezTo>
                    <a:cubicBezTo>
                      <a:pt x="40" y="18"/>
                      <a:pt x="60" y="3"/>
                      <a:pt x="83" y="2"/>
                    </a:cubicBezTo>
                    <a:cubicBezTo>
                      <a:pt x="136" y="0"/>
                      <a:pt x="198" y="40"/>
                      <a:pt x="252" y="75"/>
                    </a:cubicBezTo>
                    <a:cubicBezTo>
                      <a:pt x="282" y="94"/>
                      <a:pt x="311" y="113"/>
                      <a:pt x="334" y="121"/>
                    </a:cubicBezTo>
                    <a:cubicBezTo>
                      <a:pt x="400" y="146"/>
                      <a:pt x="506" y="152"/>
                      <a:pt x="570" y="155"/>
                    </a:cubicBezTo>
                    <a:cubicBezTo>
                      <a:pt x="580" y="156"/>
                      <a:pt x="580" y="156"/>
                      <a:pt x="580" y="156"/>
                    </a:cubicBezTo>
                    <a:cubicBezTo>
                      <a:pt x="596" y="157"/>
                      <a:pt x="607" y="166"/>
                      <a:pt x="614" y="182"/>
                    </a:cubicBezTo>
                    <a:cubicBezTo>
                      <a:pt x="631" y="224"/>
                      <a:pt x="615" y="307"/>
                      <a:pt x="582" y="345"/>
                    </a:cubicBezTo>
                    <a:cubicBezTo>
                      <a:pt x="549" y="383"/>
                      <a:pt x="473" y="458"/>
                      <a:pt x="395" y="458"/>
                    </a:cubicBezTo>
                    <a:close/>
                    <a:moveTo>
                      <a:pt x="87" y="6"/>
                    </a:moveTo>
                    <a:cubicBezTo>
                      <a:pt x="86" y="6"/>
                      <a:pt x="85" y="6"/>
                      <a:pt x="83" y="7"/>
                    </a:cubicBezTo>
                    <a:cubicBezTo>
                      <a:pt x="61" y="7"/>
                      <a:pt x="43" y="21"/>
                      <a:pt x="31" y="47"/>
                    </a:cubicBezTo>
                    <a:cubicBezTo>
                      <a:pt x="5" y="102"/>
                      <a:pt x="14" y="197"/>
                      <a:pt x="39" y="230"/>
                    </a:cubicBezTo>
                    <a:cubicBezTo>
                      <a:pt x="76" y="280"/>
                      <a:pt x="259" y="392"/>
                      <a:pt x="341" y="439"/>
                    </a:cubicBezTo>
                    <a:cubicBezTo>
                      <a:pt x="433" y="491"/>
                      <a:pt x="538" y="388"/>
                      <a:pt x="579" y="342"/>
                    </a:cubicBezTo>
                    <a:cubicBezTo>
                      <a:pt x="611" y="305"/>
                      <a:pt x="627" y="224"/>
                      <a:pt x="610" y="184"/>
                    </a:cubicBezTo>
                    <a:cubicBezTo>
                      <a:pt x="604" y="169"/>
                      <a:pt x="594" y="161"/>
                      <a:pt x="580" y="160"/>
                    </a:cubicBezTo>
                    <a:cubicBezTo>
                      <a:pt x="570" y="160"/>
                      <a:pt x="570" y="160"/>
                      <a:pt x="570" y="160"/>
                    </a:cubicBezTo>
                    <a:cubicBezTo>
                      <a:pt x="506" y="156"/>
                      <a:pt x="399" y="150"/>
                      <a:pt x="333" y="125"/>
                    </a:cubicBezTo>
                    <a:cubicBezTo>
                      <a:pt x="309" y="116"/>
                      <a:pt x="280" y="98"/>
                      <a:pt x="250" y="78"/>
                    </a:cubicBezTo>
                    <a:cubicBezTo>
                      <a:pt x="198" y="45"/>
                      <a:pt x="138" y="6"/>
                      <a:pt x="87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7"/>
              <p:cNvSpPr/>
              <p:nvPr/>
            </p:nvSpPr>
            <p:spPr>
              <a:xfrm>
                <a:off x="6188075" y="2254251"/>
                <a:ext cx="1154113" cy="1617665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1615" extrusionOk="0">
                    <a:moveTo>
                      <a:pt x="838" y="1607"/>
                    </a:moveTo>
                    <a:cubicBezTo>
                      <a:pt x="799" y="1607"/>
                      <a:pt x="760" y="1598"/>
                      <a:pt x="722" y="1581"/>
                    </a:cubicBezTo>
                    <a:cubicBezTo>
                      <a:pt x="555" y="1501"/>
                      <a:pt x="192" y="1237"/>
                      <a:pt x="153" y="1155"/>
                    </a:cubicBezTo>
                    <a:cubicBezTo>
                      <a:pt x="116" y="1079"/>
                      <a:pt x="56" y="680"/>
                      <a:pt x="31" y="509"/>
                    </a:cubicBezTo>
                    <a:cubicBezTo>
                      <a:pt x="28" y="489"/>
                      <a:pt x="25" y="473"/>
                      <a:pt x="23" y="461"/>
                    </a:cubicBezTo>
                    <a:cubicBezTo>
                      <a:pt x="0" y="309"/>
                      <a:pt x="9" y="72"/>
                      <a:pt x="128" y="41"/>
                    </a:cubicBezTo>
                    <a:cubicBezTo>
                      <a:pt x="287" y="0"/>
                      <a:pt x="477" y="16"/>
                      <a:pt x="544" y="146"/>
                    </a:cubicBezTo>
                    <a:cubicBezTo>
                      <a:pt x="591" y="237"/>
                      <a:pt x="667" y="366"/>
                      <a:pt x="712" y="444"/>
                    </a:cubicBezTo>
                    <a:cubicBezTo>
                      <a:pt x="728" y="470"/>
                      <a:pt x="740" y="491"/>
                      <a:pt x="747" y="504"/>
                    </a:cubicBezTo>
                    <a:cubicBezTo>
                      <a:pt x="795" y="589"/>
                      <a:pt x="937" y="715"/>
                      <a:pt x="1020" y="757"/>
                    </a:cubicBezTo>
                    <a:cubicBezTo>
                      <a:pt x="1104" y="802"/>
                      <a:pt x="1154" y="983"/>
                      <a:pt x="1128" y="1081"/>
                    </a:cubicBezTo>
                    <a:cubicBezTo>
                      <a:pt x="1103" y="1172"/>
                      <a:pt x="1058" y="1341"/>
                      <a:pt x="1054" y="1446"/>
                    </a:cubicBezTo>
                    <a:cubicBezTo>
                      <a:pt x="1052" y="1492"/>
                      <a:pt x="1019" y="1540"/>
                      <a:pt x="967" y="1572"/>
                    </a:cubicBezTo>
                    <a:cubicBezTo>
                      <a:pt x="928" y="1595"/>
                      <a:pt x="883" y="1607"/>
                      <a:pt x="838" y="1607"/>
                    </a:cubicBezTo>
                    <a:close/>
                    <a:moveTo>
                      <a:pt x="129" y="43"/>
                    </a:moveTo>
                    <a:cubicBezTo>
                      <a:pt x="129" y="45"/>
                      <a:pt x="129" y="45"/>
                      <a:pt x="129" y="45"/>
                    </a:cubicBezTo>
                    <a:cubicBezTo>
                      <a:pt x="13" y="76"/>
                      <a:pt x="5" y="310"/>
                      <a:pt x="28" y="460"/>
                    </a:cubicBezTo>
                    <a:cubicBezTo>
                      <a:pt x="29" y="472"/>
                      <a:pt x="32" y="489"/>
                      <a:pt x="35" y="509"/>
                    </a:cubicBezTo>
                    <a:cubicBezTo>
                      <a:pt x="61" y="679"/>
                      <a:pt x="121" y="1078"/>
                      <a:pt x="157" y="1153"/>
                    </a:cubicBezTo>
                    <a:cubicBezTo>
                      <a:pt x="196" y="1235"/>
                      <a:pt x="557" y="1497"/>
                      <a:pt x="724" y="1577"/>
                    </a:cubicBezTo>
                    <a:cubicBezTo>
                      <a:pt x="803" y="1615"/>
                      <a:pt x="893" y="1611"/>
                      <a:pt x="965" y="1568"/>
                    </a:cubicBezTo>
                    <a:cubicBezTo>
                      <a:pt x="1016" y="1537"/>
                      <a:pt x="1048" y="1491"/>
                      <a:pt x="1050" y="1446"/>
                    </a:cubicBezTo>
                    <a:cubicBezTo>
                      <a:pt x="1053" y="1340"/>
                      <a:pt x="1099" y="1171"/>
                      <a:pt x="1124" y="1080"/>
                    </a:cubicBezTo>
                    <a:cubicBezTo>
                      <a:pt x="1150" y="983"/>
                      <a:pt x="1101" y="805"/>
                      <a:pt x="1018" y="761"/>
                    </a:cubicBezTo>
                    <a:cubicBezTo>
                      <a:pt x="935" y="718"/>
                      <a:pt x="792" y="592"/>
                      <a:pt x="744" y="506"/>
                    </a:cubicBezTo>
                    <a:cubicBezTo>
                      <a:pt x="737" y="493"/>
                      <a:pt x="724" y="472"/>
                      <a:pt x="709" y="446"/>
                    </a:cubicBezTo>
                    <a:cubicBezTo>
                      <a:pt x="663" y="368"/>
                      <a:pt x="587" y="239"/>
                      <a:pt x="541" y="147"/>
                    </a:cubicBezTo>
                    <a:cubicBezTo>
                      <a:pt x="475" y="20"/>
                      <a:pt x="287" y="4"/>
                      <a:pt x="129" y="45"/>
                    </a:cubicBezTo>
                    <a:lnTo>
                      <a:pt x="129" y="4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>
                <a:off x="6350000" y="2447926"/>
                <a:ext cx="760414" cy="1200151"/>
              </a:xfrm>
              <a:custGeom>
                <a:avLst/>
                <a:gdLst/>
                <a:ahLst/>
                <a:cxnLst/>
                <a:rect l="l" t="t" r="r" b="b"/>
                <a:pathLst>
                  <a:path w="759" h="1199" extrusionOk="0">
                    <a:moveTo>
                      <a:pt x="589" y="1199"/>
                    </a:moveTo>
                    <a:cubicBezTo>
                      <a:pt x="522" y="1199"/>
                      <a:pt x="413" y="1109"/>
                      <a:pt x="324" y="1035"/>
                    </a:cubicBezTo>
                    <a:cubicBezTo>
                      <a:pt x="275" y="995"/>
                      <a:pt x="233" y="960"/>
                      <a:pt x="205" y="945"/>
                    </a:cubicBezTo>
                    <a:cubicBezTo>
                      <a:pt x="117" y="897"/>
                      <a:pt x="38" y="709"/>
                      <a:pt x="30" y="585"/>
                    </a:cubicBezTo>
                    <a:cubicBezTo>
                      <a:pt x="29" y="568"/>
                      <a:pt x="29" y="568"/>
                      <a:pt x="29" y="568"/>
                    </a:cubicBezTo>
                    <a:cubicBezTo>
                      <a:pt x="20" y="424"/>
                      <a:pt x="0" y="87"/>
                      <a:pt x="57" y="33"/>
                    </a:cubicBezTo>
                    <a:cubicBezTo>
                      <a:pt x="81" y="11"/>
                      <a:pt x="120" y="0"/>
                      <a:pt x="164" y="5"/>
                    </a:cubicBezTo>
                    <a:cubicBezTo>
                      <a:pt x="228" y="12"/>
                      <a:pt x="290" y="48"/>
                      <a:pt x="326" y="100"/>
                    </a:cubicBezTo>
                    <a:cubicBezTo>
                      <a:pt x="353" y="140"/>
                      <a:pt x="375" y="197"/>
                      <a:pt x="397" y="257"/>
                    </a:cubicBezTo>
                    <a:cubicBezTo>
                      <a:pt x="428" y="339"/>
                      <a:pt x="460" y="425"/>
                      <a:pt x="510" y="461"/>
                    </a:cubicBezTo>
                    <a:cubicBezTo>
                      <a:pt x="523" y="471"/>
                      <a:pt x="538" y="481"/>
                      <a:pt x="554" y="492"/>
                    </a:cubicBezTo>
                    <a:cubicBezTo>
                      <a:pt x="640" y="550"/>
                      <a:pt x="759" y="630"/>
                      <a:pt x="743" y="762"/>
                    </a:cubicBezTo>
                    <a:cubicBezTo>
                      <a:pt x="742" y="772"/>
                      <a:pt x="741" y="783"/>
                      <a:pt x="739" y="794"/>
                    </a:cubicBezTo>
                    <a:cubicBezTo>
                      <a:pt x="721" y="950"/>
                      <a:pt x="696" y="1164"/>
                      <a:pt x="609" y="1196"/>
                    </a:cubicBezTo>
                    <a:cubicBezTo>
                      <a:pt x="603" y="1198"/>
                      <a:pt x="596" y="1199"/>
                      <a:pt x="589" y="1199"/>
                    </a:cubicBezTo>
                    <a:close/>
                    <a:moveTo>
                      <a:pt x="143" y="8"/>
                    </a:moveTo>
                    <a:cubicBezTo>
                      <a:pt x="109" y="8"/>
                      <a:pt x="79" y="18"/>
                      <a:pt x="60" y="36"/>
                    </a:cubicBezTo>
                    <a:cubicBezTo>
                      <a:pt x="4" y="89"/>
                      <a:pt x="25" y="436"/>
                      <a:pt x="33" y="567"/>
                    </a:cubicBezTo>
                    <a:cubicBezTo>
                      <a:pt x="34" y="585"/>
                      <a:pt x="34" y="585"/>
                      <a:pt x="34" y="585"/>
                    </a:cubicBezTo>
                    <a:cubicBezTo>
                      <a:pt x="42" y="708"/>
                      <a:pt x="120" y="894"/>
                      <a:pt x="207" y="941"/>
                    </a:cubicBezTo>
                    <a:cubicBezTo>
                      <a:pt x="236" y="957"/>
                      <a:pt x="278" y="992"/>
                      <a:pt x="327" y="1032"/>
                    </a:cubicBezTo>
                    <a:cubicBezTo>
                      <a:pt x="415" y="1105"/>
                      <a:pt x="523" y="1195"/>
                      <a:pt x="589" y="1195"/>
                    </a:cubicBezTo>
                    <a:cubicBezTo>
                      <a:pt x="595" y="1195"/>
                      <a:pt x="602" y="1194"/>
                      <a:pt x="608" y="1192"/>
                    </a:cubicBezTo>
                    <a:cubicBezTo>
                      <a:pt x="693" y="1161"/>
                      <a:pt x="717" y="949"/>
                      <a:pt x="735" y="793"/>
                    </a:cubicBezTo>
                    <a:cubicBezTo>
                      <a:pt x="737" y="782"/>
                      <a:pt x="738" y="772"/>
                      <a:pt x="739" y="762"/>
                    </a:cubicBezTo>
                    <a:cubicBezTo>
                      <a:pt x="755" y="632"/>
                      <a:pt x="637" y="553"/>
                      <a:pt x="552" y="495"/>
                    </a:cubicBezTo>
                    <a:cubicBezTo>
                      <a:pt x="536" y="485"/>
                      <a:pt x="520" y="474"/>
                      <a:pt x="507" y="465"/>
                    </a:cubicBezTo>
                    <a:cubicBezTo>
                      <a:pt x="457" y="427"/>
                      <a:pt x="425" y="341"/>
                      <a:pt x="393" y="258"/>
                    </a:cubicBezTo>
                    <a:cubicBezTo>
                      <a:pt x="371" y="198"/>
                      <a:pt x="350" y="142"/>
                      <a:pt x="322" y="102"/>
                    </a:cubicBezTo>
                    <a:cubicBezTo>
                      <a:pt x="287" y="52"/>
                      <a:pt x="226" y="16"/>
                      <a:pt x="163" y="9"/>
                    </a:cubicBezTo>
                    <a:cubicBezTo>
                      <a:pt x="157" y="8"/>
                      <a:pt x="150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6461125" y="2625726"/>
                <a:ext cx="290513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291" h="465" extrusionOk="0">
                    <a:moveTo>
                      <a:pt x="128" y="464"/>
                    </a:moveTo>
                    <a:cubicBezTo>
                      <a:pt x="99" y="464"/>
                      <a:pt x="73" y="455"/>
                      <a:pt x="52" y="437"/>
                    </a:cubicBezTo>
                    <a:cubicBezTo>
                      <a:pt x="18" y="408"/>
                      <a:pt x="0" y="358"/>
                      <a:pt x="1" y="302"/>
                    </a:cubicBezTo>
                    <a:cubicBezTo>
                      <a:pt x="2" y="273"/>
                      <a:pt x="13" y="22"/>
                      <a:pt x="67" y="10"/>
                    </a:cubicBezTo>
                    <a:cubicBezTo>
                      <a:pt x="110" y="0"/>
                      <a:pt x="192" y="41"/>
                      <a:pt x="216" y="125"/>
                    </a:cubicBezTo>
                    <a:cubicBezTo>
                      <a:pt x="225" y="155"/>
                      <a:pt x="230" y="184"/>
                      <a:pt x="235" y="212"/>
                    </a:cubicBezTo>
                    <a:cubicBezTo>
                      <a:pt x="244" y="260"/>
                      <a:pt x="253" y="306"/>
                      <a:pt x="276" y="343"/>
                    </a:cubicBezTo>
                    <a:cubicBezTo>
                      <a:pt x="288" y="363"/>
                      <a:pt x="291" y="381"/>
                      <a:pt x="284" y="397"/>
                    </a:cubicBezTo>
                    <a:cubicBezTo>
                      <a:pt x="272" y="425"/>
                      <a:pt x="229" y="447"/>
                      <a:pt x="158" y="461"/>
                    </a:cubicBezTo>
                    <a:cubicBezTo>
                      <a:pt x="148" y="463"/>
                      <a:pt x="138" y="464"/>
                      <a:pt x="128" y="464"/>
                    </a:cubicBezTo>
                    <a:close/>
                    <a:moveTo>
                      <a:pt x="81" y="12"/>
                    </a:moveTo>
                    <a:cubicBezTo>
                      <a:pt x="76" y="12"/>
                      <a:pt x="72" y="13"/>
                      <a:pt x="67" y="14"/>
                    </a:cubicBezTo>
                    <a:cubicBezTo>
                      <a:pt x="26" y="23"/>
                      <a:pt x="9" y="206"/>
                      <a:pt x="6" y="302"/>
                    </a:cubicBezTo>
                    <a:cubicBezTo>
                      <a:pt x="4" y="356"/>
                      <a:pt x="22" y="406"/>
                      <a:pt x="55" y="433"/>
                    </a:cubicBezTo>
                    <a:cubicBezTo>
                      <a:pt x="82" y="457"/>
                      <a:pt x="117" y="465"/>
                      <a:pt x="157" y="457"/>
                    </a:cubicBezTo>
                    <a:cubicBezTo>
                      <a:pt x="227" y="443"/>
                      <a:pt x="269" y="422"/>
                      <a:pt x="280" y="396"/>
                    </a:cubicBezTo>
                    <a:cubicBezTo>
                      <a:pt x="287" y="381"/>
                      <a:pt x="284" y="364"/>
                      <a:pt x="272" y="346"/>
                    </a:cubicBezTo>
                    <a:cubicBezTo>
                      <a:pt x="249" y="308"/>
                      <a:pt x="240" y="261"/>
                      <a:pt x="231" y="212"/>
                    </a:cubicBezTo>
                    <a:cubicBezTo>
                      <a:pt x="226" y="185"/>
                      <a:pt x="221" y="156"/>
                      <a:pt x="212" y="126"/>
                    </a:cubicBezTo>
                    <a:cubicBezTo>
                      <a:pt x="191" y="52"/>
                      <a:pt x="124" y="12"/>
                      <a:pt x="8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7612063" y="3835401"/>
                <a:ext cx="300038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92" extrusionOk="0">
                    <a:moveTo>
                      <a:pt x="202" y="185"/>
                    </a:moveTo>
                    <a:cubicBezTo>
                      <a:pt x="178" y="185"/>
                      <a:pt x="156" y="174"/>
                      <a:pt x="135" y="164"/>
                    </a:cubicBezTo>
                    <a:cubicBezTo>
                      <a:pt x="132" y="162"/>
                      <a:pt x="132" y="162"/>
                      <a:pt x="132" y="162"/>
                    </a:cubicBezTo>
                    <a:cubicBezTo>
                      <a:pt x="103" y="147"/>
                      <a:pt x="42" y="117"/>
                      <a:pt x="21" y="96"/>
                    </a:cubicBezTo>
                    <a:cubicBezTo>
                      <a:pt x="1" y="76"/>
                      <a:pt x="0" y="52"/>
                      <a:pt x="18" y="24"/>
                    </a:cubicBezTo>
                    <a:cubicBezTo>
                      <a:pt x="35" y="0"/>
                      <a:pt x="80" y="24"/>
                      <a:pt x="120" y="46"/>
                    </a:cubicBezTo>
                    <a:cubicBezTo>
                      <a:pt x="124" y="48"/>
                      <a:pt x="124" y="48"/>
                      <a:pt x="124" y="48"/>
                    </a:cubicBezTo>
                    <a:cubicBezTo>
                      <a:pt x="128" y="50"/>
                      <a:pt x="133" y="52"/>
                      <a:pt x="137" y="54"/>
                    </a:cubicBezTo>
                    <a:cubicBezTo>
                      <a:pt x="169" y="72"/>
                      <a:pt x="192" y="84"/>
                      <a:pt x="213" y="84"/>
                    </a:cubicBezTo>
                    <a:cubicBezTo>
                      <a:pt x="217" y="84"/>
                      <a:pt x="222" y="84"/>
                      <a:pt x="227" y="84"/>
                    </a:cubicBezTo>
                    <a:cubicBezTo>
                      <a:pt x="249" y="82"/>
                      <a:pt x="273" y="81"/>
                      <a:pt x="291" y="101"/>
                    </a:cubicBezTo>
                    <a:cubicBezTo>
                      <a:pt x="297" y="107"/>
                      <a:pt x="299" y="115"/>
                      <a:pt x="298" y="122"/>
                    </a:cubicBezTo>
                    <a:cubicBezTo>
                      <a:pt x="295" y="139"/>
                      <a:pt x="275" y="156"/>
                      <a:pt x="240" y="175"/>
                    </a:cubicBezTo>
                    <a:cubicBezTo>
                      <a:pt x="227" y="182"/>
                      <a:pt x="214" y="185"/>
                      <a:pt x="202" y="185"/>
                    </a:cubicBezTo>
                    <a:close/>
                    <a:moveTo>
                      <a:pt x="40" y="18"/>
                    </a:moveTo>
                    <a:cubicBezTo>
                      <a:pt x="32" y="18"/>
                      <a:pt x="26" y="21"/>
                      <a:pt x="22" y="27"/>
                    </a:cubicBezTo>
                    <a:cubicBezTo>
                      <a:pt x="4" y="52"/>
                      <a:pt x="5" y="74"/>
                      <a:pt x="24" y="93"/>
                    </a:cubicBezTo>
                    <a:cubicBezTo>
                      <a:pt x="45" y="114"/>
                      <a:pt x="105" y="144"/>
                      <a:pt x="134" y="158"/>
                    </a:cubicBezTo>
                    <a:cubicBezTo>
                      <a:pt x="137" y="160"/>
                      <a:pt x="137" y="160"/>
                      <a:pt x="137" y="160"/>
                    </a:cubicBezTo>
                    <a:cubicBezTo>
                      <a:pt x="168" y="175"/>
                      <a:pt x="201" y="192"/>
                      <a:pt x="238" y="172"/>
                    </a:cubicBezTo>
                    <a:cubicBezTo>
                      <a:pt x="272" y="154"/>
                      <a:pt x="291" y="136"/>
                      <a:pt x="293" y="122"/>
                    </a:cubicBezTo>
                    <a:cubicBezTo>
                      <a:pt x="295" y="115"/>
                      <a:pt x="293" y="109"/>
                      <a:pt x="288" y="104"/>
                    </a:cubicBezTo>
                    <a:cubicBezTo>
                      <a:pt x="271" y="85"/>
                      <a:pt x="248" y="87"/>
                      <a:pt x="227" y="88"/>
                    </a:cubicBezTo>
                    <a:cubicBezTo>
                      <a:pt x="222" y="88"/>
                      <a:pt x="217" y="88"/>
                      <a:pt x="213" y="88"/>
                    </a:cubicBezTo>
                    <a:cubicBezTo>
                      <a:pt x="191" y="88"/>
                      <a:pt x="167" y="76"/>
                      <a:pt x="135" y="58"/>
                    </a:cubicBezTo>
                    <a:cubicBezTo>
                      <a:pt x="131" y="56"/>
                      <a:pt x="126" y="54"/>
                      <a:pt x="122" y="51"/>
                    </a:cubicBezTo>
                    <a:cubicBezTo>
                      <a:pt x="118" y="49"/>
                      <a:pt x="118" y="49"/>
                      <a:pt x="118" y="49"/>
                    </a:cubicBezTo>
                    <a:cubicBezTo>
                      <a:pt x="92" y="35"/>
                      <a:pt x="60" y="18"/>
                      <a:pt x="40" y="1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" name="Google Shape;244;p7"/>
            <p:cNvGrpSpPr/>
            <p:nvPr/>
          </p:nvGrpSpPr>
          <p:grpSpPr>
            <a:xfrm rot="10500963">
              <a:off x="-1390188" y="3649572"/>
              <a:ext cx="4013348" cy="2979184"/>
              <a:chOff x="6005513" y="2100263"/>
              <a:chExt cx="2944814" cy="2185991"/>
            </a:xfrm>
          </p:grpSpPr>
          <p:sp>
            <p:nvSpPr>
              <p:cNvPr id="245" name="Google Shape;245;p7"/>
              <p:cNvSpPr/>
              <p:nvPr/>
            </p:nvSpPr>
            <p:spPr>
              <a:xfrm>
                <a:off x="7761288" y="2465388"/>
                <a:ext cx="1189039" cy="1093788"/>
              </a:xfrm>
              <a:custGeom>
                <a:avLst/>
                <a:gdLst/>
                <a:ahLst/>
                <a:cxnLst/>
                <a:rect l="l" t="t" r="r" b="b"/>
                <a:pathLst>
                  <a:path w="1189" h="1091" extrusionOk="0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7999413" y="2598738"/>
                <a:ext cx="744538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744" h="705" extrusionOk="0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6005513" y="2100263"/>
                <a:ext cx="2233613" cy="2185991"/>
              </a:xfrm>
              <a:custGeom>
                <a:avLst/>
                <a:gdLst/>
                <a:ahLst/>
                <a:cxnLst/>
                <a:rect l="l" t="t" r="r" b="b"/>
                <a:pathLst>
                  <a:path w="2232" h="2183" extrusionOk="0">
                    <a:moveTo>
                      <a:pt x="1757" y="2149"/>
                    </a:moveTo>
                    <a:cubicBezTo>
                      <a:pt x="1722" y="2149"/>
                      <a:pt x="1689" y="2143"/>
                      <a:pt x="1661" y="2130"/>
                    </a:cubicBezTo>
                    <a:cubicBezTo>
                      <a:pt x="1543" y="2071"/>
                      <a:pt x="1444" y="2029"/>
                      <a:pt x="1350" y="1996"/>
                    </a:cubicBezTo>
                    <a:cubicBezTo>
                      <a:pt x="1328" y="1989"/>
                      <a:pt x="1228" y="1969"/>
                      <a:pt x="1102" y="1943"/>
                    </a:cubicBezTo>
                    <a:cubicBezTo>
                      <a:pt x="1020" y="1927"/>
                      <a:pt x="928" y="1909"/>
                      <a:pt x="838" y="1890"/>
                    </a:cubicBezTo>
                    <a:cubicBezTo>
                      <a:pt x="653" y="1851"/>
                      <a:pt x="503" y="1742"/>
                      <a:pt x="422" y="1683"/>
                    </a:cubicBezTo>
                    <a:cubicBezTo>
                      <a:pt x="399" y="1666"/>
                      <a:pt x="381" y="1653"/>
                      <a:pt x="369" y="1646"/>
                    </a:cubicBezTo>
                    <a:cubicBezTo>
                      <a:pt x="304" y="1609"/>
                      <a:pt x="179" y="1198"/>
                      <a:pt x="100" y="837"/>
                    </a:cubicBezTo>
                    <a:cubicBezTo>
                      <a:pt x="23" y="484"/>
                      <a:pt x="0" y="239"/>
                      <a:pt x="40" y="184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104" y="95"/>
                      <a:pt x="282" y="35"/>
                      <a:pt x="420" y="16"/>
                    </a:cubicBezTo>
                    <a:cubicBezTo>
                      <a:pt x="542" y="0"/>
                      <a:pt x="640" y="13"/>
                      <a:pt x="689" y="52"/>
                    </a:cubicBezTo>
                    <a:cubicBezTo>
                      <a:pt x="821" y="158"/>
                      <a:pt x="920" y="360"/>
                      <a:pt x="938" y="399"/>
                    </a:cubicBezTo>
                    <a:cubicBezTo>
                      <a:pt x="981" y="491"/>
                      <a:pt x="1054" y="604"/>
                      <a:pt x="1154" y="734"/>
                    </a:cubicBezTo>
                    <a:cubicBezTo>
                      <a:pt x="1186" y="776"/>
                      <a:pt x="1241" y="806"/>
                      <a:pt x="1297" y="811"/>
                    </a:cubicBezTo>
                    <a:cubicBezTo>
                      <a:pt x="1336" y="815"/>
                      <a:pt x="1369" y="806"/>
                      <a:pt x="1391" y="786"/>
                    </a:cubicBezTo>
                    <a:cubicBezTo>
                      <a:pt x="1397" y="780"/>
                      <a:pt x="1397" y="780"/>
                      <a:pt x="1397" y="780"/>
                    </a:cubicBezTo>
                    <a:cubicBezTo>
                      <a:pt x="1451" y="733"/>
                      <a:pt x="1516" y="673"/>
                      <a:pt x="1585" y="675"/>
                    </a:cubicBezTo>
                    <a:cubicBezTo>
                      <a:pt x="1708" y="679"/>
                      <a:pt x="1781" y="778"/>
                      <a:pt x="1797" y="813"/>
                    </a:cubicBezTo>
                    <a:cubicBezTo>
                      <a:pt x="1814" y="850"/>
                      <a:pt x="1797" y="1031"/>
                      <a:pt x="1718" y="1078"/>
                    </a:cubicBezTo>
                    <a:cubicBezTo>
                      <a:pt x="1680" y="1100"/>
                      <a:pt x="1623" y="1104"/>
                      <a:pt x="1572" y="1108"/>
                    </a:cubicBezTo>
                    <a:cubicBezTo>
                      <a:pt x="1517" y="1112"/>
                      <a:pt x="1464" y="1116"/>
                      <a:pt x="1450" y="1143"/>
                    </a:cubicBezTo>
                    <a:cubicBezTo>
                      <a:pt x="1419" y="1200"/>
                      <a:pt x="1394" y="1329"/>
                      <a:pt x="1471" y="1384"/>
                    </a:cubicBezTo>
                    <a:cubicBezTo>
                      <a:pt x="1483" y="1392"/>
                      <a:pt x="1495" y="1401"/>
                      <a:pt x="1508" y="1411"/>
                    </a:cubicBezTo>
                    <a:cubicBezTo>
                      <a:pt x="1591" y="1471"/>
                      <a:pt x="1704" y="1553"/>
                      <a:pt x="1788" y="1583"/>
                    </a:cubicBezTo>
                    <a:cubicBezTo>
                      <a:pt x="1829" y="1598"/>
                      <a:pt x="1886" y="1604"/>
                      <a:pt x="1946" y="1611"/>
                    </a:cubicBezTo>
                    <a:cubicBezTo>
                      <a:pt x="2060" y="1625"/>
                      <a:pt x="2178" y="1638"/>
                      <a:pt x="2199" y="1710"/>
                    </a:cubicBezTo>
                    <a:cubicBezTo>
                      <a:pt x="2232" y="1818"/>
                      <a:pt x="2207" y="1965"/>
                      <a:pt x="2096" y="2036"/>
                    </a:cubicBezTo>
                    <a:cubicBezTo>
                      <a:pt x="2015" y="2087"/>
                      <a:pt x="1872" y="2149"/>
                      <a:pt x="1757" y="2149"/>
                    </a:cubicBezTo>
                    <a:close/>
                    <a:moveTo>
                      <a:pt x="518" y="13"/>
                    </a:moveTo>
                    <a:cubicBezTo>
                      <a:pt x="488" y="13"/>
                      <a:pt x="455" y="16"/>
                      <a:pt x="421" y="20"/>
                    </a:cubicBezTo>
                    <a:cubicBezTo>
                      <a:pt x="253" y="43"/>
                      <a:pt x="98" y="111"/>
                      <a:pt x="44" y="186"/>
                    </a:cubicBezTo>
                    <a:cubicBezTo>
                      <a:pt x="4" y="241"/>
                      <a:pt x="27" y="484"/>
                      <a:pt x="104" y="836"/>
                    </a:cubicBezTo>
                    <a:cubicBezTo>
                      <a:pt x="183" y="1196"/>
                      <a:pt x="307" y="1606"/>
                      <a:pt x="371" y="1643"/>
                    </a:cubicBezTo>
                    <a:cubicBezTo>
                      <a:pt x="383" y="1650"/>
                      <a:pt x="401" y="1663"/>
                      <a:pt x="424" y="1679"/>
                    </a:cubicBezTo>
                    <a:cubicBezTo>
                      <a:pt x="505" y="1738"/>
                      <a:pt x="655" y="1847"/>
                      <a:pt x="839" y="1886"/>
                    </a:cubicBezTo>
                    <a:cubicBezTo>
                      <a:pt x="929" y="1905"/>
                      <a:pt x="1021" y="1923"/>
                      <a:pt x="1102" y="1939"/>
                    </a:cubicBezTo>
                    <a:cubicBezTo>
                      <a:pt x="1229" y="1965"/>
                      <a:pt x="1329" y="1985"/>
                      <a:pt x="1351" y="1992"/>
                    </a:cubicBezTo>
                    <a:cubicBezTo>
                      <a:pt x="1446" y="2025"/>
                      <a:pt x="1545" y="2068"/>
                      <a:pt x="1663" y="2126"/>
                    </a:cubicBezTo>
                    <a:cubicBezTo>
                      <a:pt x="1780" y="2183"/>
                      <a:pt x="1989" y="2099"/>
                      <a:pt x="2094" y="2032"/>
                    </a:cubicBezTo>
                    <a:cubicBezTo>
                      <a:pt x="2203" y="1962"/>
                      <a:pt x="2227" y="1818"/>
                      <a:pt x="2195" y="1711"/>
                    </a:cubicBezTo>
                    <a:cubicBezTo>
                      <a:pt x="2174" y="1642"/>
                      <a:pt x="2058" y="1628"/>
                      <a:pt x="1946" y="1616"/>
                    </a:cubicBezTo>
                    <a:cubicBezTo>
                      <a:pt x="1885" y="1609"/>
                      <a:pt x="1828" y="1602"/>
                      <a:pt x="1787" y="1587"/>
                    </a:cubicBezTo>
                    <a:cubicBezTo>
                      <a:pt x="1702" y="1556"/>
                      <a:pt x="1588" y="1474"/>
                      <a:pt x="1506" y="1414"/>
                    </a:cubicBezTo>
                    <a:cubicBezTo>
                      <a:pt x="1493" y="1405"/>
                      <a:pt x="1480" y="1396"/>
                      <a:pt x="1469" y="1388"/>
                    </a:cubicBezTo>
                    <a:cubicBezTo>
                      <a:pt x="1385" y="1328"/>
                      <a:pt x="1418" y="1193"/>
                      <a:pt x="1446" y="1141"/>
                    </a:cubicBezTo>
                    <a:cubicBezTo>
                      <a:pt x="1462" y="1112"/>
                      <a:pt x="1513" y="1108"/>
                      <a:pt x="1572" y="1104"/>
                    </a:cubicBezTo>
                    <a:cubicBezTo>
                      <a:pt x="1622" y="1100"/>
                      <a:pt x="1679" y="1096"/>
                      <a:pt x="1716" y="1074"/>
                    </a:cubicBezTo>
                    <a:cubicBezTo>
                      <a:pt x="1794" y="1028"/>
                      <a:pt x="1810" y="851"/>
                      <a:pt x="1793" y="815"/>
                    </a:cubicBezTo>
                    <a:cubicBezTo>
                      <a:pt x="1777" y="781"/>
                      <a:pt x="1706" y="683"/>
                      <a:pt x="1584" y="679"/>
                    </a:cubicBezTo>
                    <a:cubicBezTo>
                      <a:pt x="1583" y="679"/>
                      <a:pt x="1582" y="679"/>
                      <a:pt x="1581" y="679"/>
                    </a:cubicBezTo>
                    <a:cubicBezTo>
                      <a:pt x="1516" y="679"/>
                      <a:pt x="1452" y="737"/>
                      <a:pt x="1400" y="784"/>
                    </a:cubicBezTo>
                    <a:cubicBezTo>
                      <a:pt x="1394" y="789"/>
                      <a:pt x="1394" y="789"/>
                      <a:pt x="1394" y="789"/>
                    </a:cubicBezTo>
                    <a:cubicBezTo>
                      <a:pt x="1371" y="810"/>
                      <a:pt x="1337" y="819"/>
                      <a:pt x="1296" y="815"/>
                    </a:cubicBezTo>
                    <a:cubicBezTo>
                      <a:pt x="1239" y="810"/>
                      <a:pt x="1183" y="780"/>
                      <a:pt x="1150" y="737"/>
                    </a:cubicBezTo>
                    <a:cubicBezTo>
                      <a:pt x="1050" y="606"/>
                      <a:pt x="978" y="493"/>
                      <a:pt x="934" y="401"/>
                    </a:cubicBezTo>
                    <a:cubicBezTo>
                      <a:pt x="916" y="362"/>
                      <a:pt x="817" y="161"/>
                      <a:pt x="686" y="55"/>
                    </a:cubicBezTo>
                    <a:cubicBezTo>
                      <a:pt x="652" y="27"/>
                      <a:pt x="593" y="13"/>
                      <a:pt x="518" y="1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7396163" y="3679826"/>
                <a:ext cx="630238" cy="492124"/>
              </a:xfrm>
              <a:custGeom>
                <a:avLst/>
                <a:gdLst/>
                <a:ahLst/>
                <a:cxnLst/>
                <a:rect l="l" t="t" r="r" b="b"/>
                <a:pathLst>
                  <a:path w="631" h="491" extrusionOk="0">
                    <a:moveTo>
                      <a:pt x="395" y="458"/>
                    </a:moveTo>
                    <a:cubicBezTo>
                      <a:pt x="376" y="458"/>
                      <a:pt x="357" y="453"/>
                      <a:pt x="339" y="443"/>
                    </a:cubicBezTo>
                    <a:cubicBezTo>
                      <a:pt x="256" y="396"/>
                      <a:pt x="73" y="283"/>
                      <a:pt x="35" y="233"/>
                    </a:cubicBezTo>
                    <a:cubicBezTo>
                      <a:pt x="9" y="198"/>
                      <a:pt x="0" y="103"/>
                      <a:pt x="28" y="45"/>
                    </a:cubicBezTo>
                    <a:cubicBezTo>
                      <a:pt x="40" y="18"/>
                      <a:pt x="60" y="3"/>
                      <a:pt x="83" y="2"/>
                    </a:cubicBezTo>
                    <a:cubicBezTo>
                      <a:pt x="136" y="0"/>
                      <a:pt x="198" y="40"/>
                      <a:pt x="252" y="75"/>
                    </a:cubicBezTo>
                    <a:cubicBezTo>
                      <a:pt x="282" y="94"/>
                      <a:pt x="311" y="113"/>
                      <a:pt x="334" y="121"/>
                    </a:cubicBezTo>
                    <a:cubicBezTo>
                      <a:pt x="400" y="146"/>
                      <a:pt x="506" y="152"/>
                      <a:pt x="570" y="155"/>
                    </a:cubicBezTo>
                    <a:cubicBezTo>
                      <a:pt x="580" y="156"/>
                      <a:pt x="580" y="156"/>
                      <a:pt x="580" y="156"/>
                    </a:cubicBezTo>
                    <a:cubicBezTo>
                      <a:pt x="596" y="157"/>
                      <a:pt x="607" y="166"/>
                      <a:pt x="614" y="182"/>
                    </a:cubicBezTo>
                    <a:cubicBezTo>
                      <a:pt x="631" y="224"/>
                      <a:pt x="615" y="307"/>
                      <a:pt x="582" y="345"/>
                    </a:cubicBezTo>
                    <a:cubicBezTo>
                      <a:pt x="549" y="383"/>
                      <a:pt x="473" y="458"/>
                      <a:pt x="395" y="458"/>
                    </a:cubicBezTo>
                    <a:close/>
                    <a:moveTo>
                      <a:pt x="87" y="6"/>
                    </a:moveTo>
                    <a:cubicBezTo>
                      <a:pt x="86" y="6"/>
                      <a:pt x="85" y="6"/>
                      <a:pt x="83" y="7"/>
                    </a:cubicBezTo>
                    <a:cubicBezTo>
                      <a:pt x="61" y="7"/>
                      <a:pt x="43" y="21"/>
                      <a:pt x="31" y="47"/>
                    </a:cubicBezTo>
                    <a:cubicBezTo>
                      <a:pt x="5" y="102"/>
                      <a:pt x="14" y="197"/>
                      <a:pt x="39" y="230"/>
                    </a:cubicBezTo>
                    <a:cubicBezTo>
                      <a:pt x="76" y="280"/>
                      <a:pt x="259" y="392"/>
                      <a:pt x="341" y="439"/>
                    </a:cubicBezTo>
                    <a:cubicBezTo>
                      <a:pt x="433" y="491"/>
                      <a:pt x="538" y="388"/>
                      <a:pt x="579" y="342"/>
                    </a:cubicBezTo>
                    <a:cubicBezTo>
                      <a:pt x="611" y="305"/>
                      <a:pt x="627" y="224"/>
                      <a:pt x="610" y="184"/>
                    </a:cubicBezTo>
                    <a:cubicBezTo>
                      <a:pt x="604" y="169"/>
                      <a:pt x="594" y="161"/>
                      <a:pt x="580" y="160"/>
                    </a:cubicBezTo>
                    <a:cubicBezTo>
                      <a:pt x="570" y="160"/>
                      <a:pt x="570" y="160"/>
                      <a:pt x="570" y="160"/>
                    </a:cubicBezTo>
                    <a:cubicBezTo>
                      <a:pt x="506" y="156"/>
                      <a:pt x="399" y="150"/>
                      <a:pt x="333" y="125"/>
                    </a:cubicBezTo>
                    <a:cubicBezTo>
                      <a:pt x="309" y="116"/>
                      <a:pt x="280" y="98"/>
                      <a:pt x="250" y="78"/>
                    </a:cubicBezTo>
                    <a:cubicBezTo>
                      <a:pt x="198" y="45"/>
                      <a:pt x="138" y="6"/>
                      <a:pt x="87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6188075" y="2254251"/>
                <a:ext cx="1154113" cy="1617665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1615" extrusionOk="0">
                    <a:moveTo>
                      <a:pt x="838" y="1607"/>
                    </a:moveTo>
                    <a:cubicBezTo>
                      <a:pt x="799" y="1607"/>
                      <a:pt x="760" y="1598"/>
                      <a:pt x="722" y="1581"/>
                    </a:cubicBezTo>
                    <a:cubicBezTo>
                      <a:pt x="555" y="1501"/>
                      <a:pt x="192" y="1237"/>
                      <a:pt x="153" y="1155"/>
                    </a:cubicBezTo>
                    <a:cubicBezTo>
                      <a:pt x="116" y="1079"/>
                      <a:pt x="56" y="680"/>
                      <a:pt x="31" y="509"/>
                    </a:cubicBezTo>
                    <a:cubicBezTo>
                      <a:pt x="28" y="489"/>
                      <a:pt x="25" y="473"/>
                      <a:pt x="23" y="461"/>
                    </a:cubicBezTo>
                    <a:cubicBezTo>
                      <a:pt x="0" y="309"/>
                      <a:pt x="9" y="72"/>
                      <a:pt x="128" y="41"/>
                    </a:cubicBezTo>
                    <a:cubicBezTo>
                      <a:pt x="287" y="0"/>
                      <a:pt x="477" y="16"/>
                      <a:pt x="544" y="146"/>
                    </a:cubicBezTo>
                    <a:cubicBezTo>
                      <a:pt x="591" y="237"/>
                      <a:pt x="667" y="366"/>
                      <a:pt x="712" y="444"/>
                    </a:cubicBezTo>
                    <a:cubicBezTo>
                      <a:pt x="728" y="470"/>
                      <a:pt x="740" y="491"/>
                      <a:pt x="747" y="504"/>
                    </a:cubicBezTo>
                    <a:cubicBezTo>
                      <a:pt x="795" y="589"/>
                      <a:pt x="937" y="715"/>
                      <a:pt x="1020" y="757"/>
                    </a:cubicBezTo>
                    <a:cubicBezTo>
                      <a:pt x="1104" y="802"/>
                      <a:pt x="1154" y="983"/>
                      <a:pt x="1128" y="1081"/>
                    </a:cubicBezTo>
                    <a:cubicBezTo>
                      <a:pt x="1103" y="1172"/>
                      <a:pt x="1058" y="1341"/>
                      <a:pt x="1054" y="1446"/>
                    </a:cubicBezTo>
                    <a:cubicBezTo>
                      <a:pt x="1052" y="1492"/>
                      <a:pt x="1019" y="1540"/>
                      <a:pt x="967" y="1572"/>
                    </a:cubicBezTo>
                    <a:cubicBezTo>
                      <a:pt x="928" y="1595"/>
                      <a:pt x="883" y="1607"/>
                      <a:pt x="838" y="1607"/>
                    </a:cubicBezTo>
                    <a:close/>
                    <a:moveTo>
                      <a:pt x="129" y="43"/>
                    </a:moveTo>
                    <a:cubicBezTo>
                      <a:pt x="129" y="45"/>
                      <a:pt x="129" y="45"/>
                      <a:pt x="129" y="45"/>
                    </a:cubicBezTo>
                    <a:cubicBezTo>
                      <a:pt x="13" y="76"/>
                      <a:pt x="5" y="310"/>
                      <a:pt x="28" y="460"/>
                    </a:cubicBezTo>
                    <a:cubicBezTo>
                      <a:pt x="29" y="472"/>
                      <a:pt x="32" y="489"/>
                      <a:pt x="35" y="509"/>
                    </a:cubicBezTo>
                    <a:cubicBezTo>
                      <a:pt x="61" y="679"/>
                      <a:pt x="121" y="1078"/>
                      <a:pt x="157" y="1153"/>
                    </a:cubicBezTo>
                    <a:cubicBezTo>
                      <a:pt x="196" y="1235"/>
                      <a:pt x="557" y="1497"/>
                      <a:pt x="724" y="1577"/>
                    </a:cubicBezTo>
                    <a:cubicBezTo>
                      <a:pt x="803" y="1615"/>
                      <a:pt x="893" y="1611"/>
                      <a:pt x="965" y="1568"/>
                    </a:cubicBezTo>
                    <a:cubicBezTo>
                      <a:pt x="1016" y="1537"/>
                      <a:pt x="1048" y="1491"/>
                      <a:pt x="1050" y="1446"/>
                    </a:cubicBezTo>
                    <a:cubicBezTo>
                      <a:pt x="1053" y="1340"/>
                      <a:pt x="1099" y="1171"/>
                      <a:pt x="1124" y="1080"/>
                    </a:cubicBezTo>
                    <a:cubicBezTo>
                      <a:pt x="1150" y="983"/>
                      <a:pt x="1101" y="805"/>
                      <a:pt x="1018" y="761"/>
                    </a:cubicBezTo>
                    <a:cubicBezTo>
                      <a:pt x="935" y="718"/>
                      <a:pt x="792" y="592"/>
                      <a:pt x="744" y="506"/>
                    </a:cubicBezTo>
                    <a:cubicBezTo>
                      <a:pt x="737" y="493"/>
                      <a:pt x="724" y="472"/>
                      <a:pt x="709" y="446"/>
                    </a:cubicBezTo>
                    <a:cubicBezTo>
                      <a:pt x="663" y="368"/>
                      <a:pt x="587" y="239"/>
                      <a:pt x="541" y="147"/>
                    </a:cubicBezTo>
                    <a:cubicBezTo>
                      <a:pt x="475" y="20"/>
                      <a:pt x="287" y="4"/>
                      <a:pt x="129" y="45"/>
                    </a:cubicBezTo>
                    <a:lnTo>
                      <a:pt x="129" y="4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7"/>
              <p:cNvSpPr/>
              <p:nvPr/>
            </p:nvSpPr>
            <p:spPr>
              <a:xfrm>
                <a:off x="6350000" y="2447926"/>
                <a:ext cx="760414" cy="1200151"/>
              </a:xfrm>
              <a:custGeom>
                <a:avLst/>
                <a:gdLst/>
                <a:ahLst/>
                <a:cxnLst/>
                <a:rect l="l" t="t" r="r" b="b"/>
                <a:pathLst>
                  <a:path w="759" h="1199" extrusionOk="0">
                    <a:moveTo>
                      <a:pt x="589" y="1199"/>
                    </a:moveTo>
                    <a:cubicBezTo>
                      <a:pt x="522" y="1199"/>
                      <a:pt x="413" y="1109"/>
                      <a:pt x="324" y="1035"/>
                    </a:cubicBezTo>
                    <a:cubicBezTo>
                      <a:pt x="275" y="995"/>
                      <a:pt x="233" y="960"/>
                      <a:pt x="205" y="945"/>
                    </a:cubicBezTo>
                    <a:cubicBezTo>
                      <a:pt x="117" y="897"/>
                      <a:pt x="38" y="709"/>
                      <a:pt x="30" y="585"/>
                    </a:cubicBezTo>
                    <a:cubicBezTo>
                      <a:pt x="29" y="568"/>
                      <a:pt x="29" y="568"/>
                      <a:pt x="29" y="568"/>
                    </a:cubicBezTo>
                    <a:cubicBezTo>
                      <a:pt x="20" y="424"/>
                      <a:pt x="0" y="87"/>
                      <a:pt x="57" y="33"/>
                    </a:cubicBezTo>
                    <a:cubicBezTo>
                      <a:pt x="81" y="11"/>
                      <a:pt x="120" y="0"/>
                      <a:pt x="164" y="5"/>
                    </a:cubicBezTo>
                    <a:cubicBezTo>
                      <a:pt x="228" y="12"/>
                      <a:pt x="290" y="48"/>
                      <a:pt x="326" y="100"/>
                    </a:cubicBezTo>
                    <a:cubicBezTo>
                      <a:pt x="353" y="140"/>
                      <a:pt x="375" y="197"/>
                      <a:pt x="397" y="257"/>
                    </a:cubicBezTo>
                    <a:cubicBezTo>
                      <a:pt x="428" y="339"/>
                      <a:pt x="460" y="425"/>
                      <a:pt x="510" y="461"/>
                    </a:cubicBezTo>
                    <a:cubicBezTo>
                      <a:pt x="523" y="471"/>
                      <a:pt x="538" y="481"/>
                      <a:pt x="554" y="492"/>
                    </a:cubicBezTo>
                    <a:cubicBezTo>
                      <a:pt x="640" y="550"/>
                      <a:pt x="759" y="630"/>
                      <a:pt x="743" y="762"/>
                    </a:cubicBezTo>
                    <a:cubicBezTo>
                      <a:pt x="742" y="772"/>
                      <a:pt x="741" y="783"/>
                      <a:pt x="739" y="794"/>
                    </a:cubicBezTo>
                    <a:cubicBezTo>
                      <a:pt x="721" y="950"/>
                      <a:pt x="696" y="1164"/>
                      <a:pt x="609" y="1196"/>
                    </a:cubicBezTo>
                    <a:cubicBezTo>
                      <a:pt x="603" y="1198"/>
                      <a:pt x="596" y="1199"/>
                      <a:pt x="589" y="1199"/>
                    </a:cubicBezTo>
                    <a:close/>
                    <a:moveTo>
                      <a:pt x="143" y="8"/>
                    </a:moveTo>
                    <a:cubicBezTo>
                      <a:pt x="109" y="8"/>
                      <a:pt x="79" y="18"/>
                      <a:pt x="60" y="36"/>
                    </a:cubicBezTo>
                    <a:cubicBezTo>
                      <a:pt x="4" y="89"/>
                      <a:pt x="25" y="436"/>
                      <a:pt x="33" y="567"/>
                    </a:cubicBezTo>
                    <a:cubicBezTo>
                      <a:pt x="34" y="585"/>
                      <a:pt x="34" y="585"/>
                      <a:pt x="34" y="585"/>
                    </a:cubicBezTo>
                    <a:cubicBezTo>
                      <a:pt x="42" y="708"/>
                      <a:pt x="120" y="894"/>
                      <a:pt x="207" y="941"/>
                    </a:cubicBezTo>
                    <a:cubicBezTo>
                      <a:pt x="236" y="957"/>
                      <a:pt x="278" y="992"/>
                      <a:pt x="327" y="1032"/>
                    </a:cubicBezTo>
                    <a:cubicBezTo>
                      <a:pt x="415" y="1105"/>
                      <a:pt x="523" y="1195"/>
                      <a:pt x="589" y="1195"/>
                    </a:cubicBezTo>
                    <a:cubicBezTo>
                      <a:pt x="595" y="1195"/>
                      <a:pt x="602" y="1194"/>
                      <a:pt x="608" y="1192"/>
                    </a:cubicBezTo>
                    <a:cubicBezTo>
                      <a:pt x="693" y="1161"/>
                      <a:pt x="717" y="949"/>
                      <a:pt x="735" y="793"/>
                    </a:cubicBezTo>
                    <a:cubicBezTo>
                      <a:pt x="737" y="782"/>
                      <a:pt x="738" y="772"/>
                      <a:pt x="739" y="762"/>
                    </a:cubicBezTo>
                    <a:cubicBezTo>
                      <a:pt x="755" y="632"/>
                      <a:pt x="637" y="553"/>
                      <a:pt x="552" y="495"/>
                    </a:cubicBezTo>
                    <a:cubicBezTo>
                      <a:pt x="536" y="485"/>
                      <a:pt x="520" y="474"/>
                      <a:pt x="507" y="465"/>
                    </a:cubicBezTo>
                    <a:cubicBezTo>
                      <a:pt x="457" y="427"/>
                      <a:pt x="425" y="341"/>
                      <a:pt x="393" y="258"/>
                    </a:cubicBezTo>
                    <a:cubicBezTo>
                      <a:pt x="371" y="198"/>
                      <a:pt x="350" y="142"/>
                      <a:pt x="322" y="102"/>
                    </a:cubicBezTo>
                    <a:cubicBezTo>
                      <a:pt x="287" y="52"/>
                      <a:pt x="226" y="16"/>
                      <a:pt x="163" y="9"/>
                    </a:cubicBezTo>
                    <a:cubicBezTo>
                      <a:pt x="157" y="8"/>
                      <a:pt x="150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7"/>
              <p:cNvSpPr/>
              <p:nvPr/>
            </p:nvSpPr>
            <p:spPr>
              <a:xfrm>
                <a:off x="6461125" y="2625726"/>
                <a:ext cx="290513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291" h="465" extrusionOk="0">
                    <a:moveTo>
                      <a:pt x="128" y="464"/>
                    </a:moveTo>
                    <a:cubicBezTo>
                      <a:pt x="99" y="464"/>
                      <a:pt x="73" y="455"/>
                      <a:pt x="52" y="437"/>
                    </a:cubicBezTo>
                    <a:cubicBezTo>
                      <a:pt x="18" y="408"/>
                      <a:pt x="0" y="358"/>
                      <a:pt x="1" y="302"/>
                    </a:cubicBezTo>
                    <a:cubicBezTo>
                      <a:pt x="2" y="273"/>
                      <a:pt x="13" y="22"/>
                      <a:pt x="67" y="10"/>
                    </a:cubicBezTo>
                    <a:cubicBezTo>
                      <a:pt x="110" y="0"/>
                      <a:pt x="192" y="41"/>
                      <a:pt x="216" y="125"/>
                    </a:cubicBezTo>
                    <a:cubicBezTo>
                      <a:pt x="225" y="155"/>
                      <a:pt x="230" y="184"/>
                      <a:pt x="235" y="212"/>
                    </a:cubicBezTo>
                    <a:cubicBezTo>
                      <a:pt x="244" y="260"/>
                      <a:pt x="253" y="306"/>
                      <a:pt x="276" y="343"/>
                    </a:cubicBezTo>
                    <a:cubicBezTo>
                      <a:pt x="288" y="363"/>
                      <a:pt x="291" y="381"/>
                      <a:pt x="284" y="397"/>
                    </a:cubicBezTo>
                    <a:cubicBezTo>
                      <a:pt x="272" y="425"/>
                      <a:pt x="229" y="447"/>
                      <a:pt x="158" y="461"/>
                    </a:cubicBezTo>
                    <a:cubicBezTo>
                      <a:pt x="148" y="463"/>
                      <a:pt x="138" y="464"/>
                      <a:pt x="128" y="464"/>
                    </a:cubicBezTo>
                    <a:close/>
                    <a:moveTo>
                      <a:pt x="81" y="12"/>
                    </a:moveTo>
                    <a:cubicBezTo>
                      <a:pt x="76" y="12"/>
                      <a:pt x="72" y="13"/>
                      <a:pt x="67" y="14"/>
                    </a:cubicBezTo>
                    <a:cubicBezTo>
                      <a:pt x="26" y="23"/>
                      <a:pt x="9" y="206"/>
                      <a:pt x="6" y="302"/>
                    </a:cubicBezTo>
                    <a:cubicBezTo>
                      <a:pt x="4" y="356"/>
                      <a:pt x="22" y="406"/>
                      <a:pt x="55" y="433"/>
                    </a:cubicBezTo>
                    <a:cubicBezTo>
                      <a:pt x="82" y="457"/>
                      <a:pt x="117" y="465"/>
                      <a:pt x="157" y="457"/>
                    </a:cubicBezTo>
                    <a:cubicBezTo>
                      <a:pt x="227" y="443"/>
                      <a:pt x="269" y="422"/>
                      <a:pt x="280" y="396"/>
                    </a:cubicBezTo>
                    <a:cubicBezTo>
                      <a:pt x="287" y="381"/>
                      <a:pt x="284" y="364"/>
                      <a:pt x="272" y="346"/>
                    </a:cubicBezTo>
                    <a:cubicBezTo>
                      <a:pt x="249" y="308"/>
                      <a:pt x="240" y="261"/>
                      <a:pt x="231" y="212"/>
                    </a:cubicBezTo>
                    <a:cubicBezTo>
                      <a:pt x="226" y="185"/>
                      <a:pt x="221" y="156"/>
                      <a:pt x="212" y="126"/>
                    </a:cubicBezTo>
                    <a:cubicBezTo>
                      <a:pt x="191" y="52"/>
                      <a:pt x="124" y="12"/>
                      <a:pt x="8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7"/>
              <p:cNvSpPr/>
              <p:nvPr/>
            </p:nvSpPr>
            <p:spPr>
              <a:xfrm>
                <a:off x="7612063" y="3835401"/>
                <a:ext cx="300038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92" extrusionOk="0">
                    <a:moveTo>
                      <a:pt x="202" y="185"/>
                    </a:moveTo>
                    <a:cubicBezTo>
                      <a:pt x="178" y="185"/>
                      <a:pt x="156" y="174"/>
                      <a:pt x="135" y="164"/>
                    </a:cubicBezTo>
                    <a:cubicBezTo>
                      <a:pt x="132" y="162"/>
                      <a:pt x="132" y="162"/>
                      <a:pt x="132" y="162"/>
                    </a:cubicBezTo>
                    <a:cubicBezTo>
                      <a:pt x="103" y="147"/>
                      <a:pt x="42" y="117"/>
                      <a:pt x="21" y="96"/>
                    </a:cubicBezTo>
                    <a:cubicBezTo>
                      <a:pt x="1" y="76"/>
                      <a:pt x="0" y="52"/>
                      <a:pt x="18" y="24"/>
                    </a:cubicBezTo>
                    <a:cubicBezTo>
                      <a:pt x="35" y="0"/>
                      <a:pt x="80" y="24"/>
                      <a:pt x="120" y="46"/>
                    </a:cubicBezTo>
                    <a:cubicBezTo>
                      <a:pt x="124" y="48"/>
                      <a:pt x="124" y="48"/>
                      <a:pt x="124" y="48"/>
                    </a:cubicBezTo>
                    <a:cubicBezTo>
                      <a:pt x="128" y="50"/>
                      <a:pt x="133" y="52"/>
                      <a:pt x="137" y="54"/>
                    </a:cubicBezTo>
                    <a:cubicBezTo>
                      <a:pt x="169" y="72"/>
                      <a:pt x="192" y="84"/>
                      <a:pt x="213" y="84"/>
                    </a:cubicBezTo>
                    <a:cubicBezTo>
                      <a:pt x="217" y="84"/>
                      <a:pt x="222" y="84"/>
                      <a:pt x="227" y="84"/>
                    </a:cubicBezTo>
                    <a:cubicBezTo>
                      <a:pt x="249" y="82"/>
                      <a:pt x="273" y="81"/>
                      <a:pt x="291" y="101"/>
                    </a:cubicBezTo>
                    <a:cubicBezTo>
                      <a:pt x="297" y="107"/>
                      <a:pt x="299" y="115"/>
                      <a:pt x="298" y="122"/>
                    </a:cubicBezTo>
                    <a:cubicBezTo>
                      <a:pt x="295" y="139"/>
                      <a:pt x="275" y="156"/>
                      <a:pt x="240" y="175"/>
                    </a:cubicBezTo>
                    <a:cubicBezTo>
                      <a:pt x="227" y="182"/>
                      <a:pt x="214" y="185"/>
                      <a:pt x="202" y="185"/>
                    </a:cubicBezTo>
                    <a:close/>
                    <a:moveTo>
                      <a:pt x="40" y="18"/>
                    </a:moveTo>
                    <a:cubicBezTo>
                      <a:pt x="32" y="18"/>
                      <a:pt x="26" y="21"/>
                      <a:pt x="22" y="27"/>
                    </a:cubicBezTo>
                    <a:cubicBezTo>
                      <a:pt x="4" y="52"/>
                      <a:pt x="5" y="74"/>
                      <a:pt x="24" y="93"/>
                    </a:cubicBezTo>
                    <a:cubicBezTo>
                      <a:pt x="45" y="114"/>
                      <a:pt x="105" y="144"/>
                      <a:pt x="134" y="158"/>
                    </a:cubicBezTo>
                    <a:cubicBezTo>
                      <a:pt x="137" y="160"/>
                      <a:pt x="137" y="160"/>
                      <a:pt x="137" y="160"/>
                    </a:cubicBezTo>
                    <a:cubicBezTo>
                      <a:pt x="168" y="175"/>
                      <a:pt x="201" y="192"/>
                      <a:pt x="238" y="172"/>
                    </a:cubicBezTo>
                    <a:cubicBezTo>
                      <a:pt x="272" y="154"/>
                      <a:pt x="291" y="136"/>
                      <a:pt x="293" y="122"/>
                    </a:cubicBezTo>
                    <a:cubicBezTo>
                      <a:pt x="295" y="115"/>
                      <a:pt x="293" y="109"/>
                      <a:pt x="288" y="104"/>
                    </a:cubicBezTo>
                    <a:cubicBezTo>
                      <a:pt x="271" y="85"/>
                      <a:pt x="248" y="87"/>
                      <a:pt x="227" y="88"/>
                    </a:cubicBezTo>
                    <a:cubicBezTo>
                      <a:pt x="222" y="88"/>
                      <a:pt x="217" y="88"/>
                      <a:pt x="213" y="88"/>
                    </a:cubicBezTo>
                    <a:cubicBezTo>
                      <a:pt x="191" y="88"/>
                      <a:pt x="167" y="76"/>
                      <a:pt x="135" y="58"/>
                    </a:cubicBezTo>
                    <a:cubicBezTo>
                      <a:pt x="131" y="56"/>
                      <a:pt x="126" y="54"/>
                      <a:pt x="122" y="51"/>
                    </a:cubicBezTo>
                    <a:cubicBezTo>
                      <a:pt x="118" y="49"/>
                      <a:pt x="118" y="49"/>
                      <a:pt x="118" y="49"/>
                    </a:cubicBezTo>
                    <a:cubicBezTo>
                      <a:pt x="92" y="35"/>
                      <a:pt x="60" y="18"/>
                      <a:pt x="40" y="1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3" name="Google Shape;253;p7"/>
          <p:cNvGrpSpPr/>
          <p:nvPr/>
        </p:nvGrpSpPr>
        <p:grpSpPr>
          <a:xfrm>
            <a:off x="-217149" y="-259918"/>
            <a:ext cx="9895200" cy="6352966"/>
            <a:chOff x="-217149" y="-259918"/>
            <a:chExt cx="9895200" cy="6352966"/>
          </a:xfrm>
        </p:grpSpPr>
        <p:pic>
          <p:nvPicPr>
            <p:cNvPr id="254" name="Google Shape;254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2969981">
              <a:off x="630473" y="4520875"/>
              <a:ext cx="1701501" cy="112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530100">
              <a:off x="-88768" y="3878800"/>
              <a:ext cx="409962" cy="651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356544">
              <a:off x="8575828" y="-101850"/>
              <a:ext cx="870974" cy="10413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"/>
          <p:cNvSpPr txBox="1">
            <a:spLocks noGrp="1"/>
          </p:cNvSpPr>
          <p:nvPr>
            <p:ph type="title"/>
          </p:nvPr>
        </p:nvSpPr>
        <p:spPr>
          <a:xfrm>
            <a:off x="3916750" y="539500"/>
            <a:ext cx="4514100" cy="13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59" name="Google Shape;259;p8"/>
          <p:cNvGrpSpPr/>
          <p:nvPr/>
        </p:nvGrpSpPr>
        <p:grpSpPr>
          <a:xfrm>
            <a:off x="-2725375" y="2697503"/>
            <a:ext cx="9449768" cy="4560356"/>
            <a:chOff x="0" y="2771776"/>
            <a:chExt cx="5156200" cy="3062286"/>
          </a:xfrm>
        </p:grpSpPr>
        <p:sp>
          <p:nvSpPr>
            <p:cNvPr id="260" name="Google Shape;260;p8"/>
            <p:cNvSpPr/>
            <p:nvPr/>
          </p:nvSpPr>
          <p:spPr>
            <a:xfrm>
              <a:off x="1962150" y="3011488"/>
              <a:ext cx="2797178" cy="2262189"/>
            </a:xfrm>
            <a:custGeom>
              <a:avLst/>
              <a:gdLst/>
              <a:ahLst/>
              <a:cxnLst/>
              <a:rect l="l" t="t" r="r" b="b"/>
              <a:pathLst>
                <a:path w="2794" h="2258" extrusionOk="0">
                  <a:moveTo>
                    <a:pt x="2762" y="417"/>
                  </a:moveTo>
                  <a:cubicBezTo>
                    <a:pt x="2729" y="392"/>
                    <a:pt x="2705" y="397"/>
                    <a:pt x="2705" y="397"/>
                  </a:cubicBezTo>
                  <a:cubicBezTo>
                    <a:pt x="2705" y="397"/>
                    <a:pt x="2734" y="437"/>
                    <a:pt x="2692" y="393"/>
                  </a:cubicBezTo>
                  <a:cubicBezTo>
                    <a:pt x="2650" y="350"/>
                    <a:pt x="2570" y="316"/>
                    <a:pt x="2570" y="316"/>
                  </a:cubicBezTo>
                  <a:cubicBezTo>
                    <a:pt x="2570" y="316"/>
                    <a:pt x="2525" y="318"/>
                    <a:pt x="2517" y="309"/>
                  </a:cubicBezTo>
                  <a:cubicBezTo>
                    <a:pt x="2508" y="299"/>
                    <a:pt x="2464" y="297"/>
                    <a:pt x="2482" y="317"/>
                  </a:cubicBezTo>
                  <a:cubicBezTo>
                    <a:pt x="2501" y="337"/>
                    <a:pt x="2501" y="346"/>
                    <a:pt x="2483" y="344"/>
                  </a:cubicBezTo>
                  <a:cubicBezTo>
                    <a:pt x="2465" y="342"/>
                    <a:pt x="2461" y="323"/>
                    <a:pt x="2461" y="323"/>
                  </a:cubicBezTo>
                  <a:cubicBezTo>
                    <a:pt x="2461" y="323"/>
                    <a:pt x="2482" y="307"/>
                    <a:pt x="2461" y="302"/>
                  </a:cubicBezTo>
                  <a:cubicBezTo>
                    <a:pt x="2440" y="297"/>
                    <a:pt x="2446" y="316"/>
                    <a:pt x="2446" y="316"/>
                  </a:cubicBezTo>
                  <a:cubicBezTo>
                    <a:pt x="2407" y="301"/>
                    <a:pt x="2384" y="314"/>
                    <a:pt x="2384" y="314"/>
                  </a:cubicBezTo>
                  <a:cubicBezTo>
                    <a:pt x="2384" y="314"/>
                    <a:pt x="2355" y="336"/>
                    <a:pt x="2348" y="302"/>
                  </a:cubicBezTo>
                  <a:cubicBezTo>
                    <a:pt x="2341" y="268"/>
                    <a:pt x="2306" y="273"/>
                    <a:pt x="2306" y="273"/>
                  </a:cubicBezTo>
                  <a:cubicBezTo>
                    <a:pt x="2306" y="273"/>
                    <a:pt x="2239" y="283"/>
                    <a:pt x="2238" y="268"/>
                  </a:cubicBezTo>
                  <a:cubicBezTo>
                    <a:pt x="2237" y="254"/>
                    <a:pt x="2198" y="249"/>
                    <a:pt x="2198" y="249"/>
                  </a:cubicBezTo>
                  <a:cubicBezTo>
                    <a:pt x="2211" y="226"/>
                    <a:pt x="2193" y="226"/>
                    <a:pt x="2193" y="226"/>
                  </a:cubicBezTo>
                  <a:cubicBezTo>
                    <a:pt x="2193" y="226"/>
                    <a:pt x="2173" y="226"/>
                    <a:pt x="2156" y="220"/>
                  </a:cubicBezTo>
                  <a:cubicBezTo>
                    <a:pt x="2139" y="214"/>
                    <a:pt x="2099" y="210"/>
                    <a:pt x="2083" y="212"/>
                  </a:cubicBezTo>
                  <a:cubicBezTo>
                    <a:pt x="2067" y="214"/>
                    <a:pt x="2064" y="218"/>
                    <a:pt x="2069" y="235"/>
                  </a:cubicBezTo>
                  <a:cubicBezTo>
                    <a:pt x="2073" y="253"/>
                    <a:pt x="2066" y="255"/>
                    <a:pt x="2050" y="254"/>
                  </a:cubicBezTo>
                  <a:cubicBezTo>
                    <a:pt x="2034" y="253"/>
                    <a:pt x="2025" y="237"/>
                    <a:pt x="2017" y="249"/>
                  </a:cubicBezTo>
                  <a:cubicBezTo>
                    <a:pt x="2009" y="262"/>
                    <a:pt x="2004" y="258"/>
                    <a:pt x="2004" y="258"/>
                  </a:cubicBezTo>
                  <a:cubicBezTo>
                    <a:pt x="2004" y="258"/>
                    <a:pt x="1973" y="224"/>
                    <a:pt x="1976" y="252"/>
                  </a:cubicBezTo>
                  <a:cubicBezTo>
                    <a:pt x="1979" y="281"/>
                    <a:pt x="1973" y="279"/>
                    <a:pt x="1971" y="282"/>
                  </a:cubicBezTo>
                  <a:cubicBezTo>
                    <a:pt x="1968" y="284"/>
                    <a:pt x="1924" y="258"/>
                    <a:pt x="1931" y="243"/>
                  </a:cubicBezTo>
                  <a:cubicBezTo>
                    <a:pt x="1937" y="228"/>
                    <a:pt x="1938" y="224"/>
                    <a:pt x="1933" y="205"/>
                  </a:cubicBezTo>
                  <a:cubicBezTo>
                    <a:pt x="1928" y="185"/>
                    <a:pt x="1920" y="198"/>
                    <a:pt x="1884" y="178"/>
                  </a:cubicBezTo>
                  <a:cubicBezTo>
                    <a:pt x="1848" y="159"/>
                    <a:pt x="1848" y="173"/>
                    <a:pt x="1848" y="173"/>
                  </a:cubicBezTo>
                  <a:cubicBezTo>
                    <a:pt x="1851" y="192"/>
                    <a:pt x="1856" y="206"/>
                    <a:pt x="1820" y="202"/>
                  </a:cubicBezTo>
                  <a:cubicBezTo>
                    <a:pt x="1784" y="198"/>
                    <a:pt x="1788" y="177"/>
                    <a:pt x="1788" y="177"/>
                  </a:cubicBezTo>
                  <a:cubicBezTo>
                    <a:pt x="1760" y="179"/>
                    <a:pt x="1727" y="175"/>
                    <a:pt x="1727" y="175"/>
                  </a:cubicBezTo>
                  <a:cubicBezTo>
                    <a:pt x="1727" y="175"/>
                    <a:pt x="1697" y="163"/>
                    <a:pt x="1687" y="176"/>
                  </a:cubicBezTo>
                  <a:cubicBezTo>
                    <a:pt x="1677" y="190"/>
                    <a:pt x="1640" y="189"/>
                    <a:pt x="1640" y="189"/>
                  </a:cubicBezTo>
                  <a:cubicBezTo>
                    <a:pt x="1640" y="189"/>
                    <a:pt x="1647" y="170"/>
                    <a:pt x="1682" y="144"/>
                  </a:cubicBezTo>
                  <a:cubicBezTo>
                    <a:pt x="1716" y="118"/>
                    <a:pt x="1715" y="110"/>
                    <a:pt x="1716" y="88"/>
                  </a:cubicBezTo>
                  <a:cubicBezTo>
                    <a:pt x="1717" y="66"/>
                    <a:pt x="1675" y="51"/>
                    <a:pt x="1675" y="51"/>
                  </a:cubicBezTo>
                  <a:cubicBezTo>
                    <a:pt x="1633" y="49"/>
                    <a:pt x="1633" y="49"/>
                    <a:pt x="1633" y="49"/>
                  </a:cubicBezTo>
                  <a:cubicBezTo>
                    <a:pt x="1633" y="49"/>
                    <a:pt x="1635" y="66"/>
                    <a:pt x="1620" y="61"/>
                  </a:cubicBezTo>
                  <a:cubicBezTo>
                    <a:pt x="1605" y="55"/>
                    <a:pt x="1626" y="36"/>
                    <a:pt x="1626" y="36"/>
                  </a:cubicBezTo>
                  <a:cubicBezTo>
                    <a:pt x="1604" y="29"/>
                    <a:pt x="1590" y="40"/>
                    <a:pt x="1590" y="40"/>
                  </a:cubicBezTo>
                  <a:cubicBezTo>
                    <a:pt x="1588" y="28"/>
                    <a:pt x="1604" y="20"/>
                    <a:pt x="1604" y="20"/>
                  </a:cubicBezTo>
                  <a:cubicBezTo>
                    <a:pt x="1604" y="20"/>
                    <a:pt x="1604" y="0"/>
                    <a:pt x="1575" y="6"/>
                  </a:cubicBezTo>
                  <a:cubicBezTo>
                    <a:pt x="1545" y="11"/>
                    <a:pt x="1548" y="35"/>
                    <a:pt x="1551" y="49"/>
                  </a:cubicBezTo>
                  <a:cubicBezTo>
                    <a:pt x="1554" y="62"/>
                    <a:pt x="1544" y="58"/>
                    <a:pt x="1544" y="58"/>
                  </a:cubicBezTo>
                  <a:cubicBezTo>
                    <a:pt x="1522" y="58"/>
                    <a:pt x="1513" y="72"/>
                    <a:pt x="1513" y="72"/>
                  </a:cubicBezTo>
                  <a:cubicBezTo>
                    <a:pt x="1513" y="72"/>
                    <a:pt x="1521" y="86"/>
                    <a:pt x="1501" y="87"/>
                  </a:cubicBezTo>
                  <a:cubicBezTo>
                    <a:pt x="1482" y="88"/>
                    <a:pt x="1488" y="72"/>
                    <a:pt x="1488" y="72"/>
                  </a:cubicBezTo>
                  <a:cubicBezTo>
                    <a:pt x="1455" y="75"/>
                    <a:pt x="1459" y="89"/>
                    <a:pt x="1459" y="89"/>
                  </a:cubicBezTo>
                  <a:cubicBezTo>
                    <a:pt x="1431" y="92"/>
                    <a:pt x="1361" y="129"/>
                    <a:pt x="1378" y="147"/>
                  </a:cubicBezTo>
                  <a:cubicBezTo>
                    <a:pt x="1395" y="166"/>
                    <a:pt x="1382" y="163"/>
                    <a:pt x="1375" y="172"/>
                  </a:cubicBezTo>
                  <a:cubicBezTo>
                    <a:pt x="1367" y="181"/>
                    <a:pt x="1334" y="171"/>
                    <a:pt x="1317" y="178"/>
                  </a:cubicBezTo>
                  <a:cubicBezTo>
                    <a:pt x="1301" y="186"/>
                    <a:pt x="1315" y="199"/>
                    <a:pt x="1315" y="199"/>
                  </a:cubicBezTo>
                  <a:cubicBezTo>
                    <a:pt x="1319" y="225"/>
                    <a:pt x="1319" y="225"/>
                    <a:pt x="1319" y="225"/>
                  </a:cubicBezTo>
                  <a:cubicBezTo>
                    <a:pt x="1319" y="225"/>
                    <a:pt x="1337" y="222"/>
                    <a:pt x="1340" y="239"/>
                  </a:cubicBezTo>
                  <a:cubicBezTo>
                    <a:pt x="1343" y="255"/>
                    <a:pt x="1323" y="245"/>
                    <a:pt x="1309" y="231"/>
                  </a:cubicBezTo>
                  <a:cubicBezTo>
                    <a:pt x="1294" y="218"/>
                    <a:pt x="1261" y="221"/>
                    <a:pt x="1271" y="223"/>
                  </a:cubicBezTo>
                  <a:cubicBezTo>
                    <a:pt x="1280" y="226"/>
                    <a:pt x="1287" y="239"/>
                    <a:pt x="1281" y="244"/>
                  </a:cubicBezTo>
                  <a:cubicBezTo>
                    <a:pt x="1275" y="248"/>
                    <a:pt x="1275" y="247"/>
                    <a:pt x="1283" y="262"/>
                  </a:cubicBezTo>
                  <a:cubicBezTo>
                    <a:pt x="1292" y="277"/>
                    <a:pt x="1267" y="263"/>
                    <a:pt x="1267" y="263"/>
                  </a:cubicBezTo>
                  <a:cubicBezTo>
                    <a:pt x="1267" y="263"/>
                    <a:pt x="1252" y="277"/>
                    <a:pt x="1252" y="242"/>
                  </a:cubicBezTo>
                  <a:cubicBezTo>
                    <a:pt x="1252" y="207"/>
                    <a:pt x="1234" y="204"/>
                    <a:pt x="1234" y="204"/>
                  </a:cubicBezTo>
                  <a:cubicBezTo>
                    <a:pt x="1247" y="216"/>
                    <a:pt x="1241" y="227"/>
                    <a:pt x="1241" y="231"/>
                  </a:cubicBezTo>
                  <a:cubicBezTo>
                    <a:pt x="1242" y="235"/>
                    <a:pt x="1217" y="244"/>
                    <a:pt x="1229" y="259"/>
                  </a:cubicBezTo>
                  <a:cubicBezTo>
                    <a:pt x="1241" y="273"/>
                    <a:pt x="1239" y="309"/>
                    <a:pt x="1239" y="309"/>
                  </a:cubicBezTo>
                  <a:cubicBezTo>
                    <a:pt x="1239" y="309"/>
                    <a:pt x="1242" y="336"/>
                    <a:pt x="1258" y="331"/>
                  </a:cubicBezTo>
                  <a:cubicBezTo>
                    <a:pt x="1275" y="326"/>
                    <a:pt x="1292" y="339"/>
                    <a:pt x="1292" y="339"/>
                  </a:cubicBezTo>
                  <a:cubicBezTo>
                    <a:pt x="1292" y="339"/>
                    <a:pt x="1319" y="382"/>
                    <a:pt x="1306" y="381"/>
                  </a:cubicBezTo>
                  <a:cubicBezTo>
                    <a:pt x="1293" y="380"/>
                    <a:pt x="1278" y="342"/>
                    <a:pt x="1278" y="342"/>
                  </a:cubicBezTo>
                  <a:cubicBezTo>
                    <a:pt x="1278" y="342"/>
                    <a:pt x="1240" y="338"/>
                    <a:pt x="1254" y="356"/>
                  </a:cubicBezTo>
                  <a:cubicBezTo>
                    <a:pt x="1268" y="375"/>
                    <a:pt x="1261" y="376"/>
                    <a:pt x="1246" y="403"/>
                  </a:cubicBezTo>
                  <a:cubicBezTo>
                    <a:pt x="1230" y="430"/>
                    <a:pt x="1203" y="422"/>
                    <a:pt x="1203" y="418"/>
                  </a:cubicBezTo>
                  <a:cubicBezTo>
                    <a:pt x="1202" y="414"/>
                    <a:pt x="1230" y="396"/>
                    <a:pt x="1235" y="376"/>
                  </a:cubicBezTo>
                  <a:cubicBezTo>
                    <a:pt x="1241" y="356"/>
                    <a:pt x="1227" y="339"/>
                    <a:pt x="1227" y="339"/>
                  </a:cubicBezTo>
                  <a:cubicBezTo>
                    <a:pt x="1219" y="262"/>
                    <a:pt x="1219" y="262"/>
                    <a:pt x="1219" y="262"/>
                  </a:cubicBezTo>
                  <a:cubicBezTo>
                    <a:pt x="1219" y="262"/>
                    <a:pt x="1199" y="261"/>
                    <a:pt x="1209" y="249"/>
                  </a:cubicBezTo>
                  <a:cubicBezTo>
                    <a:pt x="1220" y="237"/>
                    <a:pt x="1214" y="213"/>
                    <a:pt x="1214" y="213"/>
                  </a:cubicBezTo>
                  <a:cubicBezTo>
                    <a:pt x="1184" y="194"/>
                    <a:pt x="1168" y="209"/>
                    <a:pt x="1168" y="209"/>
                  </a:cubicBezTo>
                  <a:cubicBezTo>
                    <a:pt x="1166" y="257"/>
                    <a:pt x="1140" y="239"/>
                    <a:pt x="1135" y="259"/>
                  </a:cubicBezTo>
                  <a:cubicBezTo>
                    <a:pt x="1131" y="278"/>
                    <a:pt x="1149" y="279"/>
                    <a:pt x="1149" y="279"/>
                  </a:cubicBezTo>
                  <a:cubicBezTo>
                    <a:pt x="1147" y="307"/>
                    <a:pt x="1138" y="287"/>
                    <a:pt x="1164" y="323"/>
                  </a:cubicBezTo>
                  <a:cubicBezTo>
                    <a:pt x="1189" y="360"/>
                    <a:pt x="1151" y="340"/>
                    <a:pt x="1125" y="323"/>
                  </a:cubicBezTo>
                  <a:cubicBezTo>
                    <a:pt x="1098" y="306"/>
                    <a:pt x="1084" y="315"/>
                    <a:pt x="1074" y="309"/>
                  </a:cubicBezTo>
                  <a:cubicBezTo>
                    <a:pt x="1063" y="304"/>
                    <a:pt x="1047" y="289"/>
                    <a:pt x="1045" y="294"/>
                  </a:cubicBezTo>
                  <a:cubicBezTo>
                    <a:pt x="1044" y="299"/>
                    <a:pt x="1057" y="313"/>
                    <a:pt x="1067" y="321"/>
                  </a:cubicBezTo>
                  <a:cubicBezTo>
                    <a:pt x="1078" y="330"/>
                    <a:pt x="1071" y="356"/>
                    <a:pt x="1064" y="357"/>
                  </a:cubicBezTo>
                  <a:cubicBezTo>
                    <a:pt x="1056" y="359"/>
                    <a:pt x="1048" y="336"/>
                    <a:pt x="1048" y="336"/>
                  </a:cubicBezTo>
                  <a:cubicBezTo>
                    <a:pt x="1048" y="336"/>
                    <a:pt x="1050" y="346"/>
                    <a:pt x="1026" y="347"/>
                  </a:cubicBezTo>
                  <a:cubicBezTo>
                    <a:pt x="1002" y="348"/>
                    <a:pt x="1011" y="361"/>
                    <a:pt x="999" y="362"/>
                  </a:cubicBezTo>
                  <a:cubicBezTo>
                    <a:pt x="987" y="363"/>
                    <a:pt x="990" y="340"/>
                    <a:pt x="990" y="340"/>
                  </a:cubicBezTo>
                  <a:cubicBezTo>
                    <a:pt x="962" y="346"/>
                    <a:pt x="913" y="373"/>
                    <a:pt x="908" y="382"/>
                  </a:cubicBezTo>
                  <a:cubicBezTo>
                    <a:pt x="903" y="392"/>
                    <a:pt x="898" y="416"/>
                    <a:pt x="885" y="399"/>
                  </a:cubicBezTo>
                  <a:cubicBezTo>
                    <a:pt x="872" y="381"/>
                    <a:pt x="892" y="376"/>
                    <a:pt x="892" y="376"/>
                  </a:cubicBezTo>
                  <a:cubicBezTo>
                    <a:pt x="892" y="376"/>
                    <a:pt x="888" y="365"/>
                    <a:pt x="879" y="356"/>
                  </a:cubicBezTo>
                  <a:cubicBezTo>
                    <a:pt x="870" y="348"/>
                    <a:pt x="851" y="354"/>
                    <a:pt x="851" y="354"/>
                  </a:cubicBezTo>
                  <a:cubicBezTo>
                    <a:pt x="855" y="358"/>
                    <a:pt x="863" y="372"/>
                    <a:pt x="869" y="398"/>
                  </a:cubicBezTo>
                  <a:cubicBezTo>
                    <a:pt x="875" y="424"/>
                    <a:pt x="862" y="434"/>
                    <a:pt x="856" y="426"/>
                  </a:cubicBezTo>
                  <a:cubicBezTo>
                    <a:pt x="850" y="418"/>
                    <a:pt x="861" y="413"/>
                    <a:pt x="827" y="428"/>
                  </a:cubicBezTo>
                  <a:cubicBezTo>
                    <a:pt x="792" y="442"/>
                    <a:pt x="838" y="463"/>
                    <a:pt x="818" y="470"/>
                  </a:cubicBezTo>
                  <a:cubicBezTo>
                    <a:pt x="797" y="477"/>
                    <a:pt x="773" y="437"/>
                    <a:pt x="770" y="453"/>
                  </a:cubicBezTo>
                  <a:cubicBezTo>
                    <a:pt x="766" y="469"/>
                    <a:pt x="787" y="474"/>
                    <a:pt x="787" y="474"/>
                  </a:cubicBezTo>
                  <a:cubicBezTo>
                    <a:pt x="774" y="513"/>
                    <a:pt x="736" y="447"/>
                    <a:pt x="736" y="447"/>
                  </a:cubicBezTo>
                  <a:cubicBezTo>
                    <a:pt x="736" y="447"/>
                    <a:pt x="757" y="431"/>
                    <a:pt x="742" y="429"/>
                  </a:cubicBezTo>
                  <a:cubicBezTo>
                    <a:pt x="728" y="427"/>
                    <a:pt x="710" y="394"/>
                    <a:pt x="710" y="394"/>
                  </a:cubicBezTo>
                  <a:cubicBezTo>
                    <a:pt x="760" y="419"/>
                    <a:pt x="794" y="433"/>
                    <a:pt x="821" y="408"/>
                  </a:cubicBezTo>
                  <a:cubicBezTo>
                    <a:pt x="848" y="384"/>
                    <a:pt x="751" y="328"/>
                    <a:pt x="751" y="328"/>
                  </a:cubicBezTo>
                  <a:cubicBezTo>
                    <a:pt x="751" y="328"/>
                    <a:pt x="721" y="335"/>
                    <a:pt x="674" y="305"/>
                  </a:cubicBezTo>
                  <a:cubicBezTo>
                    <a:pt x="628" y="276"/>
                    <a:pt x="569" y="311"/>
                    <a:pt x="569" y="311"/>
                  </a:cubicBezTo>
                  <a:cubicBezTo>
                    <a:pt x="569" y="311"/>
                    <a:pt x="471" y="367"/>
                    <a:pt x="458" y="413"/>
                  </a:cubicBezTo>
                  <a:cubicBezTo>
                    <a:pt x="451" y="436"/>
                    <a:pt x="419" y="488"/>
                    <a:pt x="400" y="497"/>
                  </a:cubicBezTo>
                  <a:cubicBezTo>
                    <a:pt x="381" y="506"/>
                    <a:pt x="360" y="519"/>
                    <a:pt x="355" y="571"/>
                  </a:cubicBezTo>
                  <a:cubicBezTo>
                    <a:pt x="350" y="624"/>
                    <a:pt x="366" y="630"/>
                    <a:pt x="380" y="630"/>
                  </a:cubicBezTo>
                  <a:cubicBezTo>
                    <a:pt x="393" y="629"/>
                    <a:pt x="402" y="623"/>
                    <a:pt x="411" y="612"/>
                  </a:cubicBezTo>
                  <a:cubicBezTo>
                    <a:pt x="420" y="601"/>
                    <a:pt x="431" y="604"/>
                    <a:pt x="431" y="604"/>
                  </a:cubicBezTo>
                  <a:cubicBezTo>
                    <a:pt x="429" y="625"/>
                    <a:pt x="453" y="662"/>
                    <a:pt x="453" y="662"/>
                  </a:cubicBezTo>
                  <a:cubicBezTo>
                    <a:pt x="453" y="662"/>
                    <a:pt x="443" y="689"/>
                    <a:pt x="461" y="689"/>
                  </a:cubicBezTo>
                  <a:cubicBezTo>
                    <a:pt x="480" y="689"/>
                    <a:pt x="473" y="682"/>
                    <a:pt x="482" y="675"/>
                  </a:cubicBezTo>
                  <a:cubicBezTo>
                    <a:pt x="491" y="668"/>
                    <a:pt x="508" y="667"/>
                    <a:pt x="508" y="667"/>
                  </a:cubicBezTo>
                  <a:cubicBezTo>
                    <a:pt x="510" y="614"/>
                    <a:pt x="510" y="614"/>
                    <a:pt x="510" y="614"/>
                  </a:cubicBezTo>
                  <a:cubicBezTo>
                    <a:pt x="519" y="615"/>
                    <a:pt x="534" y="606"/>
                    <a:pt x="533" y="587"/>
                  </a:cubicBezTo>
                  <a:cubicBezTo>
                    <a:pt x="533" y="568"/>
                    <a:pt x="515" y="568"/>
                    <a:pt x="515" y="568"/>
                  </a:cubicBezTo>
                  <a:cubicBezTo>
                    <a:pt x="515" y="534"/>
                    <a:pt x="523" y="517"/>
                    <a:pt x="523" y="517"/>
                  </a:cubicBezTo>
                  <a:cubicBezTo>
                    <a:pt x="569" y="482"/>
                    <a:pt x="569" y="482"/>
                    <a:pt x="569" y="482"/>
                  </a:cubicBezTo>
                  <a:cubicBezTo>
                    <a:pt x="568" y="430"/>
                    <a:pt x="594" y="431"/>
                    <a:pt x="594" y="431"/>
                  </a:cubicBezTo>
                  <a:cubicBezTo>
                    <a:pt x="594" y="431"/>
                    <a:pt x="621" y="428"/>
                    <a:pt x="617" y="456"/>
                  </a:cubicBezTo>
                  <a:cubicBezTo>
                    <a:pt x="613" y="485"/>
                    <a:pt x="566" y="506"/>
                    <a:pt x="566" y="506"/>
                  </a:cubicBezTo>
                  <a:cubicBezTo>
                    <a:pt x="566" y="506"/>
                    <a:pt x="566" y="550"/>
                    <a:pt x="568" y="563"/>
                  </a:cubicBezTo>
                  <a:cubicBezTo>
                    <a:pt x="570" y="576"/>
                    <a:pt x="591" y="582"/>
                    <a:pt x="614" y="581"/>
                  </a:cubicBezTo>
                  <a:cubicBezTo>
                    <a:pt x="637" y="579"/>
                    <a:pt x="648" y="562"/>
                    <a:pt x="667" y="578"/>
                  </a:cubicBezTo>
                  <a:cubicBezTo>
                    <a:pt x="685" y="594"/>
                    <a:pt x="622" y="591"/>
                    <a:pt x="624" y="591"/>
                  </a:cubicBezTo>
                  <a:cubicBezTo>
                    <a:pt x="626" y="591"/>
                    <a:pt x="586" y="588"/>
                    <a:pt x="587" y="605"/>
                  </a:cubicBezTo>
                  <a:cubicBezTo>
                    <a:pt x="588" y="622"/>
                    <a:pt x="600" y="621"/>
                    <a:pt x="600" y="621"/>
                  </a:cubicBezTo>
                  <a:cubicBezTo>
                    <a:pt x="600" y="621"/>
                    <a:pt x="612" y="621"/>
                    <a:pt x="611" y="638"/>
                  </a:cubicBezTo>
                  <a:cubicBezTo>
                    <a:pt x="610" y="655"/>
                    <a:pt x="598" y="654"/>
                    <a:pt x="598" y="654"/>
                  </a:cubicBezTo>
                  <a:cubicBezTo>
                    <a:pt x="598" y="654"/>
                    <a:pt x="599" y="638"/>
                    <a:pt x="581" y="638"/>
                  </a:cubicBezTo>
                  <a:cubicBezTo>
                    <a:pt x="564" y="638"/>
                    <a:pt x="563" y="655"/>
                    <a:pt x="563" y="655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47" y="696"/>
                    <a:pt x="550" y="709"/>
                    <a:pt x="547" y="711"/>
                  </a:cubicBezTo>
                  <a:cubicBezTo>
                    <a:pt x="544" y="713"/>
                    <a:pt x="523" y="687"/>
                    <a:pt x="513" y="703"/>
                  </a:cubicBezTo>
                  <a:cubicBezTo>
                    <a:pt x="502" y="719"/>
                    <a:pt x="475" y="722"/>
                    <a:pt x="475" y="722"/>
                  </a:cubicBezTo>
                  <a:cubicBezTo>
                    <a:pt x="475" y="722"/>
                    <a:pt x="466" y="712"/>
                    <a:pt x="438" y="714"/>
                  </a:cubicBezTo>
                  <a:cubicBezTo>
                    <a:pt x="411" y="716"/>
                    <a:pt x="415" y="697"/>
                    <a:pt x="419" y="680"/>
                  </a:cubicBezTo>
                  <a:cubicBezTo>
                    <a:pt x="422" y="664"/>
                    <a:pt x="421" y="638"/>
                    <a:pt x="421" y="638"/>
                  </a:cubicBezTo>
                  <a:cubicBezTo>
                    <a:pt x="407" y="645"/>
                    <a:pt x="376" y="664"/>
                    <a:pt x="391" y="680"/>
                  </a:cubicBezTo>
                  <a:cubicBezTo>
                    <a:pt x="406" y="696"/>
                    <a:pt x="399" y="720"/>
                    <a:pt x="399" y="720"/>
                  </a:cubicBezTo>
                  <a:cubicBezTo>
                    <a:pt x="399" y="720"/>
                    <a:pt x="394" y="715"/>
                    <a:pt x="368" y="729"/>
                  </a:cubicBezTo>
                  <a:cubicBezTo>
                    <a:pt x="343" y="744"/>
                    <a:pt x="337" y="769"/>
                    <a:pt x="337" y="769"/>
                  </a:cubicBezTo>
                  <a:cubicBezTo>
                    <a:pt x="337" y="769"/>
                    <a:pt x="325" y="761"/>
                    <a:pt x="304" y="789"/>
                  </a:cubicBezTo>
                  <a:cubicBezTo>
                    <a:pt x="284" y="817"/>
                    <a:pt x="259" y="812"/>
                    <a:pt x="259" y="812"/>
                  </a:cubicBezTo>
                  <a:cubicBezTo>
                    <a:pt x="261" y="825"/>
                    <a:pt x="238" y="824"/>
                    <a:pt x="238" y="824"/>
                  </a:cubicBezTo>
                  <a:cubicBezTo>
                    <a:pt x="238" y="824"/>
                    <a:pt x="210" y="821"/>
                    <a:pt x="209" y="834"/>
                  </a:cubicBezTo>
                  <a:cubicBezTo>
                    <a:pt x="208" y="848"/>
                    <a:pt x="224" y="846"/>
                    <a:pt x="224" y="846"/>
                  </a:cubicBezTo>
                  <a:cubicBezTo>
                    <a:pt x="259" y="846"/>
                    <a:pt x="263" y="881"/>
                    <a:pt x="263" y="904"/>
                  </a:cubicBezTo>
                  <a:cubicBezTo>
                    <a:pt x="262" y="927"/>
                    <a:pt x="247" y="925"/>
                    <a:pt x="247" y="925"/>
                  </a:cubicBezTo>
                  <a:cubicBezTo>
                    <a:pt x="247" y="925"/>
                    <a:pt x="226" y="927"/>
                    <a:pt x="186" y="925"/>
                  </a:cubicBezTo>
                  <a:cubicBezTo>
                    <a:pt x="147" y="922"/>
                    <a:pt x="155" y="945"/>
                    <a:pt x="155" y="945"/>
                  </a:cubicBezTo>
                  <a:cubicBezTo>
                    <a:pt x="154" y="991"/>
                    <a:pt x="154" y="991"/>
                    <a:pt x="154" y="991"/>
                  </a:cubicBezTo>
                  <a:cubicBezTo>
                    <a:pt x="141" y="995"/>
                    <a:pt x="142" y="1016"/>
                    <a:pt x="142" y="1016"/>
                  </a:cubicBezTo>
                  <a:cubicBezTo>
                    <a:pt x="155" y="1016"/>
                    <a:pt x="155" y="1016"/>
                    <a:pt x="155" y="1016"/>
                  </a:cubicBezTo>
                  <a:cubicBezTo>
                    <a:pt x="154" y="1038"/>
                    <a:pt x="154" y="1038"/>
                    <a:pt x="154" y="1038"/>
                  </a:cubicBezTo>
                  <a:cubicBezTo>
                    <a:pt x="189" y="1034"/>
                    <a:pt x="195" y="1060"/>
                    <a:pt x="195" y="1061"/>
                  </a:cubicBezTo>
                  <a:cubicBezTo>
                    <a:pt x="193" y="1059"/>
                    <a:pt x="192" y="1059"/>
                    <a:pt x="192" y="1059"/>
                  </a:cubicBezTo>
                  <a:cubicBezTo>
                    <a:pt x="190" y="1075"/>
                    <a:pt x="169" y="1090"/>
                    <a:pt x="169" y="1090"/>
                  </a:cubicBezTo>
                  <a:cubicBezTo>
                    <a:pt x="169" y="1090"/>
                    <a:pt x="144" y="1089"/>
                    <a:pt x="133" y="1132"/>
                  </a:cubicBezTo>
                  <a:cubicBezTo>
                    <a:pt x="123" y="1175"/>
                    <a:pt x="139" y="1146"/>
                    <a:pt x="91" y="1185"/>
                  </a:cubicBezTo>
                  <a:cubicBezTo>
                    <a:pt x="43" y="1224"/>
                    <a:pt x="15" y="1289"/>
                    <a:pt x="15" y="1289"/>
                  </a:cubicBezTo>
                  <a:cubicBezTo>
                    <a:pt x="15" y="1289"/>
                    <a:pt x="49" y="1316"/>
                    <a:pt x="25" y="1361"/>
                  </a:cubicBezTo>
                  <a:cubicBezTo>
                    <a:pt x="0" y="1406"/>
                    <a:pt x="12" y="1422"/>
                    <a:pt x="12" y="1422"/>
                  </a:cubicBezTo>
                  <a:cubicBezTo>
                    <a:pt x="12" y="1422"/>
                    <a:pt x="121" y="1568"/>
                    <a:pt x="159" y="1554"/>
                  </a:cubicBezTo>
                  <a:cubicBezTo>
                    <a:pt x="196" y="1541"/>
                    <a:pt x="230" y="1548"/>
                    <a:pt x="238" y="1548"/>
                  </a:cubicBezTo>
                  <a:cubicBezTo>
                    <a:pt x="246" y="1548"/>
                    <a:pt x="248" y="1530"/>
                    <a:pt x="297" y="1525"/>
                  </a:cubicBezTo>
                  <a:cubicBezTo>
                    <a:pt x="347" y="1520"/>
                    <a:pt x="353" y="1554"/>
                    <a:pt x="353" y="1554"/>
                  </a:cubicBezTo>
                  <a:cubicBezTo>
                    <a:pt x="383" y="1571"/>
                    <a:pt x="423" y="1520"/>
                    <a:pt x="405" y="1583"/>
                  </a:cubicBezTo>
                  <a:cubicBezTo>
                    <a:pt x="388" y="1646"/>
                    <a:pt x="405" y="1658"/>
                    <a:pt x="405" y="1658"/>
                  </a:cubicBezTo>
                  <a:cubicBezTo>
                    <a:pt x="471" y="1733"/>
                    <a:pt x="462" y="1769"/>
                    <a:pt x="462" y="1769"/>
                  </a:cubicBezTo>
                  <a:cubicBezTo>
                    <a:pt x="481" y="1811"/>
                    <a:pt x="461" y="1831"/>
                    <a:pt x="461" y="1831"/>
                  </a:cubicBezTo>
                  <a:cubicBezTo>
                    <a:pt x="429" y="1885"/>
                    <a:pt x="447" y="1984"/>
                    <a:pt x="473" y="2005"/>
                  </a:cubicBezTo>
                  <a:cubicBezTo>
                    <a:pt x="499" y="2027"/>
                    <a:pt x="492" y="2095"/>
                    <a:pt x="492" y="2095"/>
                  </a:cubicBezTo>
                  <a:cubicBezTo>
                    <a:pt x="518" y="2117"/>
                    <a:pt x="552" y="2196"/>
                    <a:pt x="552" y="2196"/>
                  </a:cubicBezTo>
                  <a:cubicBezTo>
                    <a:pt x="551" y="2258"/>
                    <a:pt x="579" y="2246"/>
                    <a:pt x="579" y="2246"/>
                  </a:cubicBezTo>
                  <a:cubicBezTo>
                    <a:pt x="579" y="2246"/>
                    <a:pt x="614" y="2236"/>
                    <a:pt x="672" y="2235"/>
                  </a:cubicBezTo>
                  <a:cubicBezTo>
                    <a:pt x="730" y="2234"/>
                    <a:pt x="782" y="2109"/>
                    <a:pt x="782" y="2109"/>
                  </a:cubicBezTo>
                  <a:cubicBezTo>
                    <a:pt x="782" y="2109"/>
                    <a:pt x="780" y="2065"/>
                    <a:pt x="812" y="2047"/>
                  </a:cubicBezTo>
                  <a:cubicBezTo>
                    <a:pt x="845" y="2028"/>
                    <a:pt x="809" y="1964"/>
                    <a:pt x="809" y="1964"/>
                  </a:cubicBezTo>
                  <a:cubicBezTo>
                    <a:pt x="809" y="1964"/>
                    <a:pt x="812" y="1925"/>
                    <a:pt x="876" y="1898"/>
                  </a:cubicBezTo>
                  <a:cubicBezTo>
                    <a:pt x="940" y="1872"/>
                    <a:pt x="875" y="1789"/>
                    <a:pt x="869" y="1753"/>
                  </a:cubicBezTo>
                  <a:cubicBezTo>
                    <a:pt x="863" y="1718"/>
                    <a:pt x="857" y="1670"/>
                    <a:pt x="964" y="1583"/>
                  </a:cubicBezTo>
                  <a:cubicBezTo>
                    <a:pt x="1069" y="1497"/>
                    <a:pt x="1030" y="1433"/>
                    <a:pt x="1030" y="1433"/>
                  </a:cubicBezTo>
                  <a:cubicBezTo>
                    <a:pt x="1030" y="1433"/>
                    <a:pt x="987" y="1458"/>
                    <a:pt x="929" y="1459"/>
                  </a:cubicBezTo>
                  <a:cubicBezTo>
                    <a:pt x="929" y="1459"/>
                    <a:pt x="923" y="1447"/>
                    <a:pt x="912" y="1431"/>
                  </a:cubicBezTo>
                  <a:cubicBezTo>
                    <a:pt x="913" y="1433"/>
                    <a:pt x="950" y="1425"/>
                    <a:pt x="997" y="1403"/>
                  </a:cubicBezTo>
                  <a:cubicBezTo>
                    <a:pt x="1044" y="1380"/>
                    <a:pt x="1037" y="1369"/>
                    <a:pt x="1093" y="1363"/>
                  </a:cubicBezTo>
                  <a:cubicBezTo>
                    <a:pt x="1093" y="1363"/>
                    <a:pt x="1146" y="1314"/>
                    <a:pt x="1143" y="1279"/>
                  </a:cubicBezTo>
                  <a:cubicBezTo>
                    <a:pt x="1140" y="1245"/>
                    <a:pt x="1089" y="1243"/>
                    <a:pt x="1089" y="1243"/>
                  </a:cubicBezTo>
                  <a:cubicBezTo>
                    <a:pt x="1084" y="1215"/>
                    <a:pt x="1084" y="1215"/>
                    <a:pt x="1084" y="1215"/>
                  </a:cubicBezTo>
                  <a:cubicBezTo>
                    <a:pt x="1084" y="1215"/>
                    <a:pt x="1085" y="1248"/>
                    <a:pt x="1021" y="1249"/>
                  </a:cubicBezTo>
                  <a:cubicBezTo>
                    <a:pt x="1021" y="1249"/>
                    <a:pt x="1002" y="1212"/>
                    <a:pt x="976" y="1184"/>
                  </a:cubicBezTo>
                  <a:cubicBezTo>
                    <a:pt x="950" y="1157"/>
                    <a:pt x="998" y="1158"/>
                    <a:pt x="998" y="1158"/>
                  </a:cubicBezTo>
                  <a:cubicBezTo>
                    <a:pt x="998" y="1158"/>
                    <a:pt x="1025" y="1213"/>
                    <a:pt x="1055" y="1214"/>
                  </a:cubicBezTo>
                  <a:cubicBezTo>
                    <a:pt x="1084" y="1215"/>
                    <a:pt x="1085" y="1201"/>
                    <a:pt x="1085" y="1201"/>
                  </a:cubicBezTo>
                  <a:cubicBezTo>
                    <a:pt x="1085" y="1201"/>
                    <a:pt x="1103" y="1224"/>
                    <a:pt x="1121" y="1226"/>
                  </a:cubicBezTo>
                  <a:cubicBezTo>
                    <a:pt x="1140" y="1229"/>
                    <a:pt x="1236" y="1231"/>
                    <a:pt x="1236" y="1231"/>
                  </a:cubicBezTo>
                  <a:cubicBezTo>
                    <a:pt x="1236" y="1231"/>
                    <a:pt x="1272" y="1257"/>
                    <a:pt x="1272" y="1267"/>
                  </a:cubicBezTo>
                  <a:cubicBezTo>
                    <a:pt x="1272" y="1277"/>
                    <a:pt x="1298" y="1264"/>
                    <a:pt x="1298" y="1264"/>
                  </a:cubicBezTo>
                  <a:cubicBezTo>
                    <a:pt x="1298" y="1264"/>
                    <a:pt x="1304" y="1281"/>
                    <a:pt x="1280" y="1282"/>
                  </a:cubicBezTo>
                  <a:cubicBezTo>
                    <a:pt x="1280" y="1282"/>
                    <a:pt x="1315" y="1323"/>
                    <a:pt x="1329" y="1284"/>
                  </a:cubicBezTo>
                  <a:cubicBezTo>
                    <a:pt x="1329" y="1284"/>
                    <a:pt x="1337" y="1346"/>
                    <a:pt x="1347" y="1369"/>
                  </a:cubicBezTo>
                  <a:cubicBezTo>
                    <a:pt x="1357" y="1393"/>
                    <a:pt x="1424" y="1496"/>
                    <a:pt x="1424" y="1496"/>
                  </a:cubicBezTo>
                  <a:cubicBezTo>
                    <a:pt x="1424" y="1496"/>
                    <a:pt x="1444" y="1503"/>
                    <a:pt x="1464" y="1447"/>
                  </a:cubicBezTo>
                  <a:cubicBezTo>
                    <a:pt x="1483" y="1392"/>
                    <a:pt x="1423" y="1394"/>
                    <a:pt x="1498" y="1347"/>
                  </a:cubicBezTo>
                  <a:cubicBezTo>
                    <a:pt x="1572" y="1300"/>
                    <a:pt x="1548" y="1290"/>
                    <a:pt x="1548" y="1290"/>
                  </a:cubicBezTo>
                  <a:cubicBezTo>
                    <a:pt x="1548" y="1290"/>
                    <a:pt x="1586" y="1307"/>
                    <a:pt x="1605" y="1279"/>
                  </a:cubicBezTo>
                  <a:cubicBezTo>
                    <a:pt x="1605" y="1279"/>
                    <a:pt x="1620" y="1316"/>
                    <a:pt x="1651" y="1330"/>
                  </a:cubicBezTo>
                  <a:cubicBezTo>
                    <a:pt x="1683" y="1343"/>
                    <a:pt x="1664" y="1374"/>
                    <a:pt x="1664" y="1374"/>
                  </a:cubicBezTo>
                  <a:cubicBezTo>
                    <a:pt x="1664" y="1374"/>
                    <a:pt x="1681" y="1393"/>
                    <a:pt x="1705" y="1365"/>
                  </a:cubicBezTo>
                  <a:cubicBezTo>
                    <a:pt x="1712" y="1357"/>
                    <a:pt x="1721" y="1376"/>
                    <a:pt x="1729" y="1398"/>
                  </a:cubicBezTo>
                  <a:cubicBezTo>
                    <a:pt x="1736" y="1421"/>
                    <a:pt x="1738" y="1474"/>
                    <a:pt x="1744" y="1486"/>
                  </a:cubicBezTo>
                  <a:cubicBezTo>
                    <a:pt x="1749" y="1497"/>
                    <a:pt x="1776" y="1526"/>
                    <a:pt x="1776" y="1526"/>
                  </a:cubicBezTo>
                  <a:cubicBezTo>
                    <a:pt x="1785" y="1549"/>
                    <a:pt x="1794" y="1561"/>
                    <a:pt x="1794" y="1561"/>
                  </a:cubicBezTo>
                  <a:cubicBezTo>
                    <a:pt x="1837" y="1618"/>
                    <a:pt x="1861" y="1599"/>
                    <a:pt x="1851" y="1592"/>
                  </a:cubicBezTo>
                  <a:cubicBezTo>
                    <a:pt x="1841" y="1585"/>
                    <a:pt x="1836" y="1562"/>
                    <a:pt x="1826" y="1539"/>
                  </a:cubicBezTo>
                  <a:cubicBezTo>
                    <a:pt x="1816" y="1515"/>
                    <a:pt x="1780" y="1510"/>
                    <a:pt x="1780" y="1510"/>
                  </a:cubicBezTo>
                  <a:cubicBezTo>
                    <a:pt x="1777" y="1491"/>
                    <a:pt x="1757" y="1479"/>
                    <a:pt x="1757" y="1479"/>
                  </a:cubicBezTo>
                  <a:cubicBezTo>
                    <a:pt x="1752" y="1450"/>
                    <a:pt x="1763" y="1423"/>
                    <a:pt x="1763" y="1423"/>
                  </a:cubicBezTo>
                  <a:cubicBezTo>
                    <a:pt x="1822" y="1440"/>
                    <a:pt x="1781" y="1455"/>
                    <a:pt x="1816" y="1459"/>
                  </a:cubicBezTo>
                  <a:cubicBezTo>
                    <a:pt x="1852" y="1463"/>
                    <a:pt x="1843" y="1496"/>
                    <a:pt x="1843" y="1496"/>
                  </a:cubicBezTo>
                  <a:cubicBezTo>
                    <a:pt x="1899" y="1464"/>
                    <a:pt x="1898" y="1443"/>
                    <a:pt x="1898" y="1443"/>
                  </a:cubicBezTo>
                  <a:cubicBezTo>
                    <a:pt x="1903" y="1397"/>
                    <a:pt x="1878" y="1384"/>
                    <a:pt x="1878" y="1384"/>
                  </a:cubicBezTo>
                  <a:cubicBezTo>
                    <a:pt x="1878" y="1384"/>
                    <a:pt x="1846" y="1379"/>
                    <a:pt x="1833" y="1342"/>
                  </a:cubicBezTo>
                  <a:cubicBezTo>
                    <a:pt x="1820" y="1305"/>
                    <a:pt x="1858" y="1292"/>
                    <a:pt x="1858" y="1292"/>
                  </a:cubicBezTo>
                  <a:cubicBezTo>
                    <a:pt x="1992" y="1288"/>
                    <a:pt x="2011" y="1222"/>
                    <a:pt x="2025" y="1185"/>
                  </a:cubicBezTo>
                  <a:cubicBezTo>
                    <a:pt x="2038" y="1149"/>
                    <a:pt x="2021" y="1123"/>
                    <a:pt x="2021" y="1123"/>
                  </a:cubicBezTo>
                  <a:cubicBezTo>
                    <a:pt x="2021" y="1123"/>
                    <a:pt x="2008" y="1121"/>
                    <a:pt x="2002" y="1104"/>
                  </a:cubicBezTo>
                  <a:cubicBezTo>
                    <a:pt x="1997" y="1086"/>
                    <a:pt x="1980" y="1072"/>
                    <a:pt x="1980" y="1072"/>
                  </a:cubicBezTo>
                  <a:cubicBezTo>
                    <a:pt x="1977" y="1042"/>
                    <a:pt x="2017" y="1063"/>
                    <a:pt x="2014" y="1044"/>
                  </a:cubicBezTo>
                  <a:cubicBezTo>
                    <a:pt x="2010" y="1025"/>
                    <a:pt x="1986" y="1025"/>
                    <a:pt x="1986" y="1025"/>
                  </a:cubicBezTo>
                  <a:cubicBezTo>
                    <a:pt x="1973" y="1035"/>
                    <a:pt x="1968" y="1033"/>
                    <a:pt x="1968" y="1033"/>
                  </a:cubicBezTo>
                  <a:cubicBezTo>
                    <a:pt x="1933" y="1013"/>
                    <a:pt x="1944" y="1019"/>
                    <a:pt x="1973" y="986"/>
                  </a:cubicBezTo>
                  <a:cubicBezTo>
                    <a:pt x="2000" y="953"/>
                    <a:pt x="1995" y="1009"/>
                    <a:pt x="1995" y="1009"/>
                  </a:cubicBezTo>
                  <a:cubicBezTo>
                    <a:pt x="1996" y="1003"/>
                    <a:pt x="2049" y="971"/>
                    <a:pt x="2043" y="1003"/>
                  </a:cubicBezTo>
                  <a:cubicBezTo>
                    <a:pt x="2038" y="1035"/>
                    <a:pt x="2069" y="1030"/>
                    <a:pt x="2069" y="1030"/>
                  </a:cubicBezTo>
                  <a:cubicBezTo>
                    <a:pt x="2073" y="1099"/>
                    <a:pt x="2072" y="1090"/>
                    <a:pt x="2102" y="1074"/>
                  </a:cubicBezTo>
                  <a:cubicBezTo>
                    <a:pt x="2132" y="1059"/>
                    <a:pt x="2112" y="1036"/>
                    <a:pt x="2090" y="1012"/>
                  </a:cubicBezTo>
                  <a:cubicBezTo>
                    <a:pt x="2068" y="988"/>
                    <a:pt x="2086" y="1001"/>
                    <a:pt x="2105" y="961"/>
                  </a:cubicBezTo>
                  <a:cubicBezTo>
                    <a:pt x="2123" y="922"/>
                    <a:pt x="2143" y="945"/>
                    <a:pt x="2143" y="945"/>
                  </a:cubicBezTo>
                  <a:cubicBezTo>
                    <a:pt x="2210" y="886"/>
                    <a:pt x="2219" y="827"/>
                    <a:pt x="2219" y="827"/>
                  </a:cubicBezTo>
                  <a:cubicBezTo>
                    <a:pt x="2208" y="772"/>
                    <a:pt x="2208" y="772"/>
                    <a:pt x="2208" y="772"/>
                  </a:cubicBezTo>
                  <a:cubicBezTo>
                    <a:pt x="2208" y="772"/>
                    <a:pt x="2215" y="743"/>
                    <a:pt x="2196" y="724"/>
                  </a:cubicBezTo>
                  <a:cubicBezTo>
                    <a:pt x="2177" y="705"/>
                    <a:pt x="2184" y="721"/>
                    <a:pt x="2164" y="722"/>
                  </a:cubicBezTo>
                  <a:cubicBezTo>
                    <a:pt x="2144" y="722"/>
                    <a:pt x="2118" y="700"/>
                    <a:pt x="2118" y="700"/>
                  </a:cubicBezTo>
                  <a:cubicBezTo>
                    <a:pt x="2200" y="597"/>
                    <a:pt x="2200" y="597"/>
                    <a:pt x="2200" y="597"/>
                  </a:cubicBezTo>
                  <a:cubicBezTo>
                    <a:pt x="2200" y="597"/>
                    <a:pt x="2259" y="612"/>
                    <a:pt x="2271" y="602"/>
                  </a:cubicBezTo>
                  <a:cubicBezTo>
                    <a:pt x="2283" y="592"/>
                    <a:pt x="2314" y="600"/>
                    <a:pt x="2314" y="600"/>
                  </a:cubicBezTo>
                  <a:cubicBezTo>
                    <a:pt x="2314" y="600"/>
                    <a:pt x="2292" y="608"/>
                    <a:pt x="2339" y="610"/>
                  </a:cubicBezTo>
                  <a:cubicBezTo>
                    <a:pt x="2386" y="611"/>
                    <a:pt x="2355" y="594"/>
                    <a:pt x="2355" y="594"/>
                  </a:cubicBezTo>
                  <a:cubicBezTo>
                    <a:pt x="2357" y="540"/>
                    <a:pt x="2414" y="528"/>
                    <a:pt x="2414" y="539"/>
                  </a:cubicBezTo>
                  <a:cubicBezTo>
                    <a:pt x="2414" y="550"/>
                    <a:pt x="2406" y="569"/>
                    <a:pt x="2420" y="568"/>
                  </a:cubicBezTo>
                  <a:cubicBezTo>
                    <a:pt x="2435" y="568"/>
                    <a:pt x="2464" y="518"/>
                    <a:pt x="2465" y="537"/>
                  </a:cubicBezTo>
                  <a:cubicBezTo>
                    <a:pt x="2466" y="556"/>
                    <a:pt x="2448" y="566"/>
                    <a:pt x="2425" y="603"/>
                  </a:cubicBezTo>
                  <a:cubicBezTo>
                    <a:pt x="2401" y="641"/>
                    <a:pt x="2380" y="635"/>
                    <a:pt x="2384" y="666"/>
                  </a:cubicBezTo>
                  <a:cubicBezTo>
                    <a:pt x="2388" y="697"/>
                    <a:pt x="2425" y="769"/>
                    <a:pt x="2428" y="782"/>
                  </a:cubicBezTo>
                  <a:cubicBezTo>
                    <a:pt x="2430" y="795"/>
                    <a:pt x="2458" y="797"/>
                    <a:pt x="2453" y="766"/>
                  </a:cubicBezTo>
                  <a:cubicBezTo>
                    <a:pt x="2449" y="735"/>
                    <a:pt x="2465" y="736"/>
                    <a:pt x="2465" y="736"/>
                  </a:cubicBezTo>
                  <a:cubicBezTo>
                    <a:pt x="2456" y="710"/>
                    <a:pt x="2484" y="701"/>
                    <a:pt x="2484" y="701"/>
                  </a:cubicBezTo>
                  <a:cubicBezTo>
                    <a:pt x="2484" y="701"/>
                    <a:pt x="2462" y="692"/>
                    <a:pt x="2474" y="674"/>
                  </a:cubicBezTo>
                  <a:cubicBezTo>
                    <a:pt x="2486" y="655"/>
                    <a:pt x="2485" y="635"/>
                    <a:pt x="2476" y="636"/>
                  </a:cubicBezTo>
                  <a:cubicBezTo>
                    <a:pt x="2468" y="636"/>
                    <a:pt x="2455" y="600"/>
                    <a:pt x="2476" y="586"/>
                  </a:cubicBezTo>
                  <a:cubicBezTo>
                    <a:pt x="2496" y="571"/>
                    <a:pt x="2509" y="587"/>
                    <a:pt x="2509" y="587"/>
                  </a:cubicBezTo>
                  <a:cubicBezTo>
                    <a:pt x="2509" y="587"/>
                    <a:pt x="2516" y="571"/>
                    <a:pt x="2528" y="569"/>
                  </a:cubicBezTo>
                  <a:cubicBezTo>
                    <a:pt x="2541" y="568"/>
                    <a:pt x="2560" y="585"/>
                    <a:pt x="2560" y="585"/>
                  </a:cubicBezTo>
                  <a:cubicBezTo>
                    <a:pt x="2560" y="571"/>
                    <a:pt x="2606" y="514"/>
                    <a:pt x="2633" y="518"/>
                  </a:cubicBezTo>
                  <a:cubicBezTo>
                    <a:pt x="2659" y="523"/>
                    <a:pt x="2667" y="559"/>
                    <a:pt x="2662" y="523"/>
                  </a:cubicBezTo>
                  <a:cubicBezTo>
                    <a:pt x="2658" y="488"/>
                    <a:pt x="2626" y="468"/>
                    <a:pt x="2626" y="468"/>
                  </a:cubicBezTo>
                  <a:cubicBezTo>
                    <a:pt x="2642" y="463"/>
                    <a:pt x="2656" y="464"/>
                    <a:pt x="2658" y="449"/>
                  </a:cubicBezTo>
                  <a:cubicBezTo>
                    <a:pt x="2659" y="434"/>
                    <a:pt x="2635" y="417"/>
                    <a:pt x="2650" y="419"/>
                  </a:cubicBezTo>
                  <a:cubicBezTo>
                    <a:pt x="2665" y="422"/>
                    <a:pt x="2668" y="444"/>
                    <a:pt x="2673" y="444"/>
                  </a:cubicBezTo>
                  <a:cubicBezTo>
                    <a:pt x="2678" y="444"/>
                    <a:pt x="2672" y="425"/>
                    <a:pt x="2718" y="460"/>
                  </a:cubicBezTo>
                  <a:cubicBezTo>
                    <a:pt x="2764" y="496"/>
                    <a:pt x="2738" y="463"/>
                    <a:pt x="2752" y="442"/>
                  </a:cubicBezTo>
                  <a:cubicBezTo>
                    <a:pt x="2766" y="422"/>
                    <a:pt x="2794" y="441"/>
                    <a:pt x="2762" y="417"/>
                  </a:cubicBezTo>
                  <a:close/>
                  <a:moveTo>
                    <a:pt x="850" y="1380"/>
                  </a:moveTo>
                  <a:cubicBezTo>
                    <a:pt x="850" y="1380"/>
                    <a:pt x="852" y="1344"/>
                    <a:pt x="815" y="1329"/>
                  </a:cubicBezTo>
                  <a:cubicBezTo>
                    <a:pt x="815" y="1329"/>
                    <a:pt x="825" y="1293"/>
                    <a:pt x="792" y="1260"/>
                  </a:cubicBezTo>
                  <a:cubicBezTo>
                    <a:pt x="792" y="1260"/>
                    <a:pt x="735" y="1133"/>
                    <a:pt x="702" y="1134"/>
                  </a:cubicBezTo>
                  <a:cubicBezTo>
                    <a:pt x="657" y="1134"/>
                    <a:pt x="595" y="1112"/>
                    <a:pt x="595" y="1112"/>
                  </a:cubicBezTo>
                  <a:cubicBezTo>
                    <a:pt x="595" y="1112"/>
                    <a:pt x="557" y="1096"/>
                    <a:pt x="562" y="1133"/>
                  </a:cubicBezTo>
                  <a:cubicBezTo>
                    <a:pt x="566" y="1170"/>
                    <a:pt x="494" y="1127"/>
                    <a:pt x="494" y="1127"/>
                  </a:cubicBezTo>
                  <a:cubicBezTo>
                    <a:pt x="494" y="1127"/>
                    <a:pt x="485" y="1105"/>
                    <a:pt x="452" y="1105"/>
                  </a:cubicBezTo>
                  <a:cubicBezTo>
                    <a:pt x="420" y="1105"/>
                    <a:pt x="416" y="1095"/>
                    <a:pt x="416" y="1095"/>
                  </a:cubicBezTo>
                  <a:cubicBezTo>
                    <a:pt x="416" y="1095"/>
                    <a:pt x="419" y="1085"/>
                    <a:pt x="426" y="1058"/>
                  </a:cubicBezTo>
                  <a:cubicBezTo>
                    <a:pt x="434" y="1030"/>
                    <a:pt x="395" y="1040"/>
                    <a:pt x="395" y="1040"/>
                  </a:cubicBezTo>
                  <a:cubicBezTo>
                    <a:pt x="254" y="1044"/>
                    <a:pt x="287" y="1063"/>
                    <a:pt x="253" y="1070"/>
                  </a:cubicBezTo>
                  <a:cubicBezTo>
                    <a:pt x="226" y="1075"/>
                    <a:pt x="203" y="1065"/>
                    <a:pt x="195" y="1061"/>
                  </a:cubicBezTo>
                  <a:cubicBezTo>
                    <a:pt x="195" y="1060"/>
                    <a:pt x="225" y="1040"/>
                    <a:pt x="244" y="1044"/>
                  </a:cubicBezTo>
                  <a:cubicBezTo>
                    <a:pt x="264" y="1049"/>
                    <a:pt x="279" y="1016"/>
                    <a:pt x="276" y="1004"/>
                  </a:cubicBezTo>
                  <a:cubicBezTo>
                    <a:pt x="274" y="992"/>
                    <a:pt x="286" y="975"/>
                    <a:pt x="298" y="974"/>
                  </a:cubicBezTo>
                  <a:cubicBezTo>
                    <a:pt x="309" y="972"/>
                    <a:pt x="324" y="957"/>
                    <a:pt x="324" y="957"/>
                  </a:cubicBezTo>
                  <a:cubicBezTo>
                    <a:pt x="325" y="932"/>
                    <a:pt x="325" y="932"/>
                    <a:pt x="325" y="932"/>
                  </a:cubicBezTo>
                  <a:cubicBezTo>
                    <a:pt x="343" y="926"/>
                    <a:pt x="365" y="935"/>
                    <a:pt x="369" y="935"/>
                  </a:cubicBezTo>
                  <a:cubicBezTo>
                    <a:pt x="391" y="935"/>
                    <a:pt x="415" y="905"/>
                    <a:pt x="417" y="915"/>
                  </a:cubicBezTo>
                  <a:cubicBezTo>
                    <a:pt x="420" y="926"/>
                    <a:pt x="439" y="955"/>
                    <a:pt x="472" y="973"/>
                  </a:cubicBezTo>
                  <a:cubicBezTo>
                    <a:pt x="504" y="991"/>
                    <a:pt x="503" y="1006"/>
                    <a:pt x="495" y="1013"/>
                  </a:cubicBezTo>
                  <a:cubicBezTo>
                    <a:pt x="487" y="1021"/>
                    <a:pt x="449" y="1024"/>
                    <a:pt x="449" y="1024"/>
                  </a:cubicBezTo>
                  <a:cubicBezTo>
                    <a:pt x="492" y="1049"/>
                    <a:pt x="492" y="1049"/>
                    <a:pt x="492" y="1049"/>
                  </a:cubicBezTo>
                  <a:cubicBezTo>
                    <a:pt x="492" y="1049"/>
                    <a:pt x="490" y="1027"/>
                    <a:pt x="499" y="1027"/>
                  </a:cubicBezTo>
                  <a:cubicBezTo>
                    <a:pt x="508" y="1027"/>
                    <a:pt x="524" y="998"/>
                    <a:pt x="524" y="998"/>
                  </a:cubicBezTo>
                  <a:cubicBezTo>
                    <a:pt x="524" y="998"/>
                    <a:pt x="504" y="988"/>
                    <a:pt x="514" y="983"/>
                  </a:cubicBezTo>
                  <a:cubicBezTo>
                    <a:pt x="524" y="977"/>
                    <a:pt x="536" y="991"/>
                    <a:pt x="536" y="991"/>
                  </a:cubicBezTo>
                  <a:cubicBezTo>
                    <a:pt x="536" y="968"/>
                    <a:pt x="501" y="961"/>
                    <a:pt x="501" y="961"/>
                  </a:cubicBezTo>
                  <a:cubicBezTo>
                    <a:pt x="504" y="951"/>
                    <a:pt x="504" y="951"/>
                    <a:pt x="504" y="951"/>
                  </a:cubicBezTo>
                  <a:cubicBezTo>
                    <a:pt x="504" y="951"/>
                    <a:pt x="499" y="956"/>
                    <a:pt x="490" y="954"/>
                  </a:cubicBezTo>
                  <a:cubicBezTo>
                    <a:pt x="481" y="951"/>
                    <a:pt x="460" y="918"/>
                    <a:pt x="454" y="904"/>
                  </a:cubicBezTo>
                  <a:cubicBezTo>
                    <a:pt x="448" y="889"/>
                    <a:pt x="484" y="892"/>
                    <a:pt x="484" y="892"/>
                  </a:cubicBezTo>
                  <a:cubicBezTo>
                    <a:pt x="488" y="925"/>
                    <a:pt x="546" y="951"/>
                    <a:pt x="546" y="951"/>
                  </a:cubicBezTo>
                  <a:cubicBezTo>
                    <a:pt x="545" y="970"/>
                    <a:pt x="552" y="986"/>
                    <a:pt x="552" y="986"/>
                  </a:cubicBezTo>
                  <a:cubicBezTo>
                    <a:pt x="582" y="1013"/>
                    <a:pt x="581" y="1035"/>
                    <a:pt x="581" y="1035"/>
                  </a:cubicBezTo>
                  <a:cubicBezTo>
                    <a:pt x="614" y="1061"/>
                    <a:pt x="608" y="1028"/>
                    <a:pt x="608" y="1028"/>
                  </a:cubicBezTo>
                  <a:cubicBezTo>
                    <a:pt x="619" y="1032"/>
                    <a:pt x="636" y="1029"/>
                    <a:pt x="636" y="1029"/>
                  </a:cubicBezTo>
                  <a:cubicBezTo>
                    <a:pt x="628" y="1031"/>
                    <a:pt x="583" y="983"/>
                    <a:pt x="605" y="990"/>
                  </a:cubicBezTo>
                  <a:cubicBezTo>
                    <a:pt x="626" y="997"/>
                    <a:pt x="616" y="974"/>
                    <a:pt x="616" y="974"/>
                  </a:cubicBezTo>
                  <a:cubicBezTo>
                    <a:pt x="643" y="977"/>
                    <a:pt x="648" y="990"/>
                    <a:pt x="648" y="990"/>
                  </a:cubicBezTo>
                  <a:cubicBezTo>
                    <a:pt x="661" y="1050"/>
                    <a:pt x="689" y="1059"/>
                    <a:pt x="700" y="1057"/>
                  </a:cubicBezTo>
                  <a:cubicBezTo>
                    <a:pt x="711" y="1055"/>
                    <a:pt x="718" y="1038"/>
                    <a:pt x="718" y="1038"/>
                  </a:cubicBezTo>
                  <a:cubicBezTo>
                    <a:pt x="718" y="1038"/>
                    <a:pt x="724" y="1060"/>
                    <a:pt x="748" y="1056"/>
                  </a:cubicBezTo>
                  <a:cubicBezTo>
                    <a:pt x="772" y="1052"/>
                    <a:pt x="780" y="1043"/>
                    <a:pt x="780" y="1043"/>
                  </a:cubicBezTo>
                  <a:cubicBezTo>
                    <a:pt x="780" y="1043"/>
                    <a:pt x="804" y="1070"/>
                    <a:pt x="787" y="1082"/>
                  </a:cubicBezTo>
                  <a:cubicBezTo>
                    <a:pt x="770" y="1095"/>
                    <a:pt x="779" y="1120"/>
                    <a:pt x="764" y="1131"/>
                  </a:cubicBezTo>
                  <a:cubicBezTo>
                    <a:pt x="749" y="1142"/>
                    <a:pt x="714" y="1138"/>
                    <a:pt x="714" y="1138"/>
                  </a:cubicBezTo>
                  <a:cubicBezTo>
                    <a:pt x="735" y="1149"/>
                    <a:pt x="760" y="1197"/>
                    <a:pt x="760" y="1197"/>
                  </a:cubicBezTo>
                  <a:cubicBezTo>
                    <a:pt x="767" y="1183"/>
                    <a:pt x="777" y="1193"/>
                    <a:pt x="777" y="1193"/>
                  </a:cubicBezTo>
                  <a:cubicBezTo>
                    <a:pt x="777" y="1193"/>
                    <a:pt x="819" y="1236"/>
                    <a:pt x="813" y="1248"/>
                  </a:cubicBezTo>
                  <a:cubicBezTo>
                    <a:pt x="813" y="1248"/>
                    <a:pt x="840" y="1260"/>
                    <a:pt x="841" y="1299"/>
                  </a:cubicBezTo>
                  <a:cubicBezTo>
                    <a:pt x="841" y="1299"/>
                    <a:pt x="873" y="1317"/>
                    <a:pt x="890" y="1360"/>
                  </a:cubicBezTo>
                  <a:cubicBezTo>
                    <a:pt x="907" y="1404"/>
                    <a:pt x="910" y="1429"/>
                    <a:pt x="911" y="1431"/>
                  </a:cubicBezTo>
                  <a:cubicBezTo>
                    <a:pt x="898" y="1413"/>
                    <a:pt x="877" y="1392"/>
                    <a:pt x="850" y="13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2160588" y="3625851"/>
              <a:ext cx="111125" cy="190500"/>
            </a:xfrm>
            <a:custGeom>
              <a:avLst/>
              <a:gdLst/>
              <a:ahLst/>
              <a:cxnLst/>
              <a:rect l="l" t="t" r="r" b="b"/>
              <a:pathLst>
                <a:path w="111" h="191" extrusionOk="0">
                  <a:moveTo>
                    <a:pt x="20" y="64"/>
                  </a:moveTo>
                  <a:cubicBezTo>
                    <a:pt x="15" y="82"/>
                    <a:pt x="23" y="91"/>
                    <a:pt x="23" y="91"/>
                  </a:cubicBezTo>
                  <a:cubicBezTo>
                    <a:pt x="51" y="87"/>
                    <a:pt x="44" y="105"/>
                    <a:pt x="44" y="105"/>
                  </a:cubicBezTo>
                  <a:cubicBezTo>
                    <a:pt x="44" y="105"/>
                    <a:pt x="53" y="116"/>
                    <a:pt x="43" y="117"/>
                  </a:cubicBezTo>
                  <a:cubicBezTo>
                    <a:pt x="34" y="117"/>
                    <a:pt x="29" y="123"/>
                    <a:pt x="31" y="136"/>
                  </a:cubicBezTo>
                  <a:cubicBezTo>
                    <a:pt x="33" y="148"/>
                    <a:pt x="17" y="136"/>
                    <a:pt x="18" y="146"/>
                  </a:cubicBezTo>
                  <a:cubicBezTo>
                    <a:pt x="18" y="156"/>
                    <a:pt x="33" y="163"/>
                    <a:pt x="30" y="163"/>
                  </a:cubicBezTo>
                  <a:cubicBezTo>
                    <a:pt x="27" y="163"/>
                    <a:pt x="2" y="191"/>
                    <a:pt x="2" y="191"/>
                  </a:cubicBezTo>
                  <a:cubicBezTo>
                    <a:pt x="28" y="174"/>
                    <a:pt x="93" y="173"/>
                    <a:pt x="93" y="173"/>
                  </a:cubicBezTo>
                  <a:cubicBezTo>
                    <a:pt x="111" y="172"/>
                    <a:pt x="103" y="167"/>
                    <a:pt x="103" y="167"/>
                  </a:cubicBezTo>
                  <a:cubicBezTo>
                    <a:pt x="98" y="159"/>
                    <a:pt x="98" y="159"/>
                    <a:pt x="98" y="159"/>
                  </a:cubicBezTo>
                  <a:cubicBezTo>
                    <a:pt x="104" y="144"/>
                    <a:pt x="108" y="129"/>
                    <a:pt x="108" y="129"/>
                  </a:cubicBezTo>
                  <a:cubicBezTo>
                    <a:pt x="88" y="129"/>
                    <a:pt x="88" y="129"/>
                    <a:pt x="88" y="129"/>
                  </a:cubicBezTo>
                  <a:cubicBezTo>
                    <a:pt x="89" y="115"/>
                    <a:pt x="83" y="101"/>
                    <a:pt x="72" y="94"/>
                  </a:cubicBezTo>
                  <a:cubicBezTo>
                    <a:pt x="61" y="87"/>
                    <a:pt x="58" y="65"/>
                    <a:pt x="58" y="65"/>
                  </a:cubicBezTo>
                  <a:cubicBezTo>
                    <a:pt x="58" y="65"/>
                    <a:pt x="40" y="72"/>
                    <a:pt x="47" y="58"/>
                  </a:cubicBezTo>
                  <a:cubicBezTo>
                    <a:pt x="53" y="44"/>
                    <a:pt x="65" y="27"/>
                    <a:pt x="58" y="26"/>
                  </a:cubicBezTo>
                  <a:cubicBezTo>
                    <a:pt x="50" y="25"/>
                    <a:pt x="20" y="41"/>
                    <a:pt x="33" y="24"/>
                  </a:cubicBezTo>
                  <a:cubicBezTo>
                    <a:pt x="46" y="8"/>
                    <a:pt x="39" y="0"/>
                    <a:pt x="39" y="0"/>
                  </a:cubicBezTo>
                  <a:cubicBezTo>
                    <a:pt x="9" y="4"/>
                    <a:pt x="12" y="20"/>
                    <a:pt x="6" y="41"/>
                  </a:cubicBezTo>
                  <a:cubicBezTo>
                    <a:pt x="0" y="62"/>
                    <a:pt x="25" y="46"/>
                    <a:pt x="20" y="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2101850" y="3700463"/>
              <a:ext cx="69850" cy="96838"/>
            </a:xfrm>
            <a:custGeom>
              <a:avLst/>
              <a:gdLst/>
              <a:ahLst/>
              <a:cxnLst/>
              <a:rect l="l" t="t" r="r" b="b"/>
              <a:pathLst>
                <a:path w="70" h="98" extrusionOk="0">
                  <a:moveTo>
                    <a:pt x="20" y="58"/>
                  </a:moveTo>
                  <a:cubicBezTo>
                    <a:pt x="9" y="80"/>
                    <a:pt x="0" y="77"/>
                    <a:pt x="12" y="87"/>
                  </a:cubicBezTo>
                  <a:cubicBezTo>
                    <a:pt x="25" y="98"/>
                    <a:pt x="17" y="79"/>
                    <a:pt x="39" y="75"/>
                  </a:cubicBezTo>
                  <a:cubicBezTo>
                    <a:pt x="60" y="71"/>
                    <a:pt x="54" y="37"/>
                    <a:pt x="54" y="37"/>
                  </a:cubicBezTo>
                  <a:cubicBezTo>
                    <a:pt x="70" y="22"/>
                    <a:pt x="67" y="17"/>
                    <a:pt x="56" y="9"/>
                  </a:cubicBezTo>
                  <a:cubicBezTo>
                    <a:pt x="46" y="0"/>
                    <a:pt x="30" y="3"/>
                    <a:pt x="31" y="16"/>
                  </a:cubicBezTo>
                  <a:cubicBezTo>
                    <a:pt x="33" y="28"/>
                    <a:pt x="41" y="30"/>
                    <a:pt x="24" y="31"/>
                  </a:cubicBezTo>
                  <a:cubicBezTo>
                    <a:pt x="7" y="32"/>
                    <a:pt x="2" y="36"/>
                    <a:pt x="8" y="48"/>
                  </a:cubicBezTo>
                  <a:cubicBezTo>
                    <a:pt x="13" y="60"/>
                    <a:pt x="31" y="35"/>
                    <a:pt x="2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1924050" y="3424238"/>
              <a:ext cx="144463" cy="90488"/>
            </a:xfrm>
            <a:custGeom>
              <a:avLst/>
              <a:gdLst/>
              <a:ahLst/>
              <a:cxnLst/>
              <a:rect l="l" t="t" r="r" b="b"/>
              <a:pathLst>
                <a:path w="145" h="91" extrusionOk="0">
                  <a:moveTo>
                    <a:pt x="118" y="65"/>
                  </a:moveTo>
                  <a:cubicBezTo>
                    <a:pt x="132" y="50"/>
                    <a:pt x="129" y="67"/>
                    <a:pt x="136" y="50"/>
                  </a:cubicBezTo>
                  <a:cubicBezTo>
                    <a:pt x="143" y="33"/>
                    <a:pt x="145" y="6"/>
                    <a:pt x="113" y="9"/>
                  </a:cubicBezTo>
                  <a:cubicBezTo>
                    <a:pt x="82" y="12"/>
                    <a:pt x="99" y="11"/>
                    <a:pt x="80" y="15"/>
                  </a:cubicBezTo>
                  <a:cubicBezTo>
                    <a:pt x="60" y="20"/>
                    <a:pt x="57" y="33"/>
                    <a:pt x="47" y="27"/>
                  </a:cubicBezTo>
                  <a:cubicBezTo>
                    <a:pt x="38" y="21"/>
                    <a:pt x="52" y="13"/>
                    <a:pt x="35" y="1"/>
                  </a:cubicBezTo>
                  <a:cubicBezTo>
                    <a:pt x="35" y="1"/>
                    <a:pt x="14" y="0"/>
                    <a:pt x="31" y="21"/>
                  </a:cubicBezTo>
                  <a:cubicBezTo>
                    <a:pt x="31" y="21"/>
                    <a:pt x="14" y="13"/>
                    <a:pt x="7" y="26"/>
                  </a:cubicBezTo>
                  <a:cubicBezTo>
                    <a:pt x="0" y="40"/>
                    <a:pt x="35" y="24"/>
                    <a:pt x="35" y="37"/>
                  </a:cubicBezTo>
                  <a:cubicBezTo>
                    <a:pt x="35" y="51"/>
                    <a:pt x="16" y="50"/>
                    <a:pt x="16" y="50"/>
                  </a:cubicBezTo>
                  <a:cubicBezTo>
                    <a:pt x="16" y="50"/>
                    <a:pt x="48" y="60"/>
                    <a:pt x="31" y="70"/>
                  </a:cubicBezTo>
                  <a:cubicBezTo>
                    <a:pt x="14" y="79"/>
                    <a:pt x="29" y="78"/>
                    <a:pt x="40" y="78"/>
                  </a:cubicBezTo>
                  <a:cubicBezTo>
                    <a:pt x="51" y="78"/>
                    <a:pt x="58" y="88"/>
                    <a:pt x="73" y="89"/>
                  </a:cubicBezTo>
                  <a:cubicBezTo>
                    <a:pt x="88" y="91"/>
                    <a:pt x="104" y="81"/>
                    <a:pt x="118" y="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3424238" y="4486276"/>
              <a:ext cx="38100" cy="53975"/>
            </a:xfrm>
            <a:custGeom>
              <a:avLst/>
              <a:gdLst/>
              <a:ahLst/>
              <a:cxnLst/>
              <a:rect l="l" t="t" r="r" b="b"/>
              <a:pathLst>
                <a:path w="37" h="54" extrusionOk="0">
                  <a:moveTo>
                    <a:pt x="12" y="0"/>
                  </a:moveTo>
                  <a:cubicBezTo>
                    <a:pt x="12" y="0"/>
                    <a:pt x="0" y="7"/>
                    <a:pt x="3" y="30"/>
                  </a:cubicBezTo>
                  <a:cubicBezTo>
                    <a:pt x="6" y="53"/>
                    <a:pt x="20" y="54"/>
                    <a:pt x="27" y="52"/>
                  </a:cubicBezTo>
                  <a:cubicBezTo>
                    <a:pt x="34" y="50"/>
                    <a:pt x="37" y="40"/>
                    <a:pt x="33" y="26"/>
                  </a:cubicBezTo>
                  <a:cubicBezTo>
                    <a:pt x="29" y="13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3665538" y="4548188"/>
              <a:ext cx="200025" cy="190500"/>
            </a:xfrm>
            <a:custGeom>
              <a:avLst/>
              <a:gdLst/>
              <a:ahLst/>
              <a:cxnLst/>
              <a:rect l="l" t="t" r="r" b="b"/>
              <a:pathLst>
                <a:path w="200" h="191" extrusionOk="0">
                  <a:moveTo>
                    <a:pt x="135" y="88"/>
                  </a:moveTo>
                  <a:cubicBezTo>
                    <a:pt x="129" y="65"/>
                    <a:pt x="25" y="2"/>
                    <a:pt x="0" y="0"/>
                  </a:cubicBezTo>
                  <a:cubicBezTo>
                    <a:pt x="0" y="0"/>
                    <a:pt x="68" y="53"/>
                    <a:pt x="79" y="78"/>
                  </a:cubicBezTo>
                  <a:cubicBezTo>
                    <a:pt x="94" y="114"/>
                    <a:pt x="151" y="179"/>
                    <a:pt x="172" y="178"/>
                  </a:cubicBezTo>
                  <a:cubicBezTo>
                    <a:pt x="192" y="177"/>
                    <a:pt x="200" y="191"/>
                    <a:pt x="186" y="132"/>
                  </a:cubicBezTo>
                  <a:cubicBezTo>
                    <a:pt x="186" y="132"/>
                    <a:pt x="141" y="111"/>
                    <a:pt x="13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3856038" y="4725988"/>
              <a:ext cx="165100" cy="50800"/>
            </a:xfrm>
            <a:custGeom>
              <a:avLst/>
              <a:gdLst/>
              <a:ahLst/>
              <a:cxnLst/>
              <a:rect l="l" t="t" r="r" b="b"/>
              <a:pathLst>
                <a:path w="165" h="52" extrusionOk="0">
                  <a:moveTo>
                    <a:pt x="163" y="43"/>
                  </a:moveTo>
                  <a:cubicBezTo>
                    <a:pt x="161" y="43"/>
                    <a:pt x="138" y="37"/>
                    <a:pt x="116" y="26"/>
                  </a:cubicBezTo>
                  <a:cubicBezTo>
                    <a:pt x="94" y="15"/>
                    <a:pt x="87" y="18"/>
                    <a:pt x="72" y="19"/>
                  </a:cubicBezTo>
                  <a:cubicBezTo>
                    <a:pt x="56" y="20"/>
                    <a:pt x="43" y="14"/>
                    <a:pt x="35" y="7"/>
                  </a:cubicBezTo>
                  <a:cubicBezTo>
                    <a:pt x="28" y="0"/>
                    <a:pt x="0" y="4"/>
                    <a:pt x="7" y="15"/>
                  </a:cubicBezTo>
                  <a:cubicBezTo>
                    <a:pt x="7" y="15"/>
                    <a:pt x="27" y="37"/>
                    <a:pt x="64" y="38"/>
                  </a:cubicBezTo>
                  <a:cubicBezTo>
                    <a:pt x="101" y="38"/>
                    <a:pt x="117" y="52"/>
                    <a:pt x="138" y="49"/>
                  </a:cubicBezTo>
                  <a:cubicBezTo>
                    <a:pt x="159" y="46"/>
                    <a:pt x="165" y="43"/>
                    <a:pt x="163" y="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3878263" y="4530726"/>
              <a:ext cx="171450" cy="168275"/>
            </a:xfrm>
            <a:custGeom>
              <a:avLst/>
              <a:gdLst/>
              <a:ahLst/>
              <a:cxnLst/>
              <a:rect l="l" t="t" r="r" b="b"/>
              <a:pathLst>
                <a:path w="171" h="169" extrusionOk="0">
                  <a:moveTo>
                    <a:pt x="159" y="83"/>
                  </a:moveTo>
                  <a:cubicBezTo>
                    <a:pt x="148" y="83"/>
                    <a:pt x="126" y="61"/>
                    <a:pt x="127" y="51"/>
                  </a:cubicBezTo>
                  <a:cubicBezTo>
                    <a:pt x="128" y="40"/>
                    <a:pt x="153" y="38"/>
                    <a:pt x="148" y="38"/>
                  </a:cubicBezTo>
                  <a:cubicBezTo>
                    <a:pt x="144" y="38"/>
                    <a:pt x="141" y="32"/>
                    <a:pt x="141" y="32"/>
                  </a:cubicBezTo>
                  <a:cubicBezTo>
                    <a:pt x="150" y="25"/>
                    <a:pt x="147" y="21"/>
                    <a:pt x="147" y="21"/>
                  </a:cubicBezTo>
                  <a:cubicBezTo>
                    <a:pt x="134" y="19"/>
                    <a:pt x="126" y="8"/>
                    <a:pt x="120" y="5"/>
                  </a:cubicBezTo>
                  <a:cubicBezTo>
                    <a:pt x="113" y="2"/>
                    <a:pt x="105" y="0"/>
                    <a:pt x="104" y="5"/>
                  </a:cubicBezTo>
                  <a:cubicBezTo>
                    <a:pt x="102" y="10"/>
                    <a:pt x="94" y="31"/>
                    <a:pt x="83" y="31"/>
                  </a:cubicBezTo>
                  <a:cubicBezTo>
                    <a:pt x="72" y="30"/>
                    <a:pt x="77" y="32"/>
                    <a:pt x="72" y="34"/>
                  </a:cubicBezTo>
                  <a:cubicBezTo>
                    <a:pt x="66" y="36"/>
                    <a:pt x="80" y="49"/>
                    <a:pt x="66" y="50"/>
                  </a:cubicBezTo>
                  <a:cubicBezTo>
                    <a:pt x="52" y="51"/>
                    <a:pt x="55" y="54"/>
                    <a:pt x="45" y="70"/>
                  </a:cubicBezTo>
                  <a:cubicBezTo>
                    <a:pt x="35" y="85"/>
                    <a:pt x="32" y="71"/>
                    <a:pt x="17" y="73"/>
                  </a:cubicBezTo>
                  <a:cubicBezTo>
                    <a:pt x="3" y="76"/>
                    <a:pt x="0" y="102"/>
                    <a:pt x="18" y="112"/>
                  </a:cubicBezTo>
                  <a:cubicBezTo>
                    <a:pt x="36" y="122"/>
                    <a:pt x="38" y="150"/>
                    <a:pt x="38" y="150"/>
                  </a:cubicBezTo>
                  <a:cubicBezTo>
                    <a:pt x="55" y="145"/>
                    <a:pt x="52" y="149"/>
                    <a:pt x="77" y="153"/>
                  </a:cubicBezTo>
                  <a:cubicBezTo>
                    <a:pt x="103" y="158"/>
                    <a:pt x="95" y="166"/>
                    <a:pt x="117" y="168"/>
                  </a:cubicBezTo>
                  <a:cubicBezTo>
                    <a:pt x="139" y="169"/>
                    <a:pt x="132" y="131"/>
                    <a:pt x="132" y="131"/>
                  </a:cubicBezTo>
                  <a:cubicBezTo>
                    <a:pt x="150" y="126"/>
                    <a:pt x="145" y="92"/>
                    <a:pt x="145" y="92"/>
                  </a:cubicBezTo>
                  <a:cubicBezTo>
                    <a:pt x="168" y="100"/>
                    <a:pt x="171" y="82"/>
                    <a:pt x="159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4044950" y="4600576"/>
              <a:ext cx="96838" cy="133350"/>
            </a:xfrm>
            <a:custGeom>
              <a:avLst/>
              <a:gdLst/>
              <a:ahLst/>
              <a:cxnLst/>
              <a:rect l="l" t="t" r="r" b="b"/>
              <a:pathLst>
                <a:path w="96" h="133" extrusionOk="0">
                  <a:moveTo>
                    <a:pt x="9" y="88"/>
                  </a:moveTo>
                  <a:cubicBezTo>
                    <a:pt x="18" y="89"/>
                    <a:pt x="17" y="90"/>
                    <a:pt x="22" y="109"/>
                  </a:cubicBezTo>
                  <a:cubicBezTo>
                    <a:pt x="26" y="128"/>
                    <a:pt x="32" y="127"/>
                    <a:pt x="32" y="127"/>
                  </a:cubicBezTo>
                  <a:cubicBezTo>
                    <a:pt x="40" y="127"/>
                    <a:pt x="37" y="119"/>
                    <a:pt x="37" y="119"/>
                  </a:cubicBezTo>
                  <a:cubicBezTo>
                    <a:pt x="33" y="101"/>
                    <a:pt x="27" y="82"/>
                    <a:pt x="37" y="85"/>
                  </a:cubicBezTo>
                  <a:cubicBezTo>
                    <a:pt x="46" y="88"/>
                    <a:pt x="51" y="104"/>
                    <a:pt x="66" y="118"/>
                  </a:cubicBezTo>
                  <a:cubicBezTo>
                    <a:pt x="82" y="133"/>
                    <a:pt x="79" y="116"/>
                    <a:pt x="78" y="110"/>
                  </a:cubicBezTo>
                  <a:cubicBezTo>
                    <a:pt x="77" y="104"/>
                    <a:pt x="72" y="102"/>
                    <a:pt x="72" y="102"/>
                  </a:cubicBezTo>
                  <a:cubicBezTo>
                    <a:pt x="60" y="102"/>
                    <a:pt x="69" y="86"/>
                    <a:pt x="61" y="85"/>
                  </a:cubicBezTo>
                  <a:cubicBezTo>
                    <a:pt x="52" y="85"/>
                    <a:pt x="48" y="70"/>
                    <a:pt x="48" y="70"/>
                  </a:cubicBezTo>
                  <a:cubicBezTo>
                    <a:pt x="48" y="70"/>
                    <a:pt x="42" y="60"/>
                    <a:pt x="54" y="57"/>
                  </a:cubicBezTo>
                  <a:cubicBezTo>
                    <a:pt x="65" y="54"/>
                    <a:pt x="70" y="46"/>
                    <a:pt x="70" y="46"/>
                  </a:cubicBezTo>
                  <a:cubicBezTo>
                    <a:pt x="55" y="39"/>
                    <a:pt x="44" y="48"/>
                    <a:pt x="36" y="48"/>
                  </a:cubicBezTo>
                  <a:cubicBezTo>
                    <a:pt x="28" y="47"/>
                    <a:pt x="21" y="68"/>
                    <a:pt x="20" y="46"/>
                  </a:cubicBezTo>
                  <a:cubicBezTo>
                    <a:pt x="19" y="24"/>
                    <a:pt x="41" y="33"/>
                    <a:pt x="58" y="33"/>
                  </a:cubicBezTo>
                  <a:cubicBezTo>
                    <a:pt x="76" y="32"/>
                    <a:pt x="79" y="28"/>
                    <a:pt x="88" y="20"/>
                  </a:cubicBezTo>
                  <a:cubicBezTo>
                    <a:pt x="96" y="12"/>
                    <a:pt x="84" y="0"/>
                    <a:pt x="81" y="9"/>
                  </a:cubicBezTo>
                  <a:cubicBezTo>
                    <a:pt x="79" y="18"/>
                    <a:pt x="72" y="19"/>
                    <a:pt x="58" y="21"/>
                  </a:cubicBezTo>
                  <a:cubicBezTo>
                    <a:pt x="44" y="23"/>
                    <a:pt x="50" y="19"/>
                    <a:pt x="30" y="16"/>
                  </a:cubicBezTo>
                  <a:cubicBezTo>
                    <a:pt x="10" y="14"/>
                    <a:pt x="10" y="31"/>
                    <a:pt x="12" y="40"/>
                  </a:cubicBezTo>
                  <a:cubicBezTo>
                    <a:pt x="13" y="49"/>
                    <a:pt x="8" y="41"/>
                    <a:pt x="10" y="51"/>
                  </a:cubicBezTo>
                  <a:cubicBezTo>
                    <a:pt x="13" y="61"/>
                    <a:pt x="14" y="66"/>
                    <a:pt x="8" y="75"/>
                  </a:cubicBezTo>
                  <a:cubicBezTo>
                    <a:pt x="2" y="84"/>
                    <a:pt x="0" y="87"/>
                    <a:pt x="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4024313" y="4760913"/>
              <a:ext cx="57150" cy="22225"/>
            </a:xfrm>
            <a:custGeom>
              <a:avLst/>
              <a:gdLst/>
              <a:ahLst/>
              <a:cxnLst/>
              <a:rect l="l" t="t" r="r" b="b"/>
              <a:pathLst>
                <a:path w="57" h="22" extrusionOk="0">
                  <a:moveTo>
                    <a:pt x="46" y="16"/>
                  </a:moveTo>
                  <a:cubicBezTo>
                    <a:pt x="57" y="15"/>
                    <a:pt x="52" y="6"/>
                    <a:pt x="36" y="8"/>
                  </a:cubicBezTo>
                  <a:cubicBezTo>
                    <a:pt x="20" y="10"/>
                    <a:pt x="14" y="0"/>
                    <a:pt x="0" y="16"/>
                  </a:cubicBezTo>
                  <a:cubicBezTo>
                    <a:pt x="0" y="16"/>
                    <a:pt x="3" y="22"/>
                    <a:pt x="15" y="22"/>
                  </a:cubicBezTo>
                  <a:cubicBezTo>
                    <a:pt x="27" y="21"/>
                    <a:pt x="35" y="16"/>
                    <a:pt x="4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4071938" y="4783138"/>
              <a:ext cx="39688" cy="25400"/>
            </a:xfrm>
            <a:custGeom>
              <a:avLst/>
              <a:gdLst/>
              <a:ahLst/>
              <a:cxnLst/>
              <a:rect l="l" t="t" r="r" b="b"/>
              <a:pathLst>
                <a:path w="39" h="26" extrusionOk="0">
                  <a:moveTo>
                    <a:pt x="10" y="4"/>
                  </a:moveTo>
                  <a:cubicBezTo>
                    <a:pt x="1" y="5"/>
                    <a:pt x="1" y="0"/>
                    <a:pt x="0" y="6"/>
                  </a:cubicBezTo>
                  <a:cubicBezTo>
                    <a:pt x="0" y="6"/>
                    <a:pt x="2" y="13"/>
                    <a:pt x="12" y="13"/>
                  </a:cubicBezTo>
                  <a:cubicBezTo>
                    <a:pt x="22" y="13"/>
                    <a:pt x="21" y="26"/>
                    <a:pt x="26" y="24"/>
                  </a:cubicBezTo>
                  <a:cubicBezTo>
                    <a:pt x="31" y="21"/>
                    <a:pt x="39" y="20"/>
                    <a:pt x="27" y="11"/>
                  </a:cubicBezTo>
                  <a:cubicBezTo>
                    <a:pt x="16" y="2"/>
                    <a:pt x="20" y="2"/>
                    <a:pt x="10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4141788" y="4770438"/>
              <a:ext cx="57150" cy="44450"/>
            </a:xfrm>
            <a:custGeom>
              <a:avLst/>
              <a:gdLst/>
              <a:ahLst/>
              <a:cxnLst/>
              <a:rect l="l" t="t" r="r" b="b"/>
              <a:pathLst>
                <a:path w="57" h="45" extrusionOk="0">
                  <a:moveTo>
                    <a:pt x="10" y="34"/>
                  </a:moveTo>
                  <a:cubicBezTo>
                    <a:pt x="14" y="34"/>
                    <a:pt x="26" y="29"/>
                    <a:pt x="29" y="19"/>
                  </a:cubicBezTo>
                  <a:cubicBezTo>
                    <a:pt x="31" y="8"/>
                    <a:pt x="46" y="17"/>
                    <a:pt x="54" y="7"/>
                  </a:cubicBezTo>
                  <a:cubicBezTo>
                    <a:pt x="54" y="7"/>
                    <a:pt x="57" y="0"/>
                    <a:pt x="41" y="1"/>
                  </a:cubicBezTo>
                  <a:cubicBezTo>
                    <a:pt x="24" y="1"/>
                    <a:pt x="25" y="6"/>
                    <a:pt x="20" y="17"/>
                  </a:cubicBezTo>
                  <a:cubicBezTo>
                    <a:pt x="14" y="27"/>
                    <a:pt x="9" y="12"/>
                    <a:pt x="0" y="45"/>
                  </a:cubicBezTo>
                  <a:cubicBezTo>
                    <a:pt x="0" y="45"/>
                    <a:pt x="5" y="35"/>
                    <a:pt x="10" y="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4202113" y="4643438"/>
              <a:ext cx="393700" cy="173038"/>
            </a:xfrm>
            <a:custGeom>
              <a:avLst/>
              <a:gdLst/>
              <a:ahLst/>
              <a:cxnLst/>
              <a:rect l="l" t="t" r="r" b="b"/>
              <a:pathLst>
                <a:path w="392" h="173" extrusionOk="0">
                  <a:moveTo>
                    <a:pt x="82" y="23"/>
                  </a:moveTo>
                  <a:cubicBezTo>
                    <a:pt x="77" y="1"/>
                    <a:pt x="78" y="0"/>
                    <a:pt x="52" y="0"/>
                  </a:cubicBezTo>
                  <a:cubicBezTo>
                    <a:pt x="25" y="1"/>
                    <a:pt x="0" y="7"/>
                    <a:pt x="27" y="16"/>
                  </a:cubicBezTo>
                  <a:cubicBezTo>
                    <a:pt x="53" y="25"/>
                    <a:pt x="41" y="35"/>
                    <a:pt x="54" y="40"/>
                  </a:cubicBezTo>
                  <a:cubicBezTo>
                    <a:pt x="67" y="44"/>
                    <a:pt x="69" y="62"/>
                    <a:pt x="71" y="62"/>
                  </a:cubicBezTo>
                  <a:cubicBezTo>
                    <a:pt x="73" y="62"/>
                    <a:pt x="78" y="51"/>
                    <a:pt x="78" y="51"/>
                  </a:cubicBezTo>
                  <a:cubicBezTo>
                    <a:pt x="88" y="58"/>
                    <a:pt x="104" y="69"/>
                    <a:pt x="127" y="70"/>
                  </a:cubicBezTo>
                  <a:cubicBezTo>
                    <a:pt x="149" y="72"/>
                    <a:pt x="172" y="95"/>
                    <a:pt x="176" y="110"/>
                  </a:cubicBezTo>
                  <a:cubicBezTo>
                    <a:pt x="180" y="126"/>
                    <a:pt x="144" y="104"/>
                    <a:pt x="156" y="120"/>
                  </a:cubicBezTo>
                  <a:cubicBezTo>
                    <a:pt x="168" y="136"/>
                    <a:pt x="181" y="120"/>
                    <a:pt x="193" y="121"/>
                  </a:cubicBezTo>
                  <a:cubicBezTo>
                    <a:pt x="205" y="123"/>
                    <a:pt x="217" y="142"/>
                    <a:pt x="217" y="142"/>
                  </a:cubicBezTo>
                  <a:cubicBezTo>
                    <a:pt x="217" y="142"/>
                    <a:pt x="245" y="149"/>
                    <a:pt x="247" y="136"/>
                  </a:cubicBezTo>
                  <a:cubicBezTo>
                    <a:pt x="249" y="123"/>
                    <a:pt x="253" y="102"/>
                    <a:pt x="284" y="122"/>
                  </a:cubicBezTo>
                  <a:cubicBezTo>
                    <a:pt x="315" y="142"/>
                    <a:pt x="323" y="160"/>
                    <a:pt x="347" y="159"/>
                  </a:cubicBezTo>
                  <a:cubicBezTo>
                    <a:pt x="372" y="158"/>
                    <a:pt x="392" y="173"/>
                    <a:pt x="316" y="118"/>
                  </a:cubicBezTo>
                  <a:cubicBezTo>
                    <a:pt x="241" y="64"/>
                    <a:pt x="298" y="56"/>
                    <a:pt x="186" y="34"/>
                  </a:cubicBezTo>
                  <a:cubicBezTo>
                    <a:pt x="181" y="27"/>
                    <a:pt x="161" y="31"/>
                    <a:pt x="143" y="23"/>
                  </a:cubicBezTo>
                  <a:cubicBezTo>
                    <a:pt x="124" y="16"/>
                    <a:pt x="113" y="27"/>
                    <a:pt x="107" y="37"/>
                  </a:cubicBezTo>
                  <a:cubicBezTo>
                    <a:pt x="100" y="48"/>
                    <a:pt x="88" y="46"/>
                    <a:pt x="82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4078288" y="4764088"/>
              <a:ext cx="79375" cy="19050"/>
            </a:xfrm>
            <a:custGeom>
              <a:avLst/>
              <a:gdLst/>
              <a:ahLst/>
              <a:cxnLst/>
              <a:rect l="l" t="t" r="r" b="b"/>
              <a:pathLst>
                <a:path w="79" h="18" extrusionOk="0">
                  <a:moveTo>
                    <a:pt x="34" y="15"/>
                  </a:moveTo>
                  <a:cubicBezTo>
                    <a:pt x="48" y="13"/>
                    <a:pt x="58" y="9"/>
                    <a:pt x="79" y="7"/>
                  </a:cubicBezTo>
                  <a:cubicBezTo>
                    <a:pt x="79" y="7"/>
                    <a:pt x="65" y="0"/>
                    <a:pt x="35" y="8"/>
                  </a:cubicBezTo>
                  <a:cubicBezTo>
                    <a:pt x="35" y="8"/>
                    <a:pt x="28" y="4"/>
                    <a:pt x="11" y="4"/>
                  </a:cubicBezTo>
                  <a:cubicBezTo>
                    <a:pt x="0" y="4"/>
                    <a:pt x="9" y="8"/>
                    <a:pt x="9" y="8"/>
                  </a:cubicBezTo>
                  <a:cubicBezTo>
                    <a:pt x="9" y="8"/>
                    <a:pt x="21" y="18"/>
                    <a:pt x="34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4162425" y="4684713"/>
              <a:ext cx="17463" cy="14288"/>
            </a:xfrm>
            <a:custGeom>
              <a:avLst/>
              <a:gdLst/>
              <a:ahLst/>
              <a:cxnLst/>
              <a:rect l="l" t="t" r="r" b="b"/>
              <a:pathLst>
                <a:path w="18" h="14" extrusionOk="0">
                  <a:moveTo>
                    <a:pt x="9" y="2"/>
                  </a:moveTo>
                  <a:cubicBezTo>
                    <a:pt x="0" y="0"/>
                    <a:pt x="8" y="2"/>
                    <a:pt x="0" y="5"/>
                  </a:cubicBezTo>
                  <a:cubicBezTo>
                    <a:pt x="0" y="5"/>
                    <a:pt x="5" y="14"/>
                    <a:pt x="12" y="14"/>
                  </a:cubicBezTo>
                  <a:cubicBezTo>
                    <a:pt x="18" y="14"/>
                    <a:pt x="18" y="4"/>
                    <a:pt x="9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4191000" y="4681538"/>
              <a:ext cx="53975" cy="19050"/>
            </a:xfrm>
            <a:custGeom>
              <a:avLst/>
              <a:gdLst/>
              <a:ahLst/>
              <a:cxnLst/>
              <a:rect l="l" t="t" r="r" b="b"/>
              <a:pathLst>
                <a:path w="53" h="19" extrusionOk="0">
                  <a:moveTo>
                    <a:pt x="6" y="16"/>
                  </a:moveTo>
                  <a:cubicBezTo>
                    <a:pt x="12" y="13"/>
                    <a:pt x="19" y="8"/>
                    <a:pt x="34" y="12"/>
                  </a:cubicBezTo>
                  <a:cubicBezTo>
                    <a:pt x="48" y="16"/>
                    <a:pt x="53" y="12"/>
                    <a:pt x="47" y="8"/>
                  </a:cubicBezTo>
                  <a:cubicBezTo>
                    <a:pt x="41" y="4"/>
                    <a:pt x="26" y="2"/>
                    <a:pt x="0" y="0"/>
                  </a:cubicBezTo>
                  <a:cubicBezTo>
                    <a:pt x="0" y="0"/>
                    <a:pt x="1" y="19"/>
                    <a:pt x="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4159250" y="4595813"/>
              <a:ext cx="38100" cy="65088"/>
            </a:xfrm>
            <a:custGeom>
              <a:avLst/>
              <a:gdLst/>
              <a:ahLst/>
              <a:cxnLst/>
              <a:rect l="l" t="t" r="r" b="b"/>
              <a:pathLst>
                <a:path w="37" h="66" extrusionOk="0">
                  <a:moveTo>
                    <a:pt x="2" y="22"/>
                  </a:moveTo>
                  <a:cubicBezTo>
                    <a:pt x="0" y="29"/>
                    <a:pt x="16" y="26"/>
                    <a:pt x="17" y="38"/>
                  </a:cubicBezTo>
                  <a:cubicBezTo>
                    <a:pt x="19" y="51"/>
                    <a:pt x="23" y="66"/>
                    <a:pt x="26" y="53"/>
                  </a:cubicBezTo>
                  <a:cubicBezTo>
                    <a:pt x="29" y="39"/>
                    <a:pt x="37" y="41"/>
                    <a:pt x="27" y="29"/>
                  </a:cubicBezTo>
                  <a:cubicBezTo>
                    <a:pt x="17" y="17"/>
                    <a:pt x="13" y="12"/>
                    <a:pt x="21" y="0"/>
                  </a:cubicBezTo>
                  <a:cubicBezTo>
                    <a:pt x="21" y="0"/>
                    <a:pt x="4" y="15"/>
                    <a:pt x="2" y="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4281488" y="4719638"/>
              <a:ext cx="31750" cy="36513"/>
            </a:xfrm>
            <a:custGeom>
              <a:avLst/>
              <a:gdLst/>
              <a:ahLst/>
              <a:cxnLst/>
              <a:rect l="l" t="t" r="r" b="b"/>
              <a:pathLst>
                <a:path w="32" h="36" extrusionOk="0">
                  <a:moveTo>
                    <a:pt x="18" y="0"/>
                  </a:moveTo>
                  <a:cubicBezTo>
                    <a:pt x="18" y="0"/>
                    <a:pt x="19" y="23"/>
                    <a:pt x="10" y="25"/>
                  </a:cubicBezTo>
                  <a:cubicBezTo>
                    <a:pt x="0" y="26"/>
                    <a:pt x="28" y="36"/>
                    <a:pt x="26" y="21"/>
                  </a:cubicBezTo>
                  <a:cubicBezTo>
                    <a:pt x="24" y="6"/>
                    <a:pt x="32" y="9"/>
                    <a:pt x="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4246563" y="4738688"/>
              <a:ext cx="26988" cy="31750"/>
            </a:xfrm>
            <a:custGeom>
              <a:avLst/>
              <a:gdLst/>
              <a:ahLst/>
              <a:cxnLst/>
              <a:rect l="l" t="t" r="r" b="b"/>
              <a:pathLst>
                <a:path w="27" h="31" extrusionOk="0">
                  <a:moveTo>
                    <a:pt x="9" y="20"/>
                  </a:moveTo>
                  <a:cubicBezTo>
                    <a:pt x="9" y="20"/>
                    <a:pt x="0" y="31"/>
                    <a:pt x="14" y="28"/>
                  </a:cubicBezTo>
                  <a:cubicBezTo>
                    <a:pt x="27" y="24"/>
                    <a:pt x="10" y="0"/>
                    <a:pt x="13" y="9"/>
                  </a:cubicBezTo>
                  <a:cubicBezTo>
                    <a:pt x="15" y="18"/>
                    <a:pt x="9" y="20"/>
                    <a:pt x="9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4021138" y="4803776"/>
              <a:ext cx="687388" cy="560388"/>
            </a:xfrm>
            <a:custGeom>
              <a:avLst/>
              <a:gdLst/>
              <a:ahLst/>
              <a:cxnLst/>
              <a:rect l="l" t="t" r="r" b="b"/>
              <a:pathLst>
                <a:path w="688" h="560" extrusionOk="0">
                  <a:moveTo>
                    <a:pt x="673" y="318"/>
                  </a:moveTo>
                  <a:cubicBezTo>
                    <a:pt x="658" y="252"/>
                    <a:pt x="617" y="237"/>
                    <a:pt x="617" y="237"/>
                  </a:cubicBezTo>
                  <a:cubicBezTo>
                    <a:pt x="607" y="207"/>
                    <a:pt x="590" y="214"/>
                    <a:pt x="590" y="214"/>
                  </a:cubicBezTo>
                  <a:cubicBezTo>
                    <a:pt x="590" y="214"/>
                    <a:pt x="571" y="167"/>
                    <a:pt x="548" y="162"/>
                  </a:cubicBezTo>
                  <a:cubicBezTo>
                    <a:pt x="525" y="158"/>
                    <a:pt x="504" y="127"/>
                    <a:pt x="489" y="93"/>
                  </a:cubicBezTo>
                  <a:cubicBezTo>
                    <a:pt x="474" y="60"/>
                    <a:pt x="461" y="83"/>
                    <a:pt x="457" y="66"/>
                  </a:cubicBezTo>
                  <a:cubicBezTo>
                    <a:pt x="452" y="49"/>
                    <a:pt x="425" y="0"/>
                    <a:pt x="417" y="8"/>
                  </a:cubicBezTo>
                  <a:cubicBezTo>
                    <a:pt x="409" y="15"/>
                    <a:pt x="424" y="82"/>
                    <a:pt x="424" y="112"/>
                  </a:cubicBezTo>
                  <a:cubicBezTo>
                    <a:pt x="424" y="143"/>
                    <a:pt x="370" y="107"/>
                    <a:pt x="345" y="88"/>
                  </a:cubicBezTo>
                  <a:cubicBezTo>
                    <a:pt x="320" y="69"/>
                    <a:pt x="347" y="60"/>
                    <a:pt x="345" y="41"/>
                  </a:cubicBezTo>
                  <a:cubicBezTo>
                    <a:pt x="344" y="22"/>
                    <a:pt x="312" y="27"/>
                    <a:pt x="287" y="27"/>
                  </a:cubicBezTo>
                  <a:cubicBezTo>
                    <a:pt x="262" y="27"/>
                    <a:pt x="236" y="31"/>
                    <a:pt x="233" y="60"/>
                  </a:cubicBezTo>
                  <a:cubicBezTo>
                    <a:pt x="230" y="90"/>
                    <a:pt x="212" y="77"/>
                    <a:pt x="212" y="77"/>
                  </a:cubicBezTo>
                  <a:cubicBezTo>
                    <a:pt x="212" y="77"/>
                    <a:pt x="220" y="63"/>
                    <a:pt x="193" y="61"/>
                  </a:cubicBezTo>
                  <a:cubicBezTo>
                    <a:pt x="167" y="59"/>
                    <a:pt x="169" y="82"/>
                    <a:pt x="156" y="94"/>
                  </a:cubicBezTo>
                  <a:cubicBezTo>
                    <a:pt x="142" y="107"/>
                    <a:pt x="155" y="129"/>
                    <a:pt x="145" y="112"/>
                  </a:cubicBezTo>
                  <a:cubicBezTo>
                    <a:pt x="136" y="95"/>
                    <a:pt x="125" y="107"/>
                    <a:pt x="127" y="120"/>
                  </a:cubicBezTo>
                  <a:cubicBezTo>
                    <a:pt x="129" y="132"/>
                    <a:pt x="129" y="159"/>
                    <a:pt x="110" y="161"/>
                  </a:cubicBezTo>
                  <a:cubicBezTo>
                    <a:pt x="90" y="163"/>
                    <a:pt x="50" y="174"/>
                    <a:pt x="25" y="202"/>
                  </a:cubicBezTo>
                  <a:cubicBezTo>
                    <a:pt x="0" y="230"/>
                    <a:pt x="13" y="227"/>
                    <a:pt x="22" y="259"/>
                  </a:cubicBezTo>
                  <a:cubicBezTo>
                    <a:pt x="31" y="291"/>
                    <a:pt x="20" y="282"/>
                    <a:pt x="23" y="295"/>
                  </a:cubicBezTo>
                  <a:cubicBezTo>
                    <a:pt x="25" y="308"/>
                    <a:pt x="71" y="373"/>
                    <a:pt x="81" y="398"/>
                  </a:cubicBezTo>
                  <a:cubicBezTo>
                    <a:pt x="91" y="423"/>
                    <a:pt x="78" y="431"/>
                    <a:pt x="78" y="431"/>
                  </a:cubicBezTo>
                  <a:cubicBezTo>
                    <a:pt x="83" y="462"/>
                    <a:pt x="96" y="469"/>
                    <a:pt x="127" y="468"/>
                  </a:cubicBezTo>
                  <a:cubicBezTo>
                    <a:pt x="157" y="466"/>
                    <a:pt x="138" y="434"/>
                    <a:pt x="164" y="439"/>
                  </a:cubicBezTo>
                  <a:cubicBezTo>
                    <a:pt x="189" y="443"/>
                    <a:pt x="217" y="434"/>
                    <a:pt x="217" y="434"/>
                  </a:cubicBezTo>
                  <a:cubicBezTo>
                    <a:pt x="233" y="399"/>
                    <a:pt x="271" y="415"/>
                    <a:pt x="284" y="404"/>
                  </a:cubicBezTo>
                  <a:cubicBezTo>
                    <a:pt x="297" y="392"/>
                    <a:pt x="324" y="391"/>
                    <a:pt x="341" y="391"/>
                  </a:cubicBezTo>
                  <a:cubicBezTo>
                    <a:pt x="358" y="391"/>
                    <a:pt x="403" y="428"/>
                    <a:pt x="404" y="440"/>
                  </a:cubicBezTo>
                  <a:cubicBezTo>
                    <a:pt x="405" y="453"/>
                    <a:pt x="427" y="474"/>
                    <a:pt x="422" y="461"/>
                  </a:cubicBezTo>
                  <a:cubicBezTo>
                    <a:pt x="416" y="447"/>
                    <a:pt x="443" y="418"/>
                    <a:pt x="443" y="418"/>
                  </a:cubicBezTo>
                  <a:cubicBezTo>
                    <a:pt x="457" y="423"/>
                    <a:pt x="453" y="460"/>
                    <a:pt x="453" y="460"/>
                  </a:cubicBezTo>
                  <a:cubicBezTo>
                    <a:pt x="462" y="446"/>
                    <a:pt x="467" y="478"/>
                    <a:pt x="467" y="478"/>
                  </a:cubicBezTo>
                  <a:cubicBezTo>
                    <a:pt x="477" y="481"/>
                    <a:pt x="483" y="468"/>
                    <a:pt x="495" y="503"/>
                  </a:cubicBezTo>
                  <a:cubicBezTo>
                    <a:pt x="506" y="539"/>
                    <a:pt x="552" y="548"/>
                    <a:pt x="562" y="554"/>
                  </a:cubicBezTo>
                  <a:cubicBezTo>
                    <a:pt x="572" y="560"/>
                    <a:pt x="580" y="535"/>
                    <a:pt x="580" y="535"/>
                  </a:cubicBezTo>
                  <a:cubicBezTo>
                    <a:pt x="605" y="558"/>
                    <a:pt x="622" y="553"/>
                    <a:pt x="622" y="553"/>
                  </a:cubicBezTo>
                  <a:cubicBezTo>
                    <a:pt x="631" y="518"/>
                    <a:pt x="679" y="532"/>
                    <a:pt x="679" y="532"/>
                  </a:cubicBezTo>
                  <a:cubicBezTo>
                    <a:pt x="670" y="513"/>
                    <a:pt x="665" y="450"/>
                    <a:pt x="672" y="420"/>
                  </a:cubicBezTo>
                  <a:cubicBezTo>
                    <a:pt x="680" y="389"/>
                    <a:pt x="688" y="386"/>
                    <a:pt x="673" y="3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4619625" y="5403851"/>
              <a:ext cx="76200" cy="77788"/>
            </a:xfrm>
            <a:custGeom>
              <a:avLst/>
              <a:gdLst/>
              <a:ahLst/>
              <a:cxnLst/>
              <a:rect l="l" t="t" r="r" b="b"/>
              <a:pathLst>
                <a:path w="76" h="77" extrusionOk="0">
                  <a:moveTo>
                    <a:pt x="37" y="10"/>
                  </a:moveTo>
                  <a:cubicBezTo>
                    <a:pt x="19" y="10"/>
                    <a:pt x="0" y="0"/>
                    <a:pt x="0" y="0"/>
                  </a:cubicBezTo>
                  <a:cubicBezTo>
                    <a:pt x="3" y="21"/>
                    <a:pt x="22" y="31"/>
                    <a:pt x="22" y="31"/>
                  </a:cubicBezTo>
                  <a:cubicBezTo>
                    <a:pt x="28" y="57"/>
                    <a:pt x="36" y="67"/>
                    <a:pt x="49" y="72"/>
                  </a:cubicBezTo>
                  <a:cubicBezTo>
                    <a:pt x="63" y="77"/>
                    <a:pt x="63" y="61"/>
                    <a:pt x="69" y="46"/>
                  </a:cubicBezTo>
                  <a:cubicBezTo>
                    <a:pt x="76" y="30"/>
                    <a:pt x="59" y="5"/>
                    <a:pt x="59" y="5"/>
                  </a:cubicBezTo>
                  <a:cubicBezTo>
                    <a:pt x="59" y="5"/>
                    <a:pt x="55" y="10"/>
                    <a:pt x="37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4094163" y="4102101"/>
              <a:ext cx="49213" cy="57150"/>
            </a:xfrm>
            <a:custGeom>
              <a:avLst/>
              <a:gdLst/>
              <a:ahLst/>
              <a:cxnLst/>
              <a:rect l="l" t="t" r="r" b="b"/>
              <a:pathLst>
                <a:path w="49" h="57" extrusionOk="0">
                  <a:moveTo>
                    <a:pt x="0" y="20"/>
                  </a:moveTo>
                  <a:cubicBezTo>
                    <a:pt x="0" y="20"/>
                    <a:pt x="5" y="23"/>
                    <a:pt x="12" y="20"/>
                  </a:cubicBezTo>
                  <a:cubicBezTo>
                    <a:pt x="19" y="17"/>
                    <a:pt x="3" y="28"/>
                    <a:pt x="11" y="42"/>
                  </a:cubicBezTo>
                  <a:cubicBezTo>
                    <a:pt x="19" y="55"/>
                    <a:pt x="23" y="57"/>
                    <a:pt x="29" y="51"/>
                  </a:cubicBezTo>
                  <a:cubicBezTo>
                    <a:pt x="35" y="44"/>
                    <a:pt x="49" y="37"/>
                    <a:pt x="37" y="19"/>
                  </a:cubicBezTo>
                  <a:cubicBezTo>
                    <a:pt x="25" y="1"/>
                    <a:pt x="10" y="0"/>
                    <a:pt x="0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4108450" y="3983038"/>
              <a:ext cx="149225" cy="142875"/>
            </a:xfrm>
            <a:custGeom>
              <a:avLst/>
              <a:gdLst/>
              <a:ahLst/>
              <a:cxnLst/>
              <a:rect l="l" t="t" r="r" b="b"/>
              <a:pathLst>
                <a:path w="149" h="144" extrusionOk="0">
                  <a:moveTo>
                    <a:pt x="23" y="100"/>
                  </a:moveTo>
                  <a:cubicBezTo>
                    <a:pt x="10" y="101"/>
                    <a:pt x="0" y="118"/>
                    <a:pt x="0" y="118"/>
                  </a:cubicBezTo>
                  <a:cubicBezTo>
                    <a:pt x="13" y="122"/>
                    <a:pt x="16" y="120"/>
                    <a:pt x="16" y="120"/>
                  </a:cubicBezTo>
                  <a:cubicBezTo>
                    <a:pt x="35" y="102"/>
                    <a:pt x="60" y="113"/>
                    <a:pt x="60" y="113"/>
                  </a:cubicBezTo>
                  <a:cubicBezTo>
                    <a:pt x="61" y="119"/>
                    <a:pt x="60" y="121"/>
                    <a:pt x="63" y="124"/>
                  </a:cubicBezTo>
                  <a:cubicBezTo>
                    <a:pt x="82" y="144"/>
                    <a:pt x="82" y="104"/>
                    <a:pt x="82" y="104"/>
                  </a:cubicBezTo>
                  <a:cubicBezTo>
                    <a:pt x="93" y="107"/>
                    <a:pt x="91" y="110"/>
                    <a:pt x="103" y="113"/>
                  </a:cubicBezTo>
                  <a:cubicBezTo>
                    <a:pt x="114" y="115"/>
                    <a:pt x="119" y="96"/>
                    <a:pt x="119" y="96"/>
                  </a:cubicBezTo>
                  <a:cubicBezTo>
                    <a:pt x="119" y="96"/>
                    <a:pt x="123" y="110"/>
                    <a:pt x="136" y="103"/>
                  </a:cubicBezTo>
                  <a:cubicBezTo>
                    <a:pt x="149" y="95"/>
                    <a:pt x="127" y="51"/>
                    <a:pt x="127" y="51"/>
                  </a:cubicBezTo>
                  <a:cubicBezTo>
                    <a:pt x="127" y="51"/>
                    <a:pt x="143" y="40"/>
                    <a:pt x="137" y="25"/>
                  </a:cubicBezTo>
                  <a:cubicBezTo>
                    <a:pt x="130" y="9"/>
                    <a:pt x="122" y="0"/>
                    <a:pt x="113" y="0"/>
                  </a:cubicBezTo>
                  <a:cubicBezTo>
                    <a:pt x="103" y="0"/>
                    <a:pt x="104" y="8"/>
                    <a:pt x="104" y="8"/>
                  </a:cubicBezTo>
                  <a:cubicBezTo>
                    <a:pt x="110" y="28"/>
                    <a:pt x="104" y="69"/>
                    <a:pt x="93" y="71"/>
                  </a:cubicBezTo>
                  <a:cubicBezTo>
                    <a:pt x="81" y="73"/>
                    <a:pt x="76" y="75"/>
                    <a:pt x="71" y="86"/>
                  </a:cubicBezTo>
                  <a:cubicBezTo>
                    <a:pt x="66" y="98"/>
                    <a:pt x="37" y="98"/>
                    <a:pt x="23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4197350" y="3900488"/>
              <a:ext cx="87313" cy="74613"/>
            </a:xfrm>
            <a:custGeom>
              <a:avLst/>
              <a:gdLst/>
              <a:ahLst/>
              <a:cxnLst/>
              <a:rect l="l" t="t" r="r" b="b"/>
              <a:pathLst>
                <a:path w="87" h="74" extrusionOk="0">
                  <a:moveTo>
                    <a:pt x="68" y="27"/>
                  </a:moveTo>
                  <a:cubicBezTo>
                    <a:pt x="49" y="21"/>
                    <a:pt x="32" y="16"/>
                    <a:pt x="23" y="0"/>
                  </a:cubicBezTo>
                  <a:cubicBezTo>
                    <a:pt x="23" y="0"/>
                    <a:pt x="12" y="2"/>
                    <a:pt x="22" y="34"/>
                  </a:cubicBezTo>
                  <a:cubicBezTo>
                    <a:pt x="22" y="34"/>
                    <a:pt x="24" y="44"/>
                    <a:pt x="13" y="45"/>
                  </a:cubicBezTo>
                  <a:cubicBezTo>
                    <a:pt x="1" y="46"/>
                    <a:pt x="0" y="61"/>
                    <a:pt x="26" y="67"/>
                  </a:cubicBezTo>
                  <a:cubicBezTo>
                    <a:pt x="26" y="67"/>
                    <a:pt x="5" y="56"/>
                    <a:pt x="23" y="56"/>
                  </a:cubicBezTo>
                  <a:cubicBezTo>
                    <a:pt x="41" y="56"/>
                    <a:pt x="43" y="74"/>
                    <a:pt x="57" y="67"/>
                  </a:cubicBezTo>
                  <a:cubicBezTo>
                    <a:pt x="70" y="59"/>
                    <a:pt x="49" y="48"/>
                    <a:pt x="81" y="49"/>
                  </a:cubicBezTo>
                  <a:cubicBezTo>
                    <a:pt x="81" y="49"/>
                    <a:pt x="87" y="34"/>
                    <a:pt x="68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4183063" y="3716338"/>
              <a:ext cx="63500" cy="174625"/>
            </a:xfrm>
            <a:custGeom>
              <a:avLst/>
              <a:gdLst/>
              <a:ahLst/>
              <a:cxnLst/>
              <a:rect l="l" t="t" r="r" b="b"/>
              <a:pathLst>
                <a:path w="63" h="174" extrusionOk="0">
                  <a:moveTo>
                    <a:pt x="63" y="120"/>
                  </a:moveTo>
                  <a:cubicBezTo>
                    <a:pt x="55" y="114"/>
                    <a:pt x="35" y="93"/>
                    <a:pt x="24" y="63"/>
                  </a:cubicBezTo>
                  <a:cubicBezTo>
                    <a:pt x="14" y="33"/>
                    <a:pt x="7" y="0"/>
                    <a:pt x="4" y="8"/>
                  </a:cubicBezTo>
                  <a:cubicBezTo>
                    <a:pt x="1" y="16"/>
                    <a:pt x="0" y="11"/>
                    <a:pt x="1" y="32"/>
                  </a:cubicBezTo>
                  <a:cubicBezTo>
                    <a:pt x="2" y="53"/>
                    <a:pt x="4" y="51"/>
                    <a:pt x="10" y="71"/>
                  </a:cubicBezTo>
                  <a:cubicBezTo>
                    <a:pt x="16" y="91"/>
                    <a:pt x="10" y="93"/>
                    <a:pt x="15" y="115"/>
                  </a:cubicBezTo>
                  <a:cubicBezTo>
                    <a:pt x="21" y="138"/>
                    <a:pt x="34" y="174"/>
                    <a:pt x="34" y="174"/>
                  </a:cubicBezTo>
                  <a:cubicBezTo>
                    <a:pt x="34" y="174"/>
                    <a:pt x="30" y="163"/>
                    <a:pt x="41" y="161"/>
                  </a:cubicBezTo>
                  <a:cubicBezTo>
                    <a:pt x="51" y="159"/>
                    <a:pt x="61" y="174"/>
                    <a:pt x="61" y="174"/>
                  </a:cubicBezTo>
                  <a:cubicBezTo>
                    <a:pt x="63" y="162"/>
                    <a:pt x="32" y="147"/>
                    <a:pt x="32" y="124"/>
                  </a:cubicBezTo>
                  <a:cubicBezTo>
                    <a:pt x="32" y="102"/>
                    <a:pt x="63" y="120"/>
                    <a:pt x="63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4319588" y="3883026"/>
              <a:ext cx="22225" cy="19050"/>
            </a:xfrm>
            <a:custGeom>
              <a:avLst/>
              <a:gdLst/>
              <a:ahLst/>
              <a:cxnLst/>
              <a:rect l="l" t="t" r="r" b="b"/>
              <a:pathLst>
                <a:path w="22" h="19" extrusionOk="0">
                  <a:moveTo>
                    <a:pt x="22" y="8"/>
                  </a:moveTo>
                  <a:cubicBezTo>
                    <a:pt x="7" y="0"/>
                    <a:pt x="0" y="19"/>
                    <a:pt x="5" y="18"/>
                  </a:cubicBezTo>
                  <a:cubicBezTo>
                    <a:pt x="10" y="17"/>
                    <a:pt x="22" y="8"/>
                    <a:pt x="22" y="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4291013" y="3892551"/>
              <a:ext cx="28575" cy="26988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25" y="13"/>
                  </a:moveTo>
                  <a:cubicBezTo>
                    <a:pt x="28" y="0"/>
                    <a:pt x="0" y="16"/>
                    <a:pt x="2" y="28"/>
                  </a:cubicBezTo>
                  <a:cubicBezTo>
                    <a:pt x="2" y="28"/>
                    <a:pt x="21" y="26"/>
                    <a:pt x="2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4132263" y="4097338"/>
              <a:ext cx="34925" cy="39688"/>
            </a:xfrm>
            <a:custGeom>
              <a:avLst/>
              <a:gdLst/>
              <a:ahLst/>
              <a:cxnLst/>
              <a:rect l="l" t="t" r="r" b="b"/>
              <a:pathLst>
                <a:path w="35" h="39" extrusionOk="0">
                  <a:moveTo>
                    <a:pt x="18" y="1"/>
                  </a:moveTo>
                  <a:cubicBezTo>
                    <a:pt x="14" y="0"/>
                    <a:pt x="0" y="5"/>
                    <a:pt x="1" y="15"/>
                  </a:cubicBezTo>
                  <a:cubicBezTo>
                    <a:pt x="1" y="15"/>
                    <a:pt x="10" y="29"/>
                    <a:pt x="11" y="34"/>
                  </a:cubicBezTo>
                  <a:cubicBezTo>
                    <a:pt x="12" y="39"/>
                    <a:pt x="14" y="25"/>
                    <a:pt x="14" y="18"/>
                  </a:cubicBezTo>
                  <a:cubicBezTo>
                    <a:pt x="13" y="11"/>
                    <a:pt x="27" y="17"/>
                    <a:pt x="31" y="17"/>
                  </a:cubicBezTo>
                  <a:cubicBezTo>
                    <a:pt x="34" y="17"/>
                    <a:pt x="35" y="5"/>
                    <a:pt x="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3986213" y="4237038"/>
              <a:ext cx="31750" cy="60325"/>
            </a:xfrm>
            <a:custGeom>
              <a:avLst/>
              <a:gdLst/>
              <a:ahLst/>
              <a:cxnLst/>
              <a:rect l="l" t="t" r="r" b="b"/>
              <a:pathLst>
                <a:path w="31" h="60" extrusionOk="0">
                  <a:moveTo>
                    <a:pt x="0" y="30"/>
                  </a:moveTo>
                  <a:cubicBezTo>
                    <a:pt x="0" y="30"/>
                    <a:pt x="7" y="60"/>
                    <a:pt x="17" y="60"/>
                  </a:cubicBezTo>
                  <a:cubicBezTo>
                    <a:pt x="27" y="60"/>
                    <a:pt x="14" y="50"/>
                    <a:pt x="19" y="38"/>
                  </a:cubicBezTo>
                  <a:cubicBezTo>
                    <a:pt x="24" y="27"/>
                    <a:pt x="31" y="20"/>
                    <a:pt x="25" y="10"/>
                  </a:cubicBezTo>
                  <a:cubicBezTo>
                    <a:pt x="18" y="0"/>
                    <a:pt x="5" y="14"/>
                    <a:pt x="0" y="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3833813" y="4316413"/>
              <a:ext cx="34925" cy="44450"/>
            </a:xfrm>
            <a:custGeom>
              <a:avLst/>
              <a:gdLst/>
              <a:ahLst/>
              <a:cxnLst/>
              <a:rect l="l" t="t" r="r" b="b"/>
              <a:pathLst>
                <a:path w="36" h="45" extrusionOk="0">
                  <a:moveTo>
                    <a:pt x="18" y="12"/>
                  </a:moveTo>
                  <a:cubicBezTo>
                    <a:pt x="18" y="12"/>
                    <a:pt x="2" y="18"/>
                    <a:pt x="1" y="29"/>
                  </a:cubicBezTo>
                  <a:cubicBezTo>
                    <a:pt x="0" y="40"/>
                    <a:pt x="13" y="45"/>
                    <a:pt x="24" y="42"/>
                  </a:cubicBezTo>
                  <a:cubicBezTo>
                    <a:pt x="34" y="39"/>
                    <a:pt x="35" y="25"/>
                    <a:pt x="36" y="12"/>
                  </a:cubicBezTo>
                  <a:cubicBezTo>
                    <a:pt x="36" y="0"/>
                    <a:pt x="33" y="15"/>
                    <a:pt x="18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4513263" y="4676776"/>
              <a:ext cx="77788" cy="69850"/>
            </a:xfrm>
            <a:custGeom>
              <a:avLst/>
              <a:gdLst/>
              <a:ahLst/>
              <a:cxnLst/>
              <a:rect l="l" t="t" r="r" b="b"/>
              <a:pathLst>
                <a:path w="77" h="69" extrusionOk="0">
                  <a:moveTo>
                    <a:pt x="40" y="36"/>
                  </a:moveTo>
                  <a:cubicBezTo>
                    <a:pt x="35" y="53"/>
                    <a:pt x="0" y="36"/>
                    <a:pt x="0" y="36"/>
                  </a:cubicBezTo>
                  <a:cubicBezTo>
                    <a:pt x="28" y="69"/>
                    <a:pt x="34" y="67"/>
                    <a:pt x="56" y="44"/>
                  </a:cubicBezTo>
                  <a:cubicBezTo>
                    <a:pt x="77" y="21"/>
                    <a:pt x="69" y="26"/>
                    <a:pt x="62" y="14"/>
                  </a:cubicBezTo>
                  <a:cubicBezTo>
                    <a:pt x="55" y="2"/>
                    <a:pt x="22" y="0"/>
                    <a:pt x="22" y="0"/>
                  </a:cubicBezTo>
                  <a:cubicBezTo>
                    <a:pt x="69" y="26"/>
                    <a:pt x="46" y="19"/>
                    <a:pt x="4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2903538" y="4829176"/>
              <a:ext cx="106363" cy="254000"/>
            </a:xfrm>
            <a:custGeom>
              <a:avLst/>
              <a:gdLst/>
              <a:ahLst/>
              <a:cxnLst/>
              <a:rect l="l" t="t" r="r" b="b"/>
              <a:pathLst>
                <a:path w="106" h="253" extrusionOk="0">
                  <a:moveTo>
                    <a:pt x="82" y="21"/>
                  </a:moveTo>
                  <a:cubicBezTo>
                    <a:pt x="78" y="42"/>
                    <a:pt x="66" y="65"/>
                    <a:pt x="34" y="68"/>
                  </a:cubicBezTo>
                  <a:cubicBezTo>
                    <a:pt x="3" y="71"/>
                    <a:pt x="6" y="80"/>
                    <a:pt x="12" y="104"/>
                  </a:cubicBezTo>
                  <a:cubicBezTo>
                    <a:pt x="17" y="129"/>
                    <a:pt x="24" y="135"/>
                    <a:pt x="12" y="159"/>
                  </a:cubicBezTo>
                  <a:cubicBezTo>
                    <a:pt x="0" y="183"/>
                    <a:pt x="4" y="169"/>
                    <a:pt x="9" y="199"/>
                  </a:cubicBezTo>
                  <a:cubicBezTo>
                    <a:pt x="15" y="230"/>
                    <a:pt x="32" y="245"/>
                    <a:pt x="32" y="245"/>
                  </a:cubicBezTo>
                  <a:cubicBezTo>
                    <a:pt x="77" y="253"/>
                    <a:pt x="80" y="188"/>
                    <a:pt x="89" y="141"/>
                  </a:cubicBezTo>
                  <a:cubicBezTo>
                    <a:pt x="98" y="94"/>
                    <a:pt x="106" y="66"/>
                    <a:pt x="103" y="34"/>
                  </a:cubicBezTo>
                  <a:cubicBezTo>
                    <a:pt x="100" y="1"/>
                    <a:pt x="85" y="0"/>
                    <a:pt x="82" y="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2903538" y="3051176"/>
              <a:ext cx="215900" cy="244475"/>
            </a:xfrm>
            <a:custGeom>
              <a:avLst/>
              <a:gdLst/>
              <a:ahLst/>
              <a:cxnLst/>
              <a:rect l="l" t="t" r="r" b="b"/>
              <a:pathLst>
                <a:path w="215" h="245" extrusionOk="0">
                  <a:moveTo>
                    <a:pt x="21" y="212"/>
                  </a:moveTo>
                  <a:cubicBezTo>
                    <a:pt x="33" y="210"/>
                    <a:pt x="45" y="228"/>
                    <a:pt x="43" y="232"/>
                  </a:cubicBezTo>
                  <a:cubicBezTo>
                    <a:pt x="41" y="236"/>
                    <a:pt x="53" y="245"/>
                    <a:pt x="65" y="244"/>
                  </a:cubicBezTo>
                  <a:cubicBezTo>
                    <a:pt x="76" y="243"/>
                    <a:pt x="88" y="244"/>
                    <a:pt x="88" y="244"/>
                  </a:cubicBezTo>
                  <a:cubicBezTo>
                    <a:pt x="88" y="244"/>
                    <a:pt x="53" y="223"/>
                    <a:pt x="59" y="182"/>
                  </a:cubicBezTo>
                  <a:cubicBezTo>
                    <a:pt x="64" y="142"/>
                    <a:pt x="125" y="67"/>
                    <a:pt x="142" y="61"/>
                  </a:cubicBezTo>
                  <a:cubicBezTo>
                    <a:pt x="159" y="56"/>
                    <a:pt x="205" y="38"/>
                    <a:pt x="210" y="24"/>
                  </a:cubicBezTo>
                  <a:cubicBezTo>
                    <a:pt x="215" y="10"/>
                    <a:pt x="211" y="2"/>
                    <a:pt x="187" y="1"/>
                  </a:cubicBezTo>
                  <a:cubicBezTo>
                    <a:pt x="163" y="0"/>
                    <a:pt x="168" y="23"/>
                    <a:pt x="168" y="23"/>
                  </a:cubicBezTo>
                  <a:cubicBezTo>
                    <a:pt x="168" y="23"/>
                    <a:pt x="138" y="38"/>
                    <a:pt x="130" y="33"/>
                  </a:cubicBezTo>
                  <a:cubicBezTo>
                    <a:pt x="121" y="28"/>
                    <a:pt x="111" y="35"/>
                    <a:pt x="107" y="43"/>
                  </a:cubicBezTo>
                  <a:cubicBezTo>
                    <a:pt x="102" y="51"/>
                    <a:pt x="87" y="43"/>
                    <a:pt x="85" y="52"/>
                  </a:cubicBezTo>
                  <a:cubicBezTo>
                    <a:pt x="82" y="60"/>
                    <a:pt x="72" y="67"/>
                    <a:pt x="68" y="75"/>
                  </a:cubicBezTo>
                  <a:cubicBezTo>
                    <a:pt x="63" y="82"/>
                    <a:pt x="50" y="81"/>
                    <a:pt x="59" y="97"/>
                  </a:cubicBezTo>
                  <a:cubicBezTo>
                    <a:pt x="59" y="97"/>
                    <a:pt x="49" y="110"/>
                    <a:pt x="47" y="120"/>
                  </a:cubicBezTo>
                  <a:cubicBezTo>
                    <a:pt x="46" y="130"/>
                    <a:pt x="18" y="126"/>
                    <a:pt x="26" y="135"/>
                  </a:cubicBezTo>
                  <a:cubicBezTo>
                    <a:pt x="34" y="144"/>
                    <a:pt x="36" y="147"/>
                    <a:pt x="27" y="157"/>
                  </a:cubicBezTo>
                  <a:cubicBezTo>
                    <a:pt x="17" y="167"/>
                    <a:pt x="15" y="177"/>
                    <a:pt x="22" y="177"/>
                  </a:cubicBezTo>
                  <a:cubicBezTo>
                    <a:pt x="29" y="177"/>
                    <a:pt x="17" y="193"/>
                    <a:pt x="8" y="192"/>
                  </a:cubicBezTo>
                  <a:cubicBezTo>
                    <a:pt x="0" y="191"/>
                    <a:pt x="10" y="214"/>
                    <a:pt x="21" y="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4065588" y="4494213"/>
              <a:ext cx="74613" cy="63500"/>
            </a:xfrm>
            <a:custGeom>
              <a:avLst/>
              <a:gdLst/>
              <a:ahLst/>
              <a:cxnLst/>
              <a:rect l="l" t="t" r="r" b="b"/>
              <a:pathLst>
                <a:path w="74" h="63" extrusionOk="0">
                  <a:moveTo>
                    <a:pt x="67" y="38"/>
                  </a:moveTo>
                  <a:cubicBezTo>
                    <a:pt x="74" y="48"/>
                    <a:pt x="65" y="0"/>
                    <a:pt x="55" y="0"/>
                  </a:cubicBezTo>
                  <a:cubicBezTo>
                    <a:pt x="45" y="0"/>
                    <a:pt x="44" y="13"/>
                    <a:pt x="30" y="10"/>
                  </a:cubicBezTo>
                  <a:cubicBezTo>
                    <a:pt x="16" y="8"/>
                    <a:pt x="0" y="7"/>
                    <a:pt x="4" y="35"/>
                  </a:cubicBezTo>
                  <a:cubicBezTo>
                    <a:pt x="9" y="63"/>
                    <a:pt x="3" y="30"/>
                    <a:pt x="13" y="26"/>
                  </a:cubicBezTo>
                  <a:cubicBezTo>
                    <a:pt x="23" y="22"/>
                    <a:pt x="36" y="20"/>
                    <a:pt x="35" y="27"/>
                  </a:cubicBezTo>
                  <a:cubicBezTo>
                    <a:pt x="35" y="27"/>
                    <a:pt x="30" y="45"/>
                    <a:pt x="51" y="51"/>
                  </a:cubicBezTo>
                  <a:cubicBezTo>
                    <a:pt x="72" y="57"/>
                    <a:pt x="47" y="41"/>
                    <a:pt x="52" y="30"/>
                  </a:cubicBezTo>
                  <a:cubicBezTo>
                    <a:pt x="57" y="19"/>
                    <a:pt x="60" y="29"/>
                    <a:pt x="6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4000500" y="4348163"/>
              <a:ext cx="47625" cy="87313"/>
            </a:xfrm>
            <a:custGeom>
              <a:avLst/>
              <a:gdLst/>
              <a:ahLst/>
              <a:cxnLst/>
              <a:rect l="l" t="t" r="r" b="b"/>
              <a:pathLst>
                <a:path w="47" h="88" extrusionOk="0">
                  <a:moveTo>
                    <a:pt x="37" y="39"/>
                  </a:moveTo>
                  <a:cubicBezTo>
                    <a:pt x="42" y="36"/>
                    <a:pt x="46" y="37"/>
                    <a:pt x="43" y="27"/>
                  </a:cubicBezTo>
                  <a:cubicBezTo>
                    <a:pt x="41" y="17"/>
                    <a:pt x="36" y="18"/>
                    <a:pt x="36" y="18"/>
                  </a:cubicBezTo>
                  <a:cubicBezTo>
                    <a:pt x="32" y="0"/>
                    <a:pt x="10" y="2"/>
                    <a:pt x="10" y="2"/>
                  </a:cubicBezTo>
                  <a:cubicBezTo>
                    <a:pt x="5" y="9"/>
                    <a:pt x="20" y="34"/>
                    <a:pt x="18" y="41"/>
                  </a:cubicBezTo>
                  <a:cubicBezTo>
                    <a:pt x="16" y="48"/>
                    <a:pt x="0" y="47"/>
                    <a:pt x="18" y="59"/>
                  </a:cubicBezTo>
                  <a:cubicBezTo>
                    <a:pt x="36" y="70"/>
                    <a:pt x="14" y="67"/>
                    <a:pt x="31" y="77"/>
                  </a:cubicBezTo>
                  <a:cubicBezTo>
                    <a:pt x="47" y="88"/>
                    <a:pt x="44" y="66"/>
                    <a:pt x="37" y="65"/>
                  </a:cubicBezTo>
                  <a:cubicBezTo>
                    <a:pt x="29" y="64"/>
                    <a:pt x="32" y="42"/>
                    <a:pt x="37" y="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4048125" y="4421188"/>
              <a:ext cx="69850" cy="84138"/>
            </a:xfrm>
            <a:custGeom>
              <a:avLst/>
              <a:gdLst/>
              <a:ahLst/>
              <a:cxnLst/>
              <a:rect l="l" t="t" r="r" b="b"/>
              <a:pathLst>
                <a:path w="70" h="83" extrusionOk="0">
                  <a:moveTo>
                    <a:pt x="15" y="36"/>
                  </a:moveTo>
                  <a:cubicBezTo>
                    <a:pt x="0" y="33"/>
                    <a:pt x="1" y="34"/>
                    <a:pt x="8" y="51"/>
                  </a:cubicBezTo>
                  <a:cubicBezTo>
                    <a:pt x="16" y="68"/>
                    <a:pt x="16" y="60"/>
                    <a:pt x="12" y="72"/>
                  </a:cubicBezTo>
                  <a:cubicBezTo>
                    <a:pt x="8" y="83"/>
                    <a:pt x="20" y="73"/>
                    <a:pt x="30" y="68"/>
                  </a:cubicBezTo>
                  <a:cubicBezTo>
                    <a:pt x="39" y="64"/>
                    <a:pt x="36" y="57"/>
                    <a:pt x="53" y="54"/>
                  </a:cubicBezTo>
                  <a:cubicBezTo>
                    <a:pt x="70" y="51"/>
                    <a:pt x="62" y="28"/>
                    <a:pt x="53" y="24"/>
                  </a:cubicBezTo>
                  <a:cubicBezTo>
                    <a:pt x="44" y="20"/>
                    <a:pt x="31" y="18"/>
                    <a:pt x="30" y="11"/>
                  </a:cubicBezTo>
                  <a:cubicBezTo>
                    <a:pt x="29" y="4"/>
                    <a:pt x="10" y="0"/>
                    <a:pt x="5" y="3"/>
                  </a:cubicBezTo>
                  <a:cubicBezTo>
                    <a:pt x="5" y="3"/>
                    <a:pt x="21" y="11"/>
                    <a:pt x="26" y="23"/>
                  </a:cubicBezTo>
                  <a:cubicBezTo>
                    <a:pt x="31" y="35"/>
                    <a:pt x="31" y="30"/>
                    <a:pt x="37" y="28"/>
                  </a:cubicBezTo>
                  <a:cubicBezTo>
                    <a:pt x="44" y="26"/>
                    <a:pt x="44" y="32"/>
                    <a:pt x="34" y="43"/>
                  </a:cubicBezTo>
                  <a:cubicBezTo>
                    <a:pt x="25" y="53"/>
                    <a:pt x="30" y="39"/>
                    <a:pt x="1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4019550" y="4427538"/>
              <a:ext cx="25400" cy="31750"/>
            </a:xfrm>
            <a:custGeom>
              <a:avLst/>
              <a:gdLst/>
              <a:ahLst/>
              <a:cxnLst/>
              <a:rect l="l" t="t" r="r" b="b"/>
              <a:pathLst>
                <a:path w="26" h="32" extrusionOk="0">
                  <a:moveTo>
                    <a:pt x="17" y="6"/>
                  </a:moveTo>
                  <a:cubicBezTo>
                    <a:pt x="7" y="0"/>
                    <a:pt x="0" y="4"/>
                    <a:pt x="0" y="4"/>
                  </a:cubicBezTo>
                  <a:cubicBezTo>
                    <a:pt x="0" y="4"/>
                    <a:pt x="20" y="15"/>
                    <a:pt x="20" y="23"/>
                  </a:cubicBezTo>
                  <a:cubicBezTo>
                    <a:pt x="21" y="32"/>
                    <a:pt x="26" y="12"/>
                    <a:pt x="17" y="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3979863" y="4452938"/>
              <a:ext cx="39688" cy="55563"/>
            </a:xfrm>
            <a:custGeom>
              <a:avLst/>
              <a:gdLst/>
              <a:ahLst/>
              <a:cxnLst/>
              <a:rect l="l" t="t" r="r" b="b"/>
              <a:pathLst>
                <a:path w="39" h="56" extrusionOk="0">
                  <a:moveTo>
                    <a:pt x="7" y="54"/>
                  </a:moveTo>
                  <a:cubicBezTo>
                    <a:pt x="10" y="56"/>
                    <a:pt x="12" y="54"/>
                    <a:pt x="12" y="54"/>
                  </a:cubicBezTo>
                  <a:cubicBezTo>
                    <a:pt x="12" y="54"/>
                    <a:pt x="29" y="42"/>
                    <a:pt x="33" y="34"/>
                  </a:cubicBezTo>
                  <a:cubicBezTo>
                    <a:pt x="36" y="26"/>
                    <a:pt x="39" y="16"/>
                    <a:pt x="35" y="8"/>
                  </a:cubicBezTo>
                  <a:cubicBezTo>
                    <a:pt x="31" y="0"/>
                    <a:pt x="31" y="26"/>
                    <a:pt x="24" y="31"/>
                  </a:cubicBezTo>
                  <a:cubicBezTo>
                    <a:pt x="17" y="36"/>
                    <a:pt x="0" y="48"/>
                    <a:pt x="7" y="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944563" y="4333876"/>
              <a:ext cx="1500" cy="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0" y="3252788"/>
              <a:ext cx="1682748" cy="2581274"/>
            </a:xfrm>
            <a:custGeom>
              <a:avLst/>
              <a:gdLst/>
              <a:ahLst/>
              <a:cxnLst/>
              <a:rect l="l" t="t" r="r" b="b"/>
              <a:pathLst>
                <a:path w="1681" h="2578" extrusionOk="0">
                  <a:moveTo>
                    <a:pt x="1651" y="1463"/>
                  </a:moveTo>
                  <a:cubicBezTo>
                    <a:pt x="1630" y="1455"/>
                    <a:pt x="1632" y="1431"/>
                    <a:pt x="1592" y="1422"/>
                  </a:cubicBezTo>
                  <a:cubicBezTo>
                    <a:pt x="1551" y="1413"/>
                    <a:pt x="1546" y="1421"/>
                    <a:pt x="1518" y="1397"/>
                  </a:cubicBezTo>
                  <a:cubicBezTo>
                    <a:pt x="1491" y="1373"/>
                    <a:pt x="1457" y="1396"/>
                    <a:pt x="1466" y="1356"/>
                  </a:cubicBezTo>
                  <a:cubicBezTo>
                    <a:pt x="1475" y="1315"/>
                    <a:pt x="1400" y="1289"/>
                    <a:pt x="1370" y="1291"/>
                  </a:cubicBezTo>
                  <a:cubicBezTo>
                    <a:pt x="1370" y="1291"/>
                    <a:pt x="1321" y="1245"/>
                    <a:pt x="1296" y="1227"/>
                  </a:cubicBezTo>
                  <a:cubicBezTo>
                    <a:pt x="1271" y="1210"/>
                    <a:pt x="1266" y="1232"/>
                    <a:pt x="1246" y="1227"/>
                  </a:cubicBezTo>
                  <a:cubicBezTo>
                    <a:pt x="1226" y="1223"/>
                    <a:pt x="1202" y="1207"/>
                    <a:pt x="1185" y="1192"/>
                  </a:cubicBezTo>
                  <a:cubicBezTo>
                    <a:pt x="1169" y="1177"/>
                    <a:pt x="1133" y="1222"/>
                    <a:pt x="1108" y="1213"/>
                  </a:cubicBezTo>
                  <a:cubicBezTo>
                    <a:pt x="1083" y="1204"/>
                    <a:pt x="1100" y="1232"/>
                    <a:pt x="1069" y="1253"/>
                  </a:cubicBezTo>
                  <a:cubicBezTo>
                    <a:pt x="1069" y="1253"/>
                    <a:pt x="1047" y="1212"/>
                    <a:pt x="1015" y="1239"/>
                  </a:cubicBezTo>
                  <a:cubicBezTo>
                    <a:pt x="983" y="1266"/>
                    <a:pt x="980" y="1218"/>
                    <a:pt x="980" y="1207"/>
                  </a:cubicBezTo>
                  <a:cubicBezTo>
                    <a:pt x="981" y="1196"/>
                    <a:pt x="1003" y="1149"/>
                    <a:pt x="990" y="1144"/>
                  </a:cubicBezTo>
                  <a:cubicBezTo>
                    <a:pt x="977" y="1139"/>
                    <a:pt x="917" y="1150"/>
                    <a:pt x="920" y="1137"/>
                  </a:cubicBezTo>
                  <a:cubicBezTo>
                    <a:pt x="924" y="1123"/>
                    <a:pt x="943" y="1100"/>
                    <a:pt x="943" y="1080"/>
                  </a:cubicBezTo>
                  <a:cubicBezTo>
                    <a:pt x="942" y="1080"/>
                    <a:pt x="942" y="1080"/>
                    <a:pt x="942" y="1081"/>
                  </a:cubicBezTo>
                  <a:cubicBezTo>
                    <a:pt x="948" y="1073"/>
                    <a:pt x="954" y="1066"/>
                    <a:pt x="956" y="1061"/>
                  </a:cubicBezTo>
                  <a:cubicBezTo>
                    <a:pt x="961" y="1051"/>
                    <a:pt x="936" y="1045"/>
                    <a:pt x="903" y="1055"/>
                  </a:cubicBezTo>
                  <a:cubicBezTo>
                    <a:pt x="903" y="1055"/>
                    <a:pt x="887" y="1099"/>
                    <a:pt x="872" y="1098"/>
                  </a:cubicBezTo>
                  <a:cubicBezTo>
                    <a:pt x="858" y="1097"/>
                    <a:pt x="816" y="1110"/>
                    <a:pt x="807" y="1061"/>
                  </a:cubicBezTo>
                  <a:cubicBezTo>
                    <a:pt x="799" y="1012"/>
                    <a:pt x="822" y="974"/>
                    <a:pt x="822" y="974"/>
                  </a:cubicBezTo>
                  <a:cubicBezTo>
                    <a:pt x="822" y="974"/>
                    <a:pt x="830" y="942"/>
                    <a:pt x="849" y="941"/>
                  </a:cubicBezTo>
                  <a:cubicBezTo>
                    <a:pt x="869" y="940"/>
                    <a:pt x="852" y="921"/>
                    <a:pt x="870" y="921"/>
                  </a:cubicBezTo>
                  <a:cubicBezTo>
                    <a:pt x="888" y="921"/>
                    <a:pt x="911" y="928"/>
                    <a:pt x="930" y="930"/>
                  </a:cubicBezTo>
                  <a:cubicBezTo>
                    <a:pt x="949" y="932"/>
                    <a:pt x="939" y="903"/>
                    <a:pt x="951" y="906"/>
                  </a:cubicBezTo>
                  <a:cubicBezTo>
                    <a:pt x="964" y="909"/>
                    <a:pt x="996" y="922"/>
                    <a:pt x="1024" y="914"/>
                  </a:cubicBezTo>
                  <a:cubicBezTo>
                    <a:pt x="1052" y="905"/>
                    <a:pt x="1034" y="951"/>
                    <a:pt x="1034" y="951"/>
                  </a:cubicBezTo>
                  <a:cubicBezTo>
                    <a:pt x="1034" y="951"/>
                    <a:pt x="1029" y="983"/>
                    <a:pt x="1051" y="995"/>
                  </a:cubicBezTo>
                  <a:cubicBezTo>
                    <a:pt x="1074" y="1007"/>
                    <a:pt x="1057" y="973"/>
                    <a:pt x="1059" y="945"/>
                  </a:cubicBezTo>
                  <a:cubicBezTo>
                    <a:pt x="1062" y="918"/>
                    <a:pt x="1066" y="888"/>
                    <a:pt x="1088" y="876"/>
                  </a:cubicBezTo>
                  <a:cubicBezTo>
                    <a:pt x="1110" y="864"/>
                    <a:pt x="1149" y="850"/>
                    <a:pt x="1160" y="811"/>
                  </a:cubicBezTo>
                  <a:cubicBezTo>
                    <a:pt x="1171" y="772"/>
                    <a:pt x="1180" y="775"/>
                    <a:pt x="1184" y="762"/>
                  </a:cubicBezTo>
                  <a:cubicBezTo>
                    <a:pt x="1188" y="750"/>
                    <a:pt x="1198" y="730"/>
                    <a:pt x="1221" y="729"/>
                  </a:cubicBezTo>
                  <a:cubicBezTo>
                    <a:pt x="1244" y="728"/>
                    <a:pt x="1251" y="717"/>
                    <a:pt x="1254" y="698"/>
                  </a:cubicBezTo>
                  <a:cubicBezTo>
                    <a:pt x="1257" y="679"/>
                    <a:pt x="1297" y="668"/>
                    <a:pt x="1302" y="667"/>
                  </a:cubicBezTo>
                  <a:cubicBezTo>
                    <a:pt x="1305" y="666"/>
                    <a:pt x="1308" y="661"/>
                    <a:pt x="1306" y="655"/>
                  </a:cubicBezTo>
                  <a:cubicBezTo>
                    <a:pt x="1306" y="655"/>
                    <a:pt x="1306" y="656"/>
                    <a:pt x="1306" y="656"/>
                  </a:cubicBezTo>
                  <a:cubicBezTo>
                    <a:pt x="1307" y="656"/>
                    <a:pt x="1307" y="656"/>
                    <a:pt x="1307" y="656"/>
                  </a:cubicBezTo>
                  <a:cubicBezTo>
                    <a:pt x="1343" y="640"/>
                    <a:pt x="1329" y="640"/>
                    <a:pt x="1321" y="664"/>
                  </a:cubicBezTo>
                  <a:cubicBezTo>
                    <a:pt x="1313" y="687"/>
                    <a:pt x="1316" y="682"/>
                    <a:pt x="1348" y="672"/>
                  </a:cubicBezTo>
                  <a:cubicBezTo>
                    <a:pt x="1380" y="662"/>
                    <a:pt x="1409" y="645"/>
                    <a:pt x="1404" y="633"/>
                  </a:cubicBezTo>
                  <a:cubicBezTo>
                    <a:pt x="1398" y="621"/>
                    <a:pt x="1397" y="624"/>
                    <a:pt x="1383" y="640"/>
                  </a:cubicBezTo>
                  <a:cubicBezTo>
                    <a:pt x="1369" y="657"/>
                    <a:pt x="1355" y="632"/>
                    <a:pt x="1341" y="630"/>
                  </a:cubicBezTo>
                  <a:cubicBezTo>
                    <a:pt x="1327" y="629"/>
                    <a:pt x="1343" y="608"/>
                    <a:pt x="1343" y="608"/>
                  </a:cubicBezTo>
                  <a:cubicBezTo>
                    <a:pt x="1343" y="608"/>
                    <a:pt x="1303" y="600"/>
                    <a:pt x="1331" y="596"/>
                  </a:cubicBezTo>
                  <a:cubicBezTo>
                    <a:pt x="1358" y="591"/>
                    <a:pt x="1361" y="574"/>
                    <a:pt x="1337" y="573"/>
                  </a:cubicBezTo>
                  <a:cubicBezTo>
                    <a:pt x="1313" y="572"/>
                    <a:pt x="1260" y="618"/>
                    <a:pt x="1260" y="618"/>
                  </a:cubicBezTo>
                  <a:cubicBezTo>
                    <a:pt x="1260" y="618"/>
                    <a:pt x="1304" y="572"/>
                    <a:pt x="1330" y="555"/>
                  </a:cubicBezTo>
                  <a:cubicBezTo>
                    <a:pt x="1355" y="537"/>
                    <a:pt x="1407" y="571"/>
                    <a:pt x="1424" y="549"/>
                  </a:cubicBezTo>
                  <a:cubicBezTo>
                    <a:pt x="1440" y="528"/>
                    <a:pt x="1457" y="538"/>
                    <a:pt x="1457" y="538"/>
                  </a:cubicBezTo>
                  <a:cubicBezTo>
                    <a:pt x="1416" y="610"/>
                    <a:pt x="1416" y="610"/>
                    <a:pt x="1416" y="610"/>
                  </a:cubicBezTo>
                  <a:cubicBezTo>
                    <a:pt x="1416" y="610"/>
                    <a:pt x="1437" y="608"/>
                    <a:pt x="1469" y="610"/>
                  </a:cubicBezTo>
                  <a:cubicBezTo>
                    <a:pt x="1501" y="612"/>
                    <a:pt x="1509" y="574"/>
                    <a:pt x="1495" y="572"/>
                  </a:cubicBezTo>
                  <a:cubicBezTo>
                    <a:pt x="1480" y="570"/>
                    <a:pt x="1445" y="589"/>
                    <a:pt x="1467" y="560"/>
                  </a:cubicBezTo>
                  <a:cubicBezTo>
                    <a:pt x="1489" y="531"/>
                    <a:pt x="1484" y="485"/>
                    <a:pt x="1471" y="483"/>
                  </a:cubicBezTo>
                  <a:cubicBezTo>
                    <a:pt x="1458" y="481"/>
                    <a:pt x="1465" y="461"/>
                    <a:pt x="1465" y="461"/>
                  </a:cubicBezTo>
                  <a:cubicBezTo>
                    <a:pt x="1426" y="459"/>
                    <a:pt x="1410" y="422"/>
                    <a:pt x="1410" y="422"/>
                  </a:cubicBezTo>
                  <a:cubicBezTo>
                    <a:pt x="1418" y="407"/>
                    <a:pt x="1386" y="345"/>
                    <a:pt x="1386" y="345"/>
                  </a:cubicBezTo>
                  <a:cubicBezTo>
                    <a:pt x="1386" y="345"/>
                    <a:pt x="1367" y="332"/>
                    <a:pt x="1367" y="356"/>
                  </a:cubicBezTo>
                  <a:cubicBezTo>
                    <a:pt x="1367" y="379"/>
                    <a:pt x="1332" y="388"/>
                    <a:pt x="1329" y="373"/>
                  </a:cubicBezTo>
                  <a:cubicBezTo>
                    <a:pt x="1327" y="359"/>
                    <a:pt x="1316" y="368"/>
                    <a:pt x="1316" y="368"/>
                  </a:cubicBezTo>
                  <a:cubicBezTo>
                    <a:pt x="1317" y="318"/>
                    <a:pt x="1317" y="318"/>
                    <a:pt x="1317" y="318"/>
                  </a:cubicBezTo>
                  <a:cubicBezTo>
                    <a:pt x="1312" y="317"/>
                    <a:pt x="1296" y="316"/>
                    <a:pt x="1283" y="299"/>
                  </a:cubicBezTo>
                  <a:cubicBezTo>
                    <a:pt x="1270" y="282"/>
                    <a:pt x="1267" y="287"/>
                    <a:pt x="1256" y="288"/>
                  </a:cubicBezTo>
                  <a:cubicBezTo>
                    <a:pt x="1245" y="289"/>
                    <a:pt x="1244" y="281"/>
                    <a:pt x="1222" y="281"/>
                  </a:cubicBezTo>
                  <a:cubicBezTo>
                    <a:pt x="1200" y="280"/>
                    <a:pt x="1212" y="305"/>
                    <a:pt x="1207" y="335"/>
                  </a:cubicBezTo>
                  <a:cubicBezTo>
                    <a:pt x="1203" y="364"/>
                    <a:pt x="1186" y="371"/>
                    <a:pt x="1186" y="371"/>
                  </a:cubicBezTo>
                  <a:cubicBezTo>
                    <a:pt x="1215" y="406"/>
                    <a:pt x="1204" y="439"/>
                    <a:pt x="1204" y="439"/>
                  </a:cubicBezTo>
                  <a:cubicBezTo>
                    <a:pt x="1150" y="461"/>
                    <a:pt x="1159" y="483"/>
                    <a:pt x="1159" y="483"/>
                  </a:cubicBezTo>
                  <a:cubicBezTo>
                    <a:pt x="1170" y="500"/>
                    <a:pt x="1173" y="515"/>
                    <a:pt x="1157" y="531"/>
                  </a:cubicBezTo>
                  <a:cubicBezTo>
                    <a:pt x="1141" y="547"/>
                    <a:pt x="1117" y="499"/>
                    <a:pt x="1117" y="499"/>
                  </a:cubicBezTo>
                  <a:cubicBezTo>
                    <a:pt x="1127" y="454"/>
                    <a:pt x="1127" y="454"/>
                    <a:pt x="1127" y="454"/>
                  </a:cubicBezTo>
                  <a:cubicBezTo>
                    <a:pt x="1127" y="454"/>
                    <a:pt x="1084" y="457"/>
                    <a:pt x="1082" y="448"/>
                  </a:cubicBezTo>
                  <a:cubicBezTo>
                    <a:pt x="1080" y="438"/>
                    <a:pt x="1068" y="438"/>
                    <a:pt x="1051" y="422"/>
                  </a:cubicBezTo>
                  <a:cubicBezTo>
                    <a:pt x="1033" y="405"/>
                    <a:pt x="999" y="411"/>
                    <a:pt x="999" y="411"/>
                  </a:cubicBezTo>
                  <a:cubicBezTo>
                    <a:pt x="1001" y="389"/>
                    <a:pt x="1024" y="365"/>
                    <a:pt x="989" y="372"/>
                  </a:cubicBezTo>
                  <a:cubicBezTo>
                    <a:pt x="953" y="379"/>
                    <a:pt x="976" y="314"/>
                    <a:pt x="991" y="314"/>
                  </a:cubicBezTo>
                  <a:cubicBezTo>
                    <a:pt x="1005" y="314"/>
                    <a:pt x="1018" y="276"/>
                    <a:pt x="1029" y="276"/>
                  </a:cubicBezTo>
                  <a:cubicBezTo>
                    <a:pt x="1040" y="276"/>
                    <a:pt x="1043" y="267"/>
                    <a:pt x="1049" y="254"/>
                  </a:cubicBezTo>
                  <a:cubicBezTo>
                    <a:pt x="1055" y="242"/>
                    <a:pt x="1091" y="242"/>
                    <a:pt x="1100" y="224"/>
                  </a:cubicBezTo>
                  <a:cubicBezTo>
                    <a:pt x="1108" y="206"/>
                    <a:pt x="1089" y="210"/>
                    <a:pt x="1082" y="210"/>
                  </a:cubicBezTo>
                  <a:cubicBezTo>
                    <a:pt x="1076" y="210"/>
                    <a:pt x="1070" y="188"/>
                    <a:pt x="1091" y="199"/>
                  </a:cubicBezTo>
                  <a:cubicBezTo>
                    <a:pt x="1112" y="211"/>
                    <a:pt x="1119" y="184"/>
                    <a:pt x="1145" y="178"/>
                  </a:cubicBezTo>
                  <a:cubicBezTo>
                    <a:pt x="1171" y="172"/>
                    <a:pt x="1188" y="158"/>
                    <a:pt x="1194" y="148"/>
                  </a:cubicBezTo>
                  <a:cubicBezTo>
                    <a:pt x="1199" y="138"/>
                    <a:pt x="1181" y="114"/>
                    <a:pt x="1181" y="114"/>
                  </a:cubicBezTo>
                  <a:cubicBezTo>
                    <a:pt x="1181" y="114"/>
                    <a:pt x="1192" y="114"/>
                    <a:pt x="1197" y="101"/>
                  </a:cubicBezTo>
                  <a:cubicBezTo>
                    <a:pt x="1201" y="87"/>
                    <a:pt x="1180" y="73"/>
                    <a:pt x="1168" y="72"/>
                  </a:cubicBezTo>
                  <a:cubicBezTo>
                    <a:pt x="1155" y="70"/>
                    <a:pt x="1147" y="78"/>
                    <a:pt x="1151" y="96"/>
                  </a:cubicBezTo>
                  <a:cubicBezTo>
                    <a:pt x="1155" y="114"/>
                    <a:pt x="1136" y="99"/>
                    <a:pt x="1132" y="124"/>
                  </a:cubicBezTo>
                  <a:cubicBezTo>
                    <a:pt x="1129" y="149"/>
                    <a:pt x="1089" y="167"/>
                    <a:pt x="1103" y="136"/>
                  </a:cubicBezTo>
                  <a:cubicBezTo>
                    <a:pt x="1118" y="105"/>
                    <a:pt x="1095" y="78"/>
                    <a:pt x="1099" y="92"/>
                  </a:cubicBezTo>
                  <a:cubicBezTo>
                    <a:pt x="1103" y="105"/>
                    <a:pt x="1080" y="114"/>
                    <a:pt x="1080" y="114"/>
                  </a:cubicBezTo>
                  <a:cubicBezTo>
                    <a:pt x="1080" y="114"/>
                    <a:pt x="1094" y="88"/>
                    <a:pt x="1074" y="82"/>
                  </a:cubicBezTo>
                  <a:cubicBezTo>
                    <a:pt x="1054" y="77"/>
                    <a:pt x="1066" y="65"/>
                    <a:pt x="1064" y="51"/>
                  </a:cubicBezTo>
                  <a:cubicBezTo>
                    <a:pt x="1062" y="36"/>
                    <a:pt x="1058" y="5"/>
                    <a:pt x="1053" y="3"/>
                  </a:cubicBezTo>
                  <a:cubicBezTo>
                    <a:pt x="1048" y="0"/>
                    <a:pt x="1034" y="11"/>
                    <a:pt x="1024" y="42"/>
                  </a:cubicBezTo>
                  <a:cubicBezTo>
                    <a:pt x="1014" y="72"/>
                    <a:pt x="1021" y="61"/>
                    <a:pt x="1034" y="75"/>
                  </a:cubicBezTo>
                  <a:cubicBezTo>
                    <a:pt x="1048" y="89"/>
                    <a:pt x="1045" y="102"/>
                    <a:pt x="1026" y="118"/>
                  </a:cubicBezTo>
                  <a:cubicBezTo>
                    <a:pt x="1007" y="134"/>
                    <a:pt x="1015" y="106"/>
                    <a:pt x="1014" y="94"/>
                  </a:cubicBezTo>
                  <a:cubicBezTo>
                    <a:pt x="1013" y="81"/>
                    <a:pt x="996" y="65"/>
                    <a:pt x="980" y="85"/>
                  </a:cubicBezTo>
                  <a:cubicBezTo>
                    <a:pt x="965" y="105"/>
                    <a:pt x="977" y="108"/>
                    <a:pt x="977" y="108"/>
                  </a:cubicBezTo>
                  <a:cubicBezTo>
                    <a:pt x="977" y="108"/>
                    <a:pt x="1000" y="128"/>
                    <a:pt x="950" y="137"/>
                  </a:cubicBezTo>
                  <a:cubicBezTo>
                    <a:pt x="901" y="145"/>
                    <a:pt x="884" y="102"/>
                    <a:pt x="879" y="102"/>
                  </a:cubicBezTo>
                  <a:cubicBezTo>
                    <a:pt x="875" y="102"/>
                    <a:pt x="884" y="119"/>
                    <a:pt x="848" y="129"/>
                  </a:cubicBezTo>
                  <a:cubicBezTo>
                    <a:pt x="811" y="139"/>
                    <a:pt x="759" y="132"/>
                    <a:pt x="759" y="132"/>
                  </a:cubicBezTo>
                  <a:cubicBezTo>
                    <a:pt x="759" y="132"/>
                    <a:pt x="794" y="101"/>
                    <a:pt x="756" y="101"/>
                  </a:cubicBezTo>
                  <a:cubicBezTo>
                    <a:pt x="719" y="101"/>
                    <a:pt x="691" y="70"/>
                    <a:pt x="671" y="72"/>
                  </a:cubicBezTo>
                  <a:cubicBezTo>
                    <a:pt x="650" y="75"/>
                    <a:pt x="630" y="114"/>
                    <a:pt x="626" y="88"/>
                  </a:cubicBezTo>
                  <a:cubicBezTo>
                    <a:pt x="623" y="63"/>
                    <a:pt x="603" y="57"/>
                    <a:pt x="593" y="60"/>
                  </a:cubicBezTo>
                  <a:cubicBezTo>
                    <a:pt x="564" y="68"/>
                    <a:pt x="564" y="57"/>
                    <a:pt x="540" y="76"/>
                  </a:cubicBezTo>
                  <a:cubicBezTo>
                    <a:pt x="515" y="96"/>
                    <a:pt x="485" y="125"/>
                    <a:pt x="468" y="98"/>
                  </a:cubicBezTo>
                  <a:cubicBezTo>
                    <a:pt x="451" y="71"/>
                    <a:pt x="439" y="77"/>
                    <a:pt x="439" y="77"/>
                  </a:cubicBezTo>
                  <a:cubicBezTo>
                    <a:pt x="421" y="68"/>
                    <a:pt x="401" y="59"/>
                    <a:pt x="378" y="62"/>
                  </a:cubicBezTo>
                  <a:cubicBezTo>
                    <a:pt x="355" y="64"/>
                    <a:pt x="356" y="49"/>
                    <a:pt x="332" y="52"/>
                  </a:cubicBezTo>
                  <a:cubicBezTo>
                    <a:pt x="309" y="56"/>
                    <a:pt x="303" y="38"/>
                    <a:pt x="287" y="38"/>
                  </a:cubicBezTo>
                  <a:cubicBezTo>
                    <a:pt x="271" y="38"/>
                    <a:pt x="273" y="17"/>
                    <a:pt x="254" y="19"/>
                  </a:cubicBezTo>
                  <a:cubicBezTo>
                    <a:pt x="235" y="21"/>
                    <a:pt x="206" y="53"/>
                    <a:pt x="179" y="54"/>
                  </a:cubicBezTo>
                  <a:cubicBezTo>
                    <a:pt x="152" y="55"/>
                    <a:pt x="153" y="95"/>
                    <a:pt x="126" y="97"/>
                  </a:cubicBezTo>
                  <a:cubicBezTo>
                    <a:pt x="100" y="98"/>
                    <a:pt x="66" y="119"/>
                    <a:pt x="91" y="119"/>
                  </a:cubicBezTo>
                  <a:cubicBezTo>
                    <a:pt x="116" y="119"/>
                    <a:pt x="120" y="157"/>
                    <a:pt x="137" y="160"/>
                  </a:cubicBezTo>
                  <a:cubicBezTo>
                    <a:pt x="153" y="163"/>
                    <a:pt x="149" y="185"/>
                    <a:pt x="125" y="188"/>
                  </a:cubicBezTo>
                  <a:cubicBezTo>
                    <a:pt x="101" y="191"/>
                    <a:pt x="116" y="167"/>
                    <a:pt x="106" y="171"/>
                  </a:cubicBezTo>
                  <a:cubicBezTo>
                    <a:pt x="96" y="175"/>
                    <a:pt x="53" y="182"/>
                    <a:pt x="51" y="204"/>
                  </a:cubicBezTo>
                  <a:cubicBezTo>
                    <a:pt x="49" y="227"/>
                    <a:pt x="81" y="240"/>
                    <a:pt x="108" y="227"/>
                  </a:cubicBezTo>
                  <a:cubicBezTo>
                    <a:pt x="135" y="214"/>
                    <a:pt x="149" y="255"/>
                    <a:pt x="121" y="254"/>
                  </a:cubicBezTo>
                  <a:cubicBezTo>
                    <a:pt x="94" y="253"/>
                    <a:pt x="90" y="271"/>
                    <a:pt x="75" y="273"/>
                  </a:cubicBezTo>
                  <a:cubicBezTo>
                    <a:pt x="60" y="275"/>
                    <a:pt x="33" y="297"/>
                    <a:pt x="41" y="310"/>
                  </a:cubicBezTo>
                  <a:cubicBezTo>
                    <a:pt x="49" y="324"/>
                    <a:pt x="37" y="322"/>
                    <a:pt x="51" y="344"/>
                  </a:cubicBezTo>
                  <a:cubicBezTo>
                    <a:pt x="60" y="358"/>
                    <a:pt x="70" y="349"/>
                    <a:pt x="76" y="340"/>
                  </a:cubicBezTo>
                  <a:cubicBezTo>
                    <a:pt x="73" y="349"/>
                    <a:pt x="71" y="361"/>
                    <a:pt x="80" y="367"/>
                  </a:cubicBezTo>
                  <a:cubicBezTo>
                    <a:pt x="93" y="376"/>
                    <a:pt x="82" y="374"/>
                    <a:pt x="112" y="373"/>
                  </a:cubicBezTo>
                  <a:cubicBezTo>
                    <a:pt x="141" y="372"/>
                    <a:pt x="129" y="384"/>
                    <a:pt x="104" y="409"/>
                  </a:cubicBezTo>
                  <a:cubicBezTo>
                    <a:pt x="79" y="434"/>
                    <a:pt x="0" y="469"/>
                    <a:pt x="0" y="469"/>
                  </a:cubicBezTo>
                  <a:cubicBezTo>
                    <a:pt x="126" y="435"/>
                    <a:pt x="119" y="411"/>
                    <a:pt x="152" y="396"/>
                  </a:cubicBezTo>
                  <a:cubicBezTo>
                    <a:pt x="185" y="380"/>
                    <a:pt x="177" y="378"/>
                    <a:pt x="179" y="366"/>
                  </a:cubicBezTo>
                  <a:cubicBezTo>
                    <a:pt x="181" y="358"/>
                    <a:pt x="207" y="342"/>
                    <a:pt x="225" y="332"/>
                  </a:cubicBezTo>
                  <a:cubicBezTo>
                    <a:pt x="209" y="345"/>
                    <a:pt x="208" y="364"/>
                    <a:pt x="212" y="370"/>
                  </a:cubicBezTo>
                  <a:cubicBezTo>
                    <a:pt x="216" y="377"/>
                    <a:pt x="250" y="345"/>
                    <a:pt x="268" y="340"/>
                  </a:cubicBezTo>
                  <a:cubicBezTo>
                    <a:pt x="286" y="335"/>
                    <a:pt x="259" y="292"/>
                    <a:pt x="286" y="319"/>
                  </a:cubicBezTo>
                  <a:cubicBezTo>
                    <a:pt x="313" y="347"/>
                    <a:pt x="367" y="339"/>
                    <a:pt x="367" y="339"/>
                  </a:cubicBezTo>
                  <a:cubicBezTo>
                    <a:pt x="441" y="390"/>
                    <a:pt x="444" y="435"/>
                    <a:pt x="472" y="463"/>
                  </a:cubicBezTo>
                  <a:cubicBezTo>
                    <a:pt x="501" y="491"/>
                    <a:pt x="460" y="544"/>
                    <a:pt x="501" y="547"/>
                  </a:cubicBezTo>
                  <a:cubicBezTo>
                    <a:pt x="541" y="550"/>
                    <a:pt x="546" y="583"/>
                    <a:pt x="546" y="583"/>
                  </a:cubicBezTo>
                  <a:cubicBezTo>
                    <a:pt x="546" y="583"/>
                    <a:pt x="562" y="598"/>
                    <a:pt x="533" y="599"/>
                  </a:cubicBezTo>
                  <a:cubicBezTo>
                    <a:pt x="505" y="600"/>
                    <a:pt x="515" y="600"/>
                    <a:pt x="518" y="623"/>
                  </a:cubicBezTo>
                  <a:cubicBezTo>
                    <a:pt x="522" y="646"/>
                    <a:pt x="511" y="677"/>
                    <a:pt x="499" y="698"/>
                  </a:cubicBezTo>
                  <a:cubicBezTo>
                    <a:pt x="486" y="719"/>
                    <a:pt x="480" y="762"/>
                    <a:pt x="490" y="769"/>
                  </a:cubicBezTo>
                  <a:cubicBezTo>
                    <a:pt x="499" y="776"/>
                    <a:pt x="495" y="803"/>
                    <a:pt x="515" y="828"/>
                  </a:cubicBezTo>
                  <a:cubicBezTo>
                    <a:pt x="535" y="854"/>
                    <a:pt x="553" y="853"/>
                    <a:pt x="556" y="869"/>
                  </a:cubicBezTo>
                  <a:cubicBezTo>
                    <a:pt x="557" y="874"/>
                    <a:pt x="559" y="876"/>
                    <a:pt x="562" y="876"/>
                  </a:cubicBezTo>
                  <a:cubicBezTo>
                    <a:pt x="562" y="877"/>
                    <a:pt x="562" y="912"/>
                    <a:pt x="573" y="924"/>
                  </a:cubicBezTo>
                  <a:cubicBezTo>
                    <a:pt x="584" y="935"/>
                    <a:pt x="590" y="950"/>
                    <a:pt x="566" y="953"/>
                  </a:cubicBezTo>
                  <a:cubicBezTo>
                    <a:pt x="566" y="953"/>
                    <a:pt x="583" y="965"/>
                    <a:pt x="597" y="973"/>
                  </a:cubicBezTo>
                  <a:cubicBezTo>
                    <a:pt x="611" y="981"/>
                    <a:pt x="595" y="997"/>
                    <a:pt x="603" y="1004"/>
                  </a:cubicBezTo>
                  <a:cubicBezTo>
                    <a:pt x="610" y="1010"/>
                    <a:pt x="622" y="1034"/>
                    <a:pt x="631" y="1028"/>
                  </a:cubicBezTo>
                  <a:cubicBezTo>
                    <a:pt x="639" y="1023"/>
                    <a:pt x="634" y="1018"/>
                    <a:pt x="624" y="1004"/>
                  </a:cubicBezTo>
                  <a:cubicBezTo>
                    <a:pt x="614" y="990"/>
                    <a:pt x="630" y="988"/>
                    <a:pt x="609" y="952"/>
                  </a:cubicBezTo>
                  <a:cubicBezTo>
                    <a:pt x="589" y="916"/>
                    <a:pt x="586" y="906"/>
                    <a:pt x="592" y="894"/>
                  </a:cubicBezTo>
                  <a:cubicBezTo>
                    <a:pt x="592" y="894"/>
                    <a:pt x="605" y="894"/>
                    <a:pt x="607" y="909"/>
                  </a:cubicBezTo>
                  <a:cubicBezTo>
                    <a:pt x="609" y="925"/>
                    <a:pt x="637" y="965"/>
                    <a:pt x="646" y="974"/>
                  </a:cubicBezTo>
                  <a:cubicBezTo>
                    <a:pt x="655" y="983"/>
                    <a:pt x="636" y="986"/>
                    <a:pt x="648" y="993"/>
                  </a:cubicBezTo>
                  <a:cubicBezTo>
                    <a:pt x="661" y="999"/>
                    <a:pt x="696" y="1043"/>
                    <a:pt x="685" y="1069"/>
                  </a:cubicBezTo>
                  <a:cubicBezTo>
                    <a:pt x="685" y="1069"/>
                    <a:pt x="676" y="1081"/>
                    <a:pt x="694" y="1089"/>
                  </a:cubicBezTo>
                  <a:cubicBezTo>
                    <a:pt x="713" y="1097"/>
                    <a:pt x="784" y="1143"/>
                    <a:pt x="805" y="1139"/>
                  </a:cubicBezTo>
                  <a:cubicBezTo>
                    <a:pt x="826" y="1135"/>
                    <a:pt x="844" y="1135"/>
                    <a:pt x="851" y="1150"/>
                  </a:cubicBezTo>
                  <a:cubicBezTo>
                    <a:pt x="853" y="1156"/>
                    <a:pt x="856" y="1157"/>
                    <a:pt x="858" y="1157"/>
                  </a:cubicBezTo>
                  <a:cubicBezTo>
                    <a:pt x="857" y="1157"/>
                    <a:pt x="857" y="1157"/>
                    <a:pt x="857" y="1157"/>
                  </a:cubicBezTo>
                  <a:cubicBezTo>
                    <a:pt x="857" y="1157"/>
                    <a:pt x="869" y="1174"/>
                    <a:pt x="892" y="1170"/>
                  </a:cubicBezTo>
                  <a:cubicBezTo>
                    <a:pt x="915" y="1167"/>
                    <a:pt x="894" y="1187"/>
                    <a:pt x="923" y="1179"/>
                  </a:cubicBezTo>
                  <a:cubicBezTo>
                    <a:pt x="923" y="1179"/>
                    <a:pt x="932" y="1211"/>
                    <a:pt x="945" y="1213"/>
                  </a:cubicBezTo>
                  <a:cubicBezTo>
                    <a:pt x="945" y="1213"/>
                    <a:pt x="939" y="1230"/>
                    <a:pt x="952" y="1230"/>
                  </a:cubicBezTo>
                  <a:cubicBezTo>
                    <a:pt x="966" y="1230"/>
                    <a:pt x="961" y="1258"/>
                    <a:pt x="983" y="1256"/>
                  </a:cubicBezTo>
                  <a:cubicBezTo>
                    <a:pt x="1005" y="1253"/>
                    <a:pt x="1000" y="1280"/>
                    <a:pt x="1014" y="1270"/>
                  </a:cubicBezTo>
                  <a:cubicBezTo>
                    <a:pt x="1027" y="1259"/>
                    <a:pt x="1052" y="1231"/>
                    <a:pt x="1051" y="1272"/>
                  </a:cubicBezTo>
                  <a:cubicBezTo>
                    <a:pt x="1051" y="1272"/>
                    <a:pt x="1064" y="1297"/>
                    <a:pt x="1042" y="1328"/>
                  </a:cubicBezTo>
                  <a:cubicBezTo>
                    <a:pt x="1020" y="1359"/>
                    <a:pt x="976" y="1398"/>
                    <a:pt x="982" y="1414"/>
                  </a:cubicBezTo>
                  <a:cubicBezTo>
                    <a:pt x="988" y="1430"/>
                    <a:pt x="992" y="1427"/>
                    <a:pt x="975" y="1448"/>
                  </a:cubicBezTo>
                  <a:cubicBezTo>
                    <a:pt x="957" y="1470"/>
                    <a:pt x="981" y="1486"/>
                    <a:pt x="987" y="1499"/>
                  </a:cubicBezTo>
                  <a:cubicBezTo>
                    <a:pt x="992" y="1512"/>
                    <a:pt x="1027" y="1606"/>
                    <a:pt x="1026" y="1620"/>
                  </a:cubicBezTo>
                  <a:cubicBezTo>
                    <a:pt x="1025" y="1634"/>
                    <a:pt x="1101" y="1659"/>
                    <a:pt x="1099" y="1693"/>
                  </a:cubicBezTo>
                  <a:cubicBezTo>
                    <a:pt x="1097" y="1727"/>
                    <a:pt x="1081" y="1814"/>
                    <a:pt x="1053" y="1900"/>
                  </a:cubicBezTo>
                  <a:cubicBezTo>
                    <a:pt x="1024" y="1987"/>
                    <a:pt x="1049" y="1983"/>
                    <a:pt x="1000" y="2057"/>
                  </a:cubicBezTo>
                  <a:cubicBezTo>
                    <a:pt x="1000" y="2057"/>
                    <a:pt x="985" y="2145"/>
                    <a:pt x="975" y="2166"/>
                  </a:cubicBezTo>
                  <a:cubicBezTo>
                    <a:pt x="964" y="2187"/>
                    <a:pt x="952" y="2217"/>
                    <a:pt x="964" y="2214"/>
                  </a:cubicBezTo>
                  <a:cubicBezTo>
                    <a:pt x="976" y="2210"/>
                    <a:pt x="983" y="2157"/>
                    <a:pt x="997" y="2164"/>
                  </a:cubicBezTo>
                  <a:cubicBezTo>
                    <a:pt x="997" y="2164"/>
                    <a:pt x="969" y="2277"/>
                    <a:pt x="954" y="2301"/>
                  </a:cubicBezTo>
                  <a:cubicBezTo>
                    <a:pt x="938" y="2326"/>
                    <a:pt x="916" y="2399"/>
                    <a:pt x="924" y="2432"/>
                  </a:cubicBezTo>
                  <a:cubicBezTo>
                    <a:pt x="933" y="2467"/>
                    <a:pt x="912" y="2506"/>
                    <a:pt x="938" y="2528"/>
                  </a:cubicBezTo>
                  <a:cubicBezTo>
                    <a:pt x="964" y="2550"/>
                    <a:pt x="958" y="2570"/>
                    <a:pt x="1001" y="2574"/>
                  </a:cubicBezTo>
                  <a:cubicBezTo>
                    <a:pt x="1044" y="2578"/>
                    <a:pt x="1051" y="2569"/>
                    <a:pt x="1070" y="2564"/>
                  </a:cubicBezTo>
                  <a:cubicBezTo>
                    <a:pt x="1090" y="2559"/>
                    <a:pt x="1018" y="2561"/>
                    <a:pt x="1015" y="2486"/>
                  </a:cubicBezTo>
                  <a:cubicBezTo>
                    <a:pt x="1012" y="2411"/>
                    <a:pt x="1014" y="2411"/>
                    <a:pt x="1034" y="2407"/>
                  </a:cubicBezTo>
                  <a:cubicBezTo>
                    <a:pt x="1054" y="2404"/>
                    <a:pt x="1038" y="2391"/>
                    <a:pt x="1050" y="2375"/>
                  </a:cubicBezTo>
                  <a:cubicBezTo>
                    <a:pt x="1062" y="2359"/>
                    <a:pt x="1089" y="2351"/>
                    <a:pt x="1092" y="2326"/>
                  </a:cubicBezTo>
                  <a:cubicBezTo>
                    <a:pt x="1094" y="2300"/>
                    <a:pt x="1059" y="2313"/>
                    <a:pt x="1066" y="2279"/>
                  </a:cubicBezTo>
                  <a:cubicBezTo>
                    <a:pt x="1073" y="2245"/>
                    <a:pt x="1107" y="2252"/>
                    <a:pt x="1107" y="2252"/>
                  </a:cubicBezTo>
                  <a:cubicBezTo>
                    <a:pt x="1109" y="2215"/>
                    <a:pt x="1109" y="2215"/>
                    <a:pt x="1109" y="2215"/>
                  </a:cubicBezTo>
                  <a:cubicBezTo>
                    <a:pt x="1109" y="2215"/>
                    <a:pt x="1139" y="2215"/>
                    <a:pt x="1143" y="2196"/>
                  </a:cubicBezTo>
                  <a:cubicBezTo>
                    <a:pt x="1146" y="2177"/>
                    <a:pt x="1123" y="2191"/>
                    <a:pt x="1121" y="2176"/>
                  </a:cubicBezTo>
                  <a:cubicBezTo>
                    <a:pt x="1119" y="2160"/>
                    <a:pt x="1123" y="2139"/>
                    <a:pt x="1143" y="2159"/>
                  </a:cubicBezTo>
                  <a:cubicBezTo>
                    <a:pt x="1164" y="2179"/>
                    <a:pt x="1174" y="2127"/>
                    <a:pt x="1174" y="2127"/>
                  </a:cubicBezTo>
                  <a:cubicBezTo>
                    <a:pt x="1174" y="2127"/>
                    <a:pt x="1175" y="2102"/>
                    <a:pt x="1214" y="2105"/>
                  </a:cubicBezTo>
                  <a:cubicBezTo>
                    <a:pt x="1254" y="2107"/>
                    <a:pt x="1274" y="2077"/>
                    <a:pt x="1280" y="2045"/>
                  </a:cubicBezTo>
                  <a:cubicBezTo>
                    <a:pt x="1286" y="2014"/>
                    <a:pt x="1261" y="2055"/>
                    <a:pt x="1265" y="2019"/>
                  </a:cubicBezTo>
                  <a:cubicBezTo>
                    <a:pt x="1268" y="1983"/>
                    <a:pt x="1280" y="2027"/>
                    <a:pt x="1308" y="2010"/>
                  </a:cubicBezTo>
                  <a:cubicBezTo>
                    <a:pt x="1336" y="1992"/>
                    <a:pt x="1368" y="1956"/>
                    <a:pt x="1372" y="1944"/>
                  </a:cubicBezTo>
                  <a:cubicBezTo>
                    <a:pt x="1375" y="1931"/>
                    <a:pt x="1414" y="1898"/>
                    <a:pt x="1426" y="1876"/>
                  </a:cubicBezTo>
                  <a:cubicBezTo>
                    <a:pt x="1439" y="1854"/>
                    <a:pt x="1425" y="1831"/>
                    <a:pt x="1446" y="1809"/>
                  </a:cubicBezTo>
                  <a:cubicBezTo>
                    <a:pt x="1466" y="1787"/>
                    <a:pt x="1516" y="1769"/>
                    <a:pt x="1533" y="1770"/>
                  </a:cubicBezTo>
                  <a:cubicBezTo>
                    <a:pt x="1550" y="1771"/>
                    <a:pt x="1584" y="1711"/>
                    <a:pt x="1589" y="1687"/>
                  </a:cubicBezTo>
                  <a:cubicBezTo>
                    <a:pt x="1594" y="1662"/>
                    <a:pt x="1604" y="1612"/>
                    <a:pt x="1621" y="1589"/>
                  </a:cubicBezTo>
                  <a:cubicBezTo>
                    <a:pt x="1638" y="1566"/>
                    <a:pt x="1681" y="1543"/>
                    <a:pt x="1681" y="1496"/>
                  </a:cubicBezTo>
                  <a:cubicBezTo>
                    <a:pt x="1681" y="1449"/>
                    <a:pt x="1671" y="1472"/>
                    <a:pt x="1651" y="1463"/>
                  </a:cubicBezTo>
                  <a:close/>
                  <a:moveTo>
                    <a:pt x="925" y="1098"/>
                  </a:moveTo>
                  <a:cubicBezTo>
                    <a:pt x="923" y="1099"/>
                    <a:pt x="922" y="1101"/>
                    <a:pt x="920" y="1102"/>
                  </a:cubicBezTo>
                  <a:cubicBezTo>
                    <a:pt x="922" y="1101"/>
                    <a:pt x="923" y="1099"/>
                    <a:pt x="925" y="1098"/>
                  </a:cubicBezTo>
                  <a:close/>
                  <a:moveTo>
                    <a:pt x="1301" y="647"/>
                  </a:moveTo>
                  <a:cubicBezTo>
                    <a:pt x="1300" y="646"/>
                    <a:pt x="1299" y="646"/>
                    <a:pt x="1297" y="645"/>
                  </a:cubicBezTo>
                  <a:cubicBezTo>
                    <a:pt x="1299" y="646"/>
                    <a:pt x="1300" y="646"/>
                    <a:pt x="1301" y="647"/>
                  </a:cubicBezTo>
                  <a:close/>
                  <a:moveTo>
                    <a:pt x="581" y="870"/>
                  </a:moveTo>
                  <a:cubicBezTo>
                    <a:pt x="584" y="870"/>
                    <a:pt x="586" y="869"/>
                    <a:pt x="588" y="869"/>
                  </a:cubicBezTo>
                  <a:cubicBezTo>
                    <a:pt x="586" y="869"/>
                    <a:pt x="584" y="870"/>
                    <a:pt x="581" y="870"/>
                  </a:cubicBezTo>
                  <a:close/>
                  <a:moveTo>
                    <a:pt x="917" y="1104"/>
                  </a:moveTo>
                  <a:cubicBezTo>
                    <a:pt x="918" y="1104"/>
                    <a:pt x="919" y="1103"/>
                    <a:pt x="920" y="1102"/>
                  </a:cubicBezTo>
                  <a:cubicBezTo>
                    <a:pt x="919" y="1103"/>
                    <a:pt x="918" y="1104"/>
                    <a:pt x="917" y="1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1341438" y="2771776"/>
              <a:ext cx="746125" cy="828675"/>
            </a:xfrm>
            <a:custGeom>
              <a:avLst/>
              <a:gdLst/>
              <a:ahLst/>
              <a:cxnLst/>
              <a:rect l="l" t="t" r="r" b="b"/>
              <a:pathLst>
                <a:path w="745" h="827" extrusionOk="0">
                  <a:moveTo>
                    <a:pt x="623" y="547"/>
                  </a:moveTo>
                  <a:cubicBezTo>
                    <a:pt x="620" y="543"/>
                    <a:pt x="639" y="537"/>
                    <a:pt x="633" y="508"/>
                  </a:cubicBezTo>
                  <a:cubicBezTo>
                    <a:pt x="626" y="479"/>
                    <a:pt x="639" y="464"/>
                    <a:pt x="638" y="461"/>
                  </a:cubicBezTo>
                  <a:cubicBezTo>
                    <a:pt x="637" y="458"/>
                    <a:pt x="626" y="428"/>
                    <a:pt x="640" y="426"/>
                  </a:cubicBezTo>
                  <a:cubicBezTo>
                    <a:pt x="653" y="424"/>
                    <a:pt x="653" y="418"/>
                    <a:pt x="654" y="404"/>
                  </a:cubicBezTo>
                  <a:cubicBezTo>
                    <a:pt x="654" y="391"/>
                    <a:pt x="671" y="395"/>
                    <a:pt x="671" y="386"/>
                  </a:cubicBezTo>
                  <a:cubicBezTo>
                    <a:pt x="670" y="378"/>
                    <a:pt x="658" y="368"/>
                    <a:pt x="664" y="357"/>
                  </a:cubicBezTo>
                  <a:cubicBezTo>
                    <a:pt x="670" y="346"/>
                    <a:pt x="683" y="337"/>
                    <a:pt x="670" y="327"/>
                  </a:cubicBezTo>
                  <a:cubicBezTo>
                    <a:pt x="657" y="316"/>
                    <a:pt x="665" y="318"/>
                    <a:pt x="646" y="305"/>
                  </a:cubicBezTo>
                  <a:cubicBezTo>
                    <a:pt x="627" y="292"/>
                    <a:pt x="672" y="281"/>
                    <a:pt x="678" y="281"/>
                  </a:cubicBezTo>
                  <a:cubicBezTo>
                    <a:pt x="685" y="281"/>
                    <a:pt x="692" y="287"/>
                    <a:pt x="692" y="270"/>
                  </a:cubicBezTo>
                  <a:cubicBezTo>
                    <a:pt x="693" y="253"/>
                    <a:pt x="679" y="270"/>
                    <a:pt x="674" y="244"/>
                  </a:cubicBezTo>
                  <a:cubicBezTo>
                    <a:pt x="673" y="238"/>
                    <a:pt x="671" y="234"/>
                    <a:pt x="669" y="233"/>
                  </a:cubicBezTo>
                  <a:cubicBezTo>
                    <a:pt x="671" y="227"/>
                    <a:pt x="673" y="221"/>
                    <a:pt x="677" y="217"/>
                  </a:cubicBezTo>
                  <a:cubicBezTo>
                    <a:pt x="687" y="208"/>
                    <a:pt x="680" y="198"/>
                    <a:pt x="667" y="199"/>
                  </a:cubicBezTo>
                  <a:cubicBezTo>
                    <a:pt x="664" y="196"/>
                    <a:pt x="663" y="191"/>
                    <a:pt x="664" y="186"/>
                  </a:cubicBezTo>
                  <a:cubicBezTo>
                    <a:pt x="665" y="185"/>
                    <a:pt x="666" y="184"/>
                    <a:pt x="667" y="184"/>
                  </a:cubicBezTo>
                  <a:cubicBezTo>
                    <a:pt x="673" y="181"/>
                    <a:pt x="677" y="173"/>
                    <a:pt x="680" y="164"/>
                  </a:cubicBezTo>
                  <a:cubicBezTo>
                    <a:pt x="691" y="151"/>
                    <a:pt x="712" y="129"/>
                    <a:pt x="721" y="127"/>
                  </a:cubicBezTo>
                  <a:cubicBezTo>
                    <a:pt x="734" y="122"/>
                    <a:pt x="744" y="110"/>
                    <a:pt x="745" y="98"/>
                  </a:cubicBezTo>
                  <a:cubicBezTo>
                    <a:pt x="744" y="82"/>
                    <a:pt x="724" y="81"/>
                    <a:pt x="708" y="79"/>
                  </a:cubicBezTo>
                  <a:cubicBezTo>
                    <a:pt x="683" y="75"/>
                    <a:pt x="672" y="115"/>
                    <a:pt x="649" y="111"/>
                  </a:cubicBezTo>
                  <a:cubicBezTo>
                    <a:pt x="636" y="104"/>
                    <a:pt x="617" y="61"/>
                    <a:pt x="616" y="44"/>
                  </a:cubicBezTo>
                  <a:cubicBezTo>
                    <a:pt x="614" y="34"/>
                    <a:pt x="614" y="21"/>
                    <a:pt x="601" y="20"/>
                  </a:cubicBezTo>
                  <a:cubicBezTo>
                    <a:pt x="580" y="25"/>
                    <a:pt x="562" y="15"/>
                    <a:pt x="543" y="27"/>
                  </a:cubicBezTo>
                  <a:cubicBezTo>
                    <a:pt x="547" y="9"/>
                    <a:pt x="483" y="5"/>
                    <a:pt x="464" y="1"/>
                  </a:cubicBezTo>
                  <a:cubicBezTo>
                    <a:pt x="448" y="0"/>
                    <a:pt x="435" y="6"/>
                    <a:pt x="420" y="7"/>
                  </a:cubicBezTo>
                  <a:cubicBezTo>
                    <a:pt x="379" y="2"/>
                    <a:pt x="359" y="20"/>
                    <a:pt x="323" y="31"/>
                  </a:cubicBezTo>
                  <a:cubicBezTo>
                    <a:pt x="313" y="36"/>
                    <a:pt x="310" y="54"/>
                    <a:pt x="303" y="62"/>
                  </a:cubicBezTo>
                  <a:cubicBezTo>
                    <a:pt x="293" y="33"/>
                    <a:pt x="270" y="38"/>
                    <a:pt x="271" y="67"/>
                  </a:cubicBezTo>
                  <a:cubicBezTo>
                    <a:pt x="272" y="82"/>
                    <a:pt x="267" y="92"/>
                    <a:pt x="250" y="91"/>
                  </a:cubicBezTo>
                  <a:cubicBezTo>
                    <a:pt x="230" y="90"/>
                    <a:pt x="233" y="80"/>
                    <a:pt x="206" y="81"/>
                  </a:cubicBezTo>
                  <a:cubicBezTo>
                    <a:pt x="185" y="83"/>
                    <a:pt x="130" y="84"/>
                    <a:pt x="137" y="114"/>
                  </a:cubicBezTo>
                  <a:cubicBezTo>
                    <a:pt x="138" y="117"/>
                    <a:pt x="131" y="119"/>
                    <a:pt x="129" y="118"/>
                  </a:cubicBezTo>
                  <a:cubicBezTo>
                    <a:pt x="116" y="109"/>
                    <a:pt x="94" y="124"/>
                    <a:pt x="93" y="139"/>
                  </a:cubicBezTo>
                  <a:cubicBezTo>
                    <a:pt x="94" y="144"/>
                    <a:pt x="93" y="154"/>
                    <a:pt x="87" y="155"/>
                  </a:cubicBezTo>
                  <a:cubicBezTo>
                    <a:pt x="54" y="149"/>
                    <a:pt x="67" y="176"/>
                    <a:pt x="46" y="181"/>
                  </a:cubicBezTo>
                  <a:cubicBezTo>
                    <a:pt x="34" y="187"/>
                    <a:pt x="22" y="183"/>
                    <a:pt x="8" y="188"/>
                  </a:cubicBezTo>
                  <a:cubicBezTo>
                    <a:pt x="2" y="189"/>
                    <a:pt x="0" y="201"/>
                    <a:pt x="7" y="205"/>
                  </a:cubicBezTo>
                  <a:cubicBezTo>
                    <a:pt x="14" y="211"/>
                    <a:pt x="19" y="211"/>
                    <a:pt x="25" y="211"/>
                  </a:cubicBezTo>
                  <a:cubicBezTo>
                    <a:pt x="24" y="213"/>
                    <a:pt x="23" y="215"/>
                    <a:pt x="23" y="217"/>
                  </a:cubicBezTo>
                  <a:cubicBezTo>
                    <a:pt x="19" y="247"/>
                    <a:pt x="88" y="262"/>
                    <a:pt x="63" y="263"/>
                  </a:cubicBezTo>
                  <a:cubicBezTo>
                    <a:pt x="38" y="264"/>
                    <a:pt x="34" y="265"/>
                    <a:pt x="31" y="274"/>
                  </a:cubicBezTo>
                  <a:cubicBezTo>
                    <a:pt x="27" y="284"/>
                    <a:pt x="57" y="294"/>
                    <a:pt x="57" y="294"/>
                  </a:cubicBezTo>
                  <a:cubicBezTo>
                    <a:pt x="53" y="314"/>
                    <a:pt x="90" y="326"/>
                    <a:pt x="90" y="326"/>
                  </a:cubicBezTo>
                  <a:cubicBezTo>
                    <a:pt x="95" y="305"/>
                    <a:pt x="135" y="322"/>
                    <a:pt x="165" y="324"/>
                  </a:cubicBezTo>
                  <a:cubicBezTo>
                    <a:pt x="195" y="326"/>
                    <a:pt x="231" y="433"/>
                    <a:pt x="217" y="458"/>
                  </a:cubicBezTo>
                  <a:cubicBezTo>
                    <a:pt x="203" y="484"/>
                    <a:pt x="203" y="486"/>
                    <a:pt x="212" y="499"/>
                  </a:cubicBezTo>
                  <a:cubicBezTo>
                    <a:pt x="221" y="512"/>
                    <a:pt x="230" y="458"/>
                    <a:pt x="236" y="481"/>
                  </a:cubicBezTo>
                  <a:cubicBezTo>
                    <a:pt x="241" y="505"/>
                    <a:pt x="271" y="534"/>
                    <a:pt x="252" y="531"/>
                  </a:cubicBezTo>
                  <a:cubicBezTo>
                    <a:pt x="233" y="528"/>
                    <a:pt x="204" y="508"/>
                    <a:pt x="211" y="521"/>
                  </a:cubicBezTo>
                  <a:cubicBezTo>
                    <a:pt x="218" y="534"/>
                    <a:pt x="241" y="545"/>
                    <a:pt x="254" y="547"/>
                  </a:cubicBezTo>
                  <a:cubicBezTo>
                    <a:pt x="266" y="549"/>
                    <a:pt x="256" y="587"/>
                    <a:pt x="237" y="590"/>
                  </a:cubicBezTo>
                  <a:cubicBezTo>
                    <a:pt x="218" y="593"/>
                    <a:pt x="217" y="604"/>
                    <a:pt x="211" y="641"/>
                  </a:cubicBezTo>
                  <a:cubicBezTo>
                    <a:pt x="205" y="677"/>
                    <a:pt x="250" y="776"/>
                    <a:pt x="255" y="792"/>
                  </a:cubicBezTo>
                  <a:cubicBezTo>
                    <a:pt x="260" y="808"/>
                    <a:pt x="295" y="788"/>
                    <a:pt x="292" y="802"/>
                  </a:cubicBezTo>
                  <a:cubicBezTo>
                    <a:pt x="288" y="817"/>
                    <a:pt x="315" y="823"/>
                    <a:pt x="315" y="823"/>
                  </a:cubicBezTo>
                  <a:cubicBezTo>
                    <a:pt x="315" y="823"/>
                    <a:pt x="336" y="827"/>
                    <a:pt x="343" y="783"/>
                  </a:cubicBezTo>
                  <a:cubicBezTo>
                    <a:pt x="349" y="740"/>
                    <a:pt x="349" y="750"/>
                    <a:pt x="365" y="739"/>
                  </a:cubicBezTo>
                  <a:cubicBezTo>
                    <a:pt x="380" y="728"/>
                    <a:pt x="358" y="711"/>
                    <a:pt x="379" y="695"/>
                  </a:cubicBezTo>
                  <a:cubicBezTo>
                    <a:pt x="400" y="678"/>
                    <a:pt x="427" y="675"/>
                    <a:pt x="446" y="658"/>
                  </a:cubicBezTo>
                  <a:cubicBezTo>
                    <a:pt x="465" y="641"/>
                    <a:pt x="493" y="622"/>
                    <a:pt x="490" y="606"/>
                  </a:cubicBezTo>
                  <a:cubicBezTo>
                    <a:pt x="487" y="590"/>
                    <a:pt x="529" y="612"/>
                    <a:pt x="557" y="593"/>
                  </a:cubicBezTo>
                  <a:cubicBezTo>
                    <a:pt x="584" y="574"/>
                    <a:pt x="626" y="552"/>
                    <a:pt x="623" y="5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5035550" y="5357813"/>
              <a:ext cx="120650" cy="219075"/>
            </a:xfrm>
            <a:custGeom>
              <a:avLst/>
              <a:gdLst/>
              <a:ahLst/>
              <a:cxnLst/>
              <a:rect l="l" t="t" r="r" b="b"/>
              <a:pathLst>
                <a:path w="120" h="219" extrusionOk="0">
                  <a:moveTo>
                    <a:pt x="61" y="26"/>
                  </a:moveTo>
                  <a:cubicBezTo>
                    <a:pt x="36" y="0"/>
                    <a:pt x="85" y="83"/>
                    <a:pt x="34" y="118"/>
                  </a:cubicBezTo>
                  <a:cubicBezTo>
                    <a:pt x="34" y="118"/>
                    <a:pt x="0" y="123"/>
                    <a:pt x="2" y="155"/>
                  </a:cubicBezTo>
                  <a:cubicBezTo>
                    <a:pt x="4" y="188"/>
                    <a:pt x="21" y="200"/>
                    <a:pt x="36" y="199"/>
                  </a:cubicBezTo>
                  <a:cubicBezTo>
                    <a:pt x="51" y="197"/>
                    <a:pt x="55" y="219"/>
                    <a:pt x="77" y="188"/>
                  </a:cubicBezTo>
                  <a:cubicBezTo>
                    <a:pt x="99" y="157"/>
                    <a:pt x="67" y="129"/>
                    <a:pt x="85" y="118"/>
                  </a:cubicBezTo>
                  <a:cubicBezTo>
                    <a:pt x="102" y="107"/>
                    <a:pt x="120" y="63"/>
                    <a:pt x="109" y="48"/>
                  </a:cubicBezTo>
                  <a:cubicBezTo>
                    <a:pt x="97" y="33"/>
                    <a:pt x="87" y="52"/>
                    <a:pt x="61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8"/>
          <p:cNvGrpSpPr/>
          <p:nvPr/>
        </p:nvGrpSpPr>
        <p:grpSpPr>
          <a:xfrm>
            <a:off x="-1106665" y="-1065113"/>
            <a:ext cx="11382067" cy="7454913"/>
            <a:chOff x="-1106665" y="-1065113"/>
            <a:chExt cx="11382067" cy="7454913"/>
          </a:xfrm>
        </p:grpSpPr>
        <p:sp>
          <p:nvSpPr>
            <p:cNvPr id="303" name="Google Shape;303;p8"/>
            <p:cNvSpPr/>
            <p:nvPr/>
          </p:nvSpPr>
          <p:spPr>
            <a:xfrm rot="1320967" flipH="1">
              <a:off x="1579762" y="-266020"/>
              <a:ext cx="1189056" cy="1093803"/>
            </a:xfrm>
            <a:custGeom>
              <a:avLst/>
              <a:gdLst/>
              <a:ahLst/>
              <a:cxnLst/>
              <a:rect l="l" t="t" r="r" b="b"/>
              <a:pathLst>
                <a:path w="1189" h="1091" extrusionOk="0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8"/>
            <p:cNvSpPr/>
            <p:nvPr/>
          </p:nvSpPr>
          <p:spPr>
            <a:xfrm rot="1320964" flipH="1">
              <a:off x="1810210" y="-134162"/>
              <a:ext cx="744549" cy="704861"/>
            </a:xfrm>
            <a:custGeom>
              <a:avLst/>
              <a:gdLst/>
              <a:ahLst/>
              <a:cxnLst/>
              <a:rect l="l" t="t" r="r" b="b"/>
              <a:pathLst>
                <a:path w="744" h="705" extrusionOk="0">
                  <a:moveTo>
                    <a:pt x="140" y="688"/>
                  </a:moveTo>
                  <a:cubicBezTo>
                    <a:pt x="96" y="688"/>
                    <a:pt x="57" y="671"/>
                    <a:pt x="34" y="644"/>
                  </a:cubicBezTo>
                  <a:cubicBezTo>
                    <a:pt x="0" y="604"/>
                    <a:pt x="35" y="515"/>
                    <a:pt x="62" y="450"/>
                  </a:cubicBezTo>
                  <a:cubicBezTo>
                    <a:pt x="69" y="431"/>
                    <a:pt x="76" y="415"/>
                    <a:pt x="80" y="402"/>
                  </a:cubicBezTo>
                  <a:cubicBezTo>
                    <a:pt x="109" y="309"/>
                    <a:pt x="86" y="229"/>
                    <a:pt x="67" y="164"/>
                  </a:cubicBezTo>
                  <a:cubicBezTo>
                    <a:pt x="62" y="148"/>
                    <a:pt x="58" y="133"/>
                    <a:pt x="55" y="119"/>
                  </a:cubicBezTo>
                  <a:cubicBezTo>
                    <a:pt x="48" y="88"/>
                    <a:pt x="60" y="53"/>
                    <a:pt x="87" y="30"/>
                  </a:cubicBezTo>
                  <a:cubicBezTo>
                    <a:pt x="114" y="6"/>
                    <a:pt x="149" y="0"/>
                    <a:pt x="183" y="13"/>
                  </a:cubicBezTo>
                  <a:cubicBezTo>
                    <a:pt x="207" y="21"/>
                    <a:pt x="236" y="39"/>
                    <a:pt x="267" y="58"/>
                  </a:cubicBezTo>
                  <a:cubicBezTo>
                    <a:pt x="338" y="100"/>
                    <a:pt x="426" y="153"/>
                    <a:pt x="498" y="138"/>
                  </a:cubicBezTo>
                  <a:cubicBezTo>
                    <a:pt x="596" y="118"/>
                    <a:pt x="691" y="142"/>
                    <a:pt x="730" y="196"/>
                  </a:cubicBezTo>
                  <a:cubicBezTo>
                    <a:pt x="741" y="211"/>
                    <a:pt x="744" y="228"/>
                    <a:pt x="740" y="246"/>
                  </a:cubicBezTo>
                  <a:cubicBezTo>
                    <a:pt x="731" y="286"/>
                    <a:pt x="685" y="331"/>
                    <a:pt x="607" y="375"/>
                  </a:cubicBezTo>
                  <a:cubicBezTo>
                    <a:pt x="519" y="425"/>
                    <a:pt x="415" y="515"/>
                    <a:pt x="331" y="588"/>
                  </a:cubicBezTo>
                  <a:cubicBezTo>
                    <a:pt x="312" y="604"/>
                    <a:pt x="294" y="619"/>
                    <a:pt x="277" y="634"/>
                  </a:cubicBezTo>
                  <a:cubicBezTo>
                    <a:pt x="232" y="672"/>
                    <a:pt x="183" y="688"/>
                    <a:pt x="140" y="688"/>
                  </a:cubicBezTo>
                  <a:close/>
                  <a:moveTo>
                    <a:pt x="148" y="10"/>
                  </a:moveTo>
                  <a:cubicBezTo>
                    <a:pt x="127" y="10"/>
                    <a:pt x="106" y="18"/>
                    <a:pt x="89" y="33"/>
                  </a:cubicBezTo>
                  <a:cubicBezTo>
                    <a:pt x="64" y="55"/>
                    <a:pt x="52" y="89"/>
                    <a:pt x="59" y="118"/>
                  </a:cubicBezTo>
                  <a:cubicBezTo>
                    <a:pt x="62" y="132"/>
                    <a:pt x="66" y="147"/>
                    <a:pt x="71" y="163"/>
                  </a:cubicBezTo>
                  <a:cubicBezTo>
                    <a:pt x="90" y="228"/>
                    <a:pt x="113" y="309"/>
                    <a:pt x="84" y="403"/>
                  </a:cubicBezTo>
                  <a:cubicBezTo>
                    <a:pt x="80" y="416"/>
                    <a:pt x="73" y="433"/>
                    <a:pt x="66" y="452"/>
                  </a:cubicBezTo>
                  <a:cubicBezTo>
                    <a:pt x="40" y="516"/>
                    <a:pt x="4" y="603"/>
                    <a:pt x="37" y="641"/>
                  </a:cubicBezTo>
                  <a:cubicBezTo>
                    <a:pt x="82" y="694"/>
                    <a:pt x="186" y="705"/>
                    <a:pt x="275" y="630"/>
                  </a:cubicBezTo>
                  <a:cubicBezTo>
                    <a:pt x="291" y="616"/>
                    <a:pt x="309" y="601"/>
                    <a:pt x="328" y="584"/>
                  </a:cubicBezTo>
                  <a:cubicBezTo>
                    <a:pt x="412" y="512"/>
                    <a:pt x="517" y="422"/>
                    <a:pt x="605" y="372"/>
                  </a:cubicBezTo>
                  <a:cubicBezTo>
                    <a:pt x="682" y="328"/>
                    <a:pt x="727" y="284"/>
                    <a:pt x="736" y="245"/>
                  </a:cubicBezTo>
                  <a:cubicBezTo>
                    <a:pt x="740" y="229"/>
                    <a:pt x="736" y="213"/>
                    <a:pt x="726" y="199"/>
                  </a:cubicBezTo>
                  <a:cubicBezTo>
                    <a:pt x="688" y="146"/>
                    <a:pt x="595" y="122"/>
                    <a:pt x="499" y="142"/>
                  </a:cubicBezTo>
                  <a:cubicBezTo>
                    <a:pt x="498" y="140"/>
                    <a:pt x="498" y="140"/>
                    <a:pt x="498" y="140"/>
                  </a:cubicBezTo>
                  <a:cubicBezTo>
                    <a:pt x="499" y="142"/>
                    <a:pt x="499" y="142"/>
                    <a:pt x="499" y="142"/>
                  </a:cubicBezTo>
                  <a:cubicBezTo>
                    <a:pt x="426" y="157"/>
                    <a:pt x="337" y="104"/>
                    <a:pt x="265" y="61"/>
                  </a:cubicBezTo>
                  <a:cubicBezTo>
                    <a:pt x="234" y="43"/>
                    <a:pt x="205" y="25"/>
                    <a:pt x="182" y="16"/>
                  </a:cubicBezTo>
                  <a:cubicBezTo>
                    <a:pt x="171" y="12"/>
                    <a:pt x="159" y="10"/>
                    <a:pt x="148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8"/>
            <p:cNvSpPr/>
            <p:nvPr/>
          </p:nvSpPr>
          <p:spPr>
            <a:xfrm rot="1320969" flipH="1">
              <a:off x="2105885" y="164249"/>
              <a:ext cx="266704" cy="263528"/>
            </a:xfrm>
            <a:custGeom>
              <a:avLst/>
              <a:gdLst/>
              <a:ahLst/>
              <a:cxnLst/>
              <a:rect l="l" t="t" r="r" b="b"/>
              <a:pathLst>
                <a:path w="265" h="264" extrusionOk="0">
                  <a:moveTo>
                    <a:pt x="74" y="242"/>
                  </a:moveTo>
                  <a:cubicBezTo>
                    <a:pt x="58" y="242"/>
                    <a:pt x="45" y="238"/>
                    <a:pt x="34" y="230"/>
                  </a:cubicBezTo>
                  <a:cubicBezTo>
                    <a:pt x="16" y="216"/>
                    <a:pt x="6" y="196"/>
                    <a:pt x="4" y="172"/>
                  </a:cubicBezTo>
                  <a:cubicBezTo>
                    <a:pt x="0" y="135"/>
                    <a:pt x="17" y="90"/>
                    <a:pt x="48" y="54"/>
                  </a:cubicBezTo>
                  <a:cubicBezTo>
                    <a:pt x="95" y="0"/>
                    <a:pt x="200" y="14"/>
                    <a:pt x="204" y="14"/>
                  </a:cubicBezTo>
                  <a:cubicBezTo>
                    <a:pt x="204" y="14"/>
                    <a:pt x="204" y="14"/>
                    <a:pt x="204" y="14"/>
                  </a:cubicBezTo>
                  <a:cubicBezTo>
                    <a:pt x="235" y="21"/>
                    <a:pt x="249" y="43"/>
                    <a:pt x="254" y="60"/>
                  </a:cubicBezTo>
                  <a:cubicBezTo>
                    <a:pt x="265" y="91"/>
                    <a:pt x="258" y="133"/>
                    <a:pt x="238" y="158"/>
                  </a:cubicBezTo>
                  <a:cubicBezTo>
                    <a:pt x="211" y="191"/>
                    <a:pt x="131" y="242"/>
                    <a:pt x="74" y="242"/>
                  </a:cubicBezTo>
                  <a:close/>
                  <a:moveTo>
                    <a:pt x="173" y="17"/>
                  </a:moveTo>
                  <a:cubicBezTo>
                    <a:pt x="137" y="17"/>
                    <a:pt x="81" y="23"/>
                    <a:pt x="51" y="57"/>
                  </a:cubicBezTo>
                  <a:cubicBezTo>
                    <a:pt x="21" y="92"/>
                    <a:pt x="4" y="136"/>
                    <a:pt x="8" y="172"/>
                  </a:cubicBezTo>
                  <a:cubicBezTo>
                    <a:pt x="10" y="195"/>
                    <a:pt x="20" y="213"/>
                    <a:pt x="37" y="226"/>
                  </a:cubicBezTo>
                  <a:cubicBezTo>
                    <a:pt x="85" y="264"/>
                    <a:pt x="202" y="195"/>
                    <a:pt x="235" y="155"/>
                  </a:cubicBezTo>
                  <a:cubicBezTo>
                    <a:pt x="254" y="131"/>
                    <a:pt x="261" y="91"/>
                    <a:pt x="251" y="61"/>
                  </a:cubicBezTo>
                  <a:cubicBezTo>
                    <a:pt x="245" y="45"/>
                    <a:pt x="232" y="25"/>
                    <a:pt x="204" y="18"/>
                  </a:cubicBezTo>
                  <a:cubicBezTo>
                    <a:pt x="202" y="18"/>
                    <a:pt x="190" y="17"/>
                    <a:pt x="173" y="1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8"/>
            <p:cNvSpPr/>
            <p:nvPr/>
          </p:nvSpPr>
          <p:spPr>
            <a:xfrm rot="1320962" flipH="1">
              <a:off x="-751181" y="-680486"/>
              <a:ext cx="2516224" cy="2386049"/>
            </a:xfrm>
            <a:custGeom>
              <a:avLst/>
              <a:gdLst/>
              <a:ahLst/>
              <a:cxnLst/>
              <a:rect l="l" t="t" r="r" b="b"/>
              <a:pathLst>
                <a:path w="2514" h="2383" extrusionOk="0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8"/>
            <p:cNvSpPr/>
            <p:nvPr/>
          </p:nvSpPr>
          <p:spPr>
            <a:xfrm rot="1320964" flipH="1">
              <a:off x="-607331" y="-552321"/>
              <a:ext cx="2297144" cy="2070128"/>
            </a:xfrm>
            <a:custGeom>
              <a:avLst/>
              <a:gdLst/>
              <a:ahLst/>
              <a:cxnLst/>
              <a:rect l="l" t="t" r="r" b="b"/>
              <a:pathLst>
                <a:path w="2295" h="2067" extrusionOk="0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8"/>
            <p:cNvSpPr/>
            <p:nvPr/>
          </p:nvSpPr>
          <p:spPr>
            <a:xfrm rot="1320964" flipH="1">
              <a:off x="755610" y="-265020"/>
              <a:ext cx="523883" cy="515945"/>
            </a:xfrm>
            <a:custGeom>
              <a:avLst/>
              <a:gdLst/>
              <a:ahLst/>
              <a:cxnLst/>
              <a:rect l="l" t="t" r="r" b="b"/>
              <a:pathLst>
                <a:path w="524" h="514" extrusionOk="0">
                  <a:moveTo>
                    <a:pt x="233" y="514"/>
                  </a:moveTo>
                  <a:cubicBezTo>
                    <a:pt x="222" y="514"/>
                    <a:pt x="211" y="513"/>
                    <a:pt x="201" y="513"/>
                  </a:cubicBezTo>
                  <a:cubicBezTo>
                    <a:pt x="118" y="507"/>
                    <a:pt x="56" y="417"/>
                    <a:pt x="22" y="252"/>
                  </a:cubicBezTo>
                  <a:cubicBezTo>
                    <a:pt x="0" y="147"/>
                    <a:pt x="68" y="52"/>
                    <a:pt x="182" y="25"/>
                  </a:cubicBezTo>
                  <a:cubicBezTo>
                    <a:pt x="291" y="0"/>
                    <a:pt x="363" y="57"/>
                    <a:pt x="391" y="115"/>
                  </a:cubicBezTo>
                  <a:cubicBezTo>
                    <a:pt x="391" y="115"/>
                    <a:pt x="391" y="115"/>
                    <a:pt x="391" y="115"/>
                  </a:cubicBezTo>
                  <a:cubicBezTo>
                    <a:pt x="399" y="129"/>
                    <a:pt x="413" y="147"/>
                    <a:pt x="429" y="168"/>
                  </a:cubicBezTo>
                  <a:cubicBezTo>
                    <a:pt x="469" y="220"/>
                    <a:pt x="524" y="291"/>
                    <a:pt x="524" y="374"/>
                  </a:cubicBezTo>
                  <a:cubicBezTo>
                    <a:pt x="524" y="400"/>
                    <a:pt x="514" y="423"/>
                    <a:pt x="493" y="443"/>
                  </a:cubicBezTo>
                  <a:cubicBezTo>
                    <a:pt x="435" y="496"/>
                    <a:pt x="315" y="514"/>
                    <a:pt x="233" y="514"/>
                  </a:cubicBezTo>
                  <a:close/>
                  <a:moveTo>
                    <a:pt x="233" y="23"/>
                  </a:moveTo>
                  <a:cubicBezTo>
                    <a:pt x="217" y="23"/>
                    <a:pt x="201" y="25"/>
                    <a:pt x="183" y="29"/>
                  </a:cubicBezTo>
                  <a:cubicBezTo>
                    <a:pt x="71" y="55"/>
                    <a:pt x="5" y="149"/>
                    <a:pt x="26" y="252"/>
                  </a:cubicBezTo>
                  <a:cubicBezTo>
                    <a:pt x="49" y="365"/>
                    <a:pt x="99" y="501"/>
                    <a:pt x="201" y="508"/>
                  </a:cubicBezTo>
                  <a:cubicBezTo>
                    <a:pt x="279" y="514"/>
                    <a:pt x="425" y="500"/>
                    <a:pt x="490" y="439"/>
                  </a:cubicBezTo>
                  <a:cubicBezTo>
                    <a:pt x="510" y="421"/>
                    <a:pt x="520" y="398"/>
                    <a:pt x="520" y="374"/>
                  </a:cubicBezTo>
                  <a:cubicBezTo>
                    <a:pt x="520" y="293"/>
                    <a:pt x="465" y="222"/>
                    <a:pt x="425" y="171"/>
                  </a:cubicBezTo>
                  <a:cubicBezTo>
                    <a:pt x="409" y="150"/>
                    <a:pt x="395" y="131"/>
                    <a:pt x="388" y="116"/>
                  </a:cubicBezTo>
                  <a:cubicBezTo>
                    <a:pt x="388" y="116"/>
                    <a:pt x="388" y="116"/>
                    <a:pt x="388" y="116"/>
                  </a:cubicBezTo>
                  <a:cubicBezTo>
                    <a:pt x="364" y="70"/>
                    <a:pt x="312" y="23"/>
                    <a:pt x="233" y="2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8"/>
            <p:cNvSpPr/>
            <p:nvPr/>
          </p:nvSpPr>
          <p:spPr>
            <a:xfrm rot="1320968" flipH="1">
              <a:off x="1236362" y="456934"/>
              <a:ext cx="368305" cy="187328"/>
            </a:xfrm>
            <a:custGeom>
              <a:avLst/>
              <a:gdLst/>
              <a:ahLst/>
              <a:cxnLst/>
              <a:rect l="l" t="t" r="r" b="b"/>
              <a:pathLst>
                <a:path w="368" h="187" extrusionOk="0">
                  <a:moveTo>
                    <a:pt x="130" y="185"/>
                  </a:moveTo>
                  <a:cubicBezTo>
                    <a:pt x="93" y="185"/>
                    <a:pt x="53" y="178"/>
                    <a:pt x="28" y="155"/>
                  </a:cubicBezTo>
                  <a:cubicBezTo>
                    <a:pt x="9" y="137"/>
                    <a:pt x="0" y="113"/>
                    <a:pt x="3" y="82"/>
                  </a:cubicBezTo>
                  <a:cubicBezTo>
                    <a:pt x="8" y="11"/>
                    <a:pt x="82" y="11"/>
                    <a:pt x="147" y="11"/>
                  </a:cubicBezTo>
                  <a:cubicBezTo>
                    <a:pt x="173" y="10"/>
                    <a:pt x="198" y="10"/>
                    <a:pt x="218" y="6"/>
                  </a:cubicBezTo>
                  <a:cubicBezTo>
                    <a:pt x="218" y="6"/>
                    <a:pt x="218" y="6"/>
                    <a:pt x="218" y="6"/>
                  </a:cubicBezTo>
                  <a:cubicBezTo>
                    <a:pt x="249" y="0"/>
                    <a:pt x="282" y="9"/>
                    <a:pt x="311" y="31"/>
                  </a:cubicBezTo>
                  <a:cubicBezTo>
                    <a:pt x="341" y="53"/>
                    <a:pt x="363" y="87"/>
                    <a:pt x="365" y="115"/>
                  </a:cubicBezTo>
                  <a:cubicBezTo>
                    <a:pt x="368" y="156"/>
                    <a:pt x="312" y="164"/>
                    <a:pt x="240" y="173"/>
                  </a:cubicBezTo>
                  <a:cubicBezTo>
                    <a:pt x="224" y="175"/>
                    <a:pt x="207" y="177"/>
                    <a:pt x="190" y="180"/>
                  </a:cubicBezTo>
                  <a:cubicBezTo>
                    <a:pt x="174" y="183"/>
                    <a:pt x="153" y="185"/>
                    <a:pt x="130" y="185"/>
                  </a:cubicBezTo>
                  <a:close/>
                  <a:moveTo>
                    <a:pt x="219" y="10"/>
                  </a:moveTo>
                  <a:cubicBezTo>
                    <a:pt x="198" y="15"/>
                    <a:pt x="173" y="15"/>
                    <a:pt x="147" y="15"/>
                  </a:cubicBezTo>
                  <a:cubicBezTo>
                    <a:pt x="81" y="15"/>
                    <a:pt x="12" y="15"/>
                    <a:pt x="7" y="82"/>
                  </a:cubicBezTo>
                  <a:cubicBezTo>
                    <a:pt x="5" y="112"/>
                    <a:pt x="12" y="135"/>
                    <a:pt x="30" y="152"/>
                  </a:cubicBezTo>
                  <a:cubicBezTo>
                    <a:pt x="60" y="179"/>
                    <a:pt x="117" y="187"/>
                    <a:pt x="189" y="176"/>
                  </a:cubicBezTo>
                  <a:cubicBezTo>
                    <a:pt x="206" y="173"/>
                    <a:pt x="223" y="171"/>
                    <a:pt x="240" y="169"/>
                  </a:cubicBezTo>
                  <a:cubicBezTo>
                    <a:pt x="309" y="160"/>
                    <a:pt x="364" y="153"/>
                    <a:pt x="361" y="116"/>
                  </a:cubicBezTo>
                  <a:cubicBezTo>
                    <a:pt x="359" y="89"/>
                    <a:pt x="337" y="56"/>
                    <a:pt x="309" y="34"/>
                  </a:cubicBezTo>
                  <a:cubicBezTo>
                    <a:pt x="281" y="13"/>
                    <a:pt x="249" y="4"/>
                    <a:pt x="219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8"/>
            <p:cNvSpPr/>
            <p:nvPr/>
          </p:nvSpPr>
          <p:spPr>
            <a:xfrm rot="1320970" flipH="1">
              <a:off x="-469999" y="-200487"/>
              <a:ext cx="1428770" cy="1441471"/>
            </a:xfrm>
            <a:custGeom>
              <a:avLst/>
              <a:gdLst/>
              <a:ahLst/>
              <a:cxnLst/>
              <a:rect l="l" t="t" r="r" b="b"/>
              <a:pathLst>
                <a:path w="1428" h="1439" extrusionOk="0">
                  <a:moveTo>
                    <a:pt x="527" y="1417"/>
                  </a:moveTo>
                  <a:cubicBezTo>
                    <a:pt x="397" y="1417"/>
                    <a:pt x="261" y="1399"/>
                    <a:pt x="201" y="1375"/>
                  </a:cubicBezTo>
                  <a:cubicBezTo>
                    <a:pt x="106" y="1337"/>
                    <a:pt x="151" y="1168"/>
                    <a:pt x="184" y="1044"/>
                  </a:cubicBezTo>
                  <a:cubicBezTo>
                    <a:pt x="190" y="1021"/>
                    <a:pt x="195" y="1000"/>
                    <a:pt x="200" y="981"/>
                  </a:cubicBezTo>
                  <a:cubicBezTo>
                    <a:pt x="213" y="922"/>
                    <a:pt x="157" y="837"/>
                    <a:pt x="103" y="754"/>
                  </a:cubicBezTo>
                  <a:cubicBezTo>
                    <a:pt x="52" y="677"/>
                    <a:pt x="0" y="597"/>
                    <a:pt x="0" y="535"/>
                  </a:cubicBezTo>
                  <a:cubicBezTo>
                    <a:pt x="0" y="410"/>
                    <a:pt x="187" y="349"/>
                    <a:pt x="305" y="341"/>
                  </a:cubicBezTo>
                  <a:cubicBezTo>
                    <a:pt x="406" y="334"/>
                    <a:pt x="480" y="287"/>
                    <a:pt x="569" y="176"/>
                  </a:cubicBezTo>
                  <a:cubicBezTo>
                    <a:pt x="612" y="122"/>
                    <a:pt x="712" y="67"/>
                    <a:pt x="825" y="35"/>
                  </a:cubicBezTo>
                  <a:cubicBezTo>
                    <a:pt x="946" y="0"/>
                    <a:pt x="1047" y="2"/>
                    <a:pt x="1096" y="39"/>
                  </a:cubicBezTo>
                  <a:cubicBezTo>
                    <a:pt x="1157" y="85"/>
                    <a:pt x="1357" y="246"/>
                    <a:pt x="1348" y="362"/>
                  </a:cubicBezTo>
                  <a:cubicBezTo>
                    <a:pt x="1341" y="460"/>
                    <a:pt x="1377" y="730"/>
                    <a:pt x="1414" y="852"/>
                  </a:cubicBezTo>
                  <a:cubicBezTo>
                    <a:pt x="1428" y="897"/>
                    <a:pt x="1419" y="947"/>
                    <a:pt x="1389" y="998"/>
                  </a:cubicBezTo>
                  <a:cubicBezTo>
                    <a:pt x="1346" y="1071"/>
                    <a:pt x="1265" y="1130"/>
                    <a:pt x="1188" y="1146"/>
                  </a:cubicBezTo>
                  <a:cubicBezTo>
                    <a:pt x="1057" y="1173"/>
                    <a:pt x="894" y="1294"/>
                    <a:pt x="808" y="1364"/>
                  </a:cubicBezTo>
                  <a:cubicBezTo>
                    <a:pt x="761" y="1402"/>
                    <a:pt x="647" y="1417"/>
                    <a:pt x="527" y="1417"/>
                  </a:cubicBezTo>
                  <a:close/>
                  <a:moveTo>
                    <a:pt x="983" y="14"/>
                  </a:moveTo>
                  <a:cubicBezTo>
                    <a:pt x="843" y="14"/>
                    <a:pt x="641" y="93"/>
                    <a:pt x="572" y="178"/>
                  </a:cubicBezTo>
                  <a:cubicBezTo>
                    <a:pt x="482" y="291"/>
                    <a:pt x="407" y="338"/>
                    <a:pt x="305" y="345"/>
                  </a:cubicBezTo>
                  <a:cubicBezTo>
                    <a:pt x="189" y="353"/>
                    <a:pt x="4" y="412"/>
                    <a:pt x="4" y="535"/>
                  </a:cubicBezTo>
                  <a:cubicBezTo>
                    <a:pt x="4" y="596"/>
                    <a:pt x="56" y="675"/>
                    <a:pt x="106" y="752"/>
                  </a:cubicBezTo>
                  <a:cubicBezTo>
                    <a:pt x="163" y="839"/>
                    <a:pt x="217" y="922"/>
                    <a:pt x="204" y="982"/>
                  </a:cubicBezTo>
                  <a:cubicBezTo>
                    <a:pt x="199" y="1001"/>
                    <a:pt x="194" y="1022"/>
                    <a:pt x="188" y="1045"/>
                  </a:cubicBezTo>
                  <a:cubicBezTo>
                    <a:pt x="155" y="1167"/>
                    <a:pt x="111" y="1335"/>
                    <a:pt x="202" y="1371"/>
                  </a:cubicBezTo>
                  <a:cubicBezTo>
                    <a:pt x="317" y="1417"/>
                    <a:pt x="709" y="1439"/>
                    <a:pt x="806" y="1360"/>
                  </a:cubicBezTo>
                  <a:cubicBezTo>
                    <a:pt x="891" y="1291"/>
                    <a:pt x="1055" y="1169"/>
                    <a:pt x="1187" y="1142"/>
                  </a:cubicBezTo>
                  <a:cubicBezTo>
                    <a:pt x="1263" y="1126"/>
                    <a:pt x="1343" y="1067"/>
                    <a:pt x="1386" y="995"/>
                  </a:cubicBezTo>
                  <a:cubicBezTo>
                    <a:pt x="1406" y="961"/>
                    <a:pt x="1427" y="908"/>
                    <a:pt x="1410" y="853"/>
                  </a:cubicBezTo>
                  <a:cubicBezTo>
                    <a:pt x="1373" y="731"/>
                    <a:pt x="1337" y="460"/>
                    <a:pt x="1344" y="361"/>
                  </a:cubicBezTo>
                  <a:cubicBezTo>
                    <a:pt x="1352" y="248"/>
                    <a:pt x="1154" y="88"/>
                    <a:pt x="1094" y="42"/>
                  </a:cubicBezTo>
                  <a:cubicBezTo>
                    <a:pt x="1068" y="23"/>
                    <a:pt x="1029" y="14"/>
                    <a:pt x="983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8"/>
            <p:cNvSpPr/>
            <p:nvPr/>
          </p:nvSpPr>
          <p:spPr>
            <a:xfrm rot="1320967" flipH="1">
              <a:off x="914101" y="-160908"/>
              <a:ext cx="274642" cy="246066"/>
            </a:xfrm>
            <a:custGeom>
              <a:avLst/>
              <a:gdLst/>
              <a:ahLst/>
              <a:cxnLst/>
              <a:rect l="l" t="t" r="r" b="b"/>
              <a:pathLst>
                <a:path w="275" h="246" extrusionOk="0">
                  <a:moveTo>
                    <a:pt x="129" y="246"/>
                  </a:moveTo>
                  <a:cubicBezTo>
                    <a:pt x="110" y="246"/>
                    <a:pt x="92" y="243"/>
                    <a:pt x="77" y="239"/>
                  </a:cubicBezTo>
                  <a:cubicBezTo>
                    <a:pt x="49" y="231"/>
                    <a:pt x="30" y="218"/>
                    <a:pt x="21" y="202"/>
                  </a:cubicBezTo>
                  <a:cubicBezTo>
                    <a:pt x="1" y="160"/>
                    <a:pt x="0" y="82"/>
                    <a:pt x="85" y="40"/>
                  </a:cubicBezTo>
                  <a:cubicBezTo>
                    <a:pt x="166" y="0"/>
                    <a:pt x="197" y="53"/>
                    <a:pt x="222" y="97"/>
                  </a:cubicBezTo>
                  <a:cubicBezTo>
                    <a:pt x="224" y="100"/>
                    <a:pt x="224" y="100"/>
                    <a:pt x="224" y="100"/>
                  </a:cubicBezTo>
                  <a:cubicBezTo>
                    <a:pt x="249" y="142"/>
                    <a:pt x="275" y="186"/>
                    <a:pt x="213" y="225"/>
                  </a:cubicBezTo>
                  <a:cubicBezTo>
                    <a:pt x="188" y="240"/>
                    <a:pt x="158" y="246"/>
                    <a:pt x="129" y="246"/>
                  </a:cubicBezTo>
                  <a:close/>
                  <a:moveTo>
                    <a:pt x="137" y="30"/>
                  </a:moveTo>
                  <a:cubicBezTo>
                    <a:pt x="123" y="30"/>
                    <a:pt x="107" y="34"/>
                    <a:pt x="87" y="44"/>
                  </a:cubicBezTo>
                  <a:cubicBezTo>
                    <a:pt x="5" y="85"/>
                    <a:pt x="5" y="160"/>
                    <a:pt x="25" y="200"/>
                  </a:cubicBezTo>
                  <a:cubicBezTo>
                    <a:pt x="33" y="215"/>
                    <a:pt x="52" y="228"/>
                    <a:pt x="78" y="235"/>
                  </a:cubicBezTo>
                  <a:cubicBezTo>
                    <a:pt x="116" y="246"/>
                    <a:pt x="171" y="245"/>
                    <a:pt x="210" y="221"/>
                  </a:cubicBezTo>
                  <a:cubicBezTo>
                    <a:pt x="269" y="184"/>
                    <a:pt x="246" y="144"/>
                    <a:pt x="221" y="102"/>
                  </a:cubicBezTo>
                  <a:cubicBezTo>
                    <a:pt x="219" y="99"/>
                    <a:pt x="219" y="99"/>
                    <a:pt x="219" y="99"/>
                  </a:cubicBezTo>
                  <a:cubicBezTo>
                    <a:pt x="200" y="66"/>
                    <a:pt x="179" y="30"/>
                    <a:pt x="137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8"/>
            <p:cNvSpPr/>
            <p:nvPr/>
          </p:nvSpPr>
          <p:spPr>
            <a:xfrm rot="1320969" flipH="1">
              <a:off x="-218026" y="-47953"/>
              <a:ext cx="944577" cy="820750"/>
            </a:xfrm>
            <a:custGeom>
              <a:avLst/>
              <a:gdLst/>
              <a:ahLst/>
              <a:cxnLst/>
              <a:rect l="l" t="t" r="r" b="b"/>
              <a:pathLst>
                <a:path w="943" h="819" extrusionOk="0">
                  <a:moveTo>
                    <a:pt x="448" y="775"/>
                  </a:moveTo>
                  <a:cubicBezTo>
                    <a:pt x="266" y="775"/>
                    <a:pt x="86" y="619"/>
                    <a:pt x="47" y="583"/>
                  </a:cubicBezTo>
                  <a:cubicBezTo>
                    <a:pt x="15" y="553"/>
                    <a:pt x="0" y="422"/>
                    <a:pt x="2" y="375"/>
                  </a:cubicBezTo>
                  <a:cubicBezTo>
                    <a:pt x="6" y="300"/>
                    <a:pt x="107" y="234"/>
                    <a:pt x="236" y="223"/>
                  </a:cubicBezTo>
                  <a:cubicBezTo>
                    <a:pt x="360" y="212"/>
                    <a:pt x="455" y="58"/>
                    <a:pt x="456" y="56"/>
                  </a:cubicBezTo>
                  <a:cubicBezTo>
                    <a:pt x="457" y="56"/>
                    <a:pt x="457" y="56"/>
                    <a:pt x="457" y="56"/>
                  </a:cubicBezTo>
                  <a:cubicBezTo>
                    <a:pt x="495" y="18"/>
                    <a:pt x="543" y="0"/>
                    <a:pt x="600" y="4"/>
                  </a:cubicBezTo>
                  <a:cubicBezTo>
                    <a:pt x="703" y="10"/>
                    <a:pt x="813" y="86"/>
                    <a:pt x="869" y="158"/>
                  </a:cubicBezTo>
                  <a:cubicBezTo>
                    <a:pt x="943" y="255"/>
                    <a:pt x="923" y="352"/>
                    <a:pt x="905" y="437"/>
                  </a:cubicBezTo>
                  <a:cubicBezTo>
                    <a:pt x="902" y="450"/>
                    <a:pt x="900" y="462"/>
                    <a:pt x="897" y="474"/>
                  </a:cubicBezTo>
                  <a:cubicBezTo>
                    <a:pt x="879" y="571"/>
                    <a:pt x="736" y="706"/>
                    <a:pt x="526" y="765"/>
                  </a:cubicBezTo>
                  <a:cubicBezTo>
                    <a:pt x="500" y="772"/>
                    <a:pt x="474" y="775"/>
                    <a:pt x="448" y="775"/>
                  </a:cubicBezTo>
                  <a:close/>
                  <a:moveTo>
                    <a:pt x="460" y="58"/>
                  </a:moveTo>
                  <a:cubicBezTo>
                    <a:pt x="456" y="65"/>
                    <a:pt x="361" y="217"/>
                    <a:pt x="236" y="227"/>
                  </a:cubicBezTo>
                  <a:cubicBezTo>
                    <a:pt x="111" y="238"/>
                    <a:pt x="10" y="303"/>
                    <a:pt x="7" y="375"/>
                  </a:cubicBezTo>
                  <a:cubicBezTo>
                    <a:pt x="4" y="421"/>
                    <a:pt x="19" y="552"/>
                    <a:pt x="50" y="580"/>
                  </a:cubicBezTo>
                  <a:cubicBezTo>
                    <a:pt x="77" y="605"/>
                    <a:pt x="317" y="819"/>
                    <a:pt x="525" y="761"/>
                  </a:cubicBezTo>
                  <a:cubicBezTo>
                    <a:pt x="733" y="702"/>
                    <a:pt x="876" y="569"/>
                    <a:pt x="893" y="474"/>
                  </a:cubicBezTo>
                  <a:cubicBezTo>
                    <a:pt x="896" y="461"/>
                    <a:pt x="898" y="449"/>
                    <a:pt x="901" y="436"/>
                  </a:cubicBezTo>
                  <a:cubicBezTo>
                    <a:pt x="919" y="352"/>
                    <a:pt x="939" y="256"/>
                    <a:pt x="865" y="161"/>
                  </a:cubicBezTo>
                  <a:cubicBezTo>
                    <a:pt x="811" y="90"/>
                    <a:pt x="702" y="14"/>
                    <a:pt x="600" y="8"/>
                  </a:cubicBezTo>
                  <a:cubicBezTo>
                    <a:pt x="544" y="4"/>
                    <a:pt x="497" y="21"/>
                    <a:pt x="460" y="5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8"/>
            <p:cNvSpPr/>
            <p:nvPr/>
          </p:nvSpPr>
          <p:spPr>
            <a:xfrm rot="1320965" flipH="1">
              <a:off x="104255" y="890569"/>
              <a:ext cx="401643" cy="301629"/>
            </a:xfrm>
            <a:custGeom>
              <a:avLst/>
              <a:gdLst/>
              <a:ahLst/>
              <a:cxnLst/>
              <a:rect l="l" t="t" r="r" b="b"/>
              <a:pathLst>
                <a:path w="401" h="302" extrusionOk="0">
                  <a:moveTo>
                    <a:pt x="282" y="284"/>
                  </a:moveTo>
                  <a:cubicBezTo>
                    <a:pt x="187" y="284"/>
                    <a:pt x="59" y="256"/>
                    <a:pt x="26" y="240"/>
                  </a:cubicBezTo>
                  <a:cubicBezTo>
                    <a:pt x="14" y="234"/>
                    <a:pt x="6" y="220"/>
                    <a:pt x="4" y="199"/>
                  </a:cubicBezTo>
                  <a:cubicBezTo>
                    <a:pt x="0" y="151"/>
                    <a:pt x="27" y="73"/>
                    <a:pt x="74" y="37"/>
                  </a:cubicBezTo>
                  <a:cubicBezTo>
                    <a:pt x="123" y="0"/>
                    <a:pt x="192" y="35"/>
                    <a:pt x="253" y="66"/>
                  </a:cubicBezTo>
                  <a:cubicBezTo>
                    <a:pt x="272" y="76"/>
                    <a:pt x="291" y="85"/>
                    <a:pt x="308" y="92"/>
                  </a:cubicBezTo>
                  <a:cubicBezTo>
                    <a:pt x="356" y="111"/>
                    <a:pt x="396" y="163"/>
                    <a:pt x="399" y="209"/>
                  </a:cubicBezTo>
                  <a:cubicBezTo>
                    <a:pt x="401" y="236"/>
                    <a:pt x="390" y="257"/>
                    <a:pt x="368" y="269"/>
                  </a:cubicBezTo>
                  <a:cubicBezTo>
                    <a:pt x="349" y="280"/>
                    <a:pt x="318" y="284"/>
                    <a:pt x="282" y="284"/>
                  </a:cubicBezTo>
                  <a:close/>
                  <a:moveTo>
                    <a:pt x="124" y="25"/>
                  </a:moveTo>
                  <a:cubicBezTo>
                    <a:pt x="107" y="25"/>
                    <a:pt x="91" y="29"/>
                    <a:pt x="76" y="40"/>
                  </a:cubicBezTo>
                  <a:cubicBezTo>
                    <a:pt x="31" y="75"/>
                    <a:pt x="4" y="152"/>
                    <a:pt x="9" y="199"/>
                  </a:cubicBezTo>
                  <a:cubicBezTo>
                    <a:pt x="10" y="212"/>
                    <a:pt x="14" y="229"/>
                    <a:pt x="28" y="236"/>
                  </a:cubicBezTo>
                  <a:cubicBezTo>
                    <a:pt x="72" y="258"/>
                    <a:pt x="301" y="302"/>
                    <a:pt x="366" y="266"/>
                  </a:cubicBezTo>
                  <a:cubicBezTo>
                    <a:pt x="392" y="251"/>
                    <a:pt x="396" y="227"/>
                    <a:pt x="395" y="210"/>
                  </a:cubicBezTo>
                  <a:cubicBezTo>
                    <a:pt x="392" y="165"/>
                    <a:pt x="353" y="114"/>
                    <a:pt x="307" y="96"/>
                  </a:cubicBezTo>
                  <a:cubicBezTo>
                    <a:pt x="307" y="96"/>
                    <a:pt x="307" y="96"/>
                    <a:pt x="307" y="96"/>
                  </a:cubicBezTo>
                  <a:cubicBezTo>
                    <a:pt x="289" y="89"/>
                    <a:pt x="270" y="79"/>
                    <a:pt x="251" y="69"/>
                  </a:cubicBezTo>
                  <a:cubicBezTo>
                    <a:pt x="207" y="47"/>
                    <a:pt x="163" y="25"/>
                    <a:pt x="124" y="2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8"/>
            <p:cNvSpPr/>
            <p:nvPr/>
          </p:nvSpPr>
          <p:spPr>
            <a:xfrm rot="1320969" flipH="1">
              <a:off x="956682" y="995889"/>
              <a:ext cx="1068402" cy="1281132"/>
            </a:xfrm>
            <a:custGeom>
              <a:avLst/>
              <a:gdLst/>
              <a:ahLst/>
              <a:cxnLst/>
              <a:rect l="l" t="t" r="r" b="b"/>
              <a:pathLst>
                <a:path w="1068" h="1278" extrusionOk="0">
                  <a:moveTo>
                    <a:pt x="352" y="1268"/>
                  </a:moveTo>
                  <a:cubicBezTo>
                    <a:pt x="320" y="1268"/>
                    <a:pt x="292" y="1258"/>
                    <a:pt x="270" y="1247"/>
                  </a:cubicBezTo>
                  <a:cubicBezTo>
                    <a:pt x="208" y="1215"/>
                    <a:pt x="165" y="1155"/>
                    <a:pt x="162" y="1117"/>
                  </a:cubicBezTo>
                  <a:cubicBezTo>
                    <a:pt x="157" y="1070"/>
                    <a:pt x="116" y="967"/>
                    <a:pt x="77" y="868"/>
                  </a:cubicBezTo>
                  <a:cubicBezTo>
                    <a:pt x="60" y="823"/>
                    <a:pt x="43" y="781"/>
                    <a:pt x="30" y="745"/>
                  </a:cubicBezTo>
                  <a:cubicBezTo>
                    <a:pt x="0" y="662"/>
                    <a:pt x="46" y="568"/>
                    <a:pt x="162" y="475"/>
                  </a:cubicBezTo>
                  <a:cubicBezTo>
                    <a:pt x="220" y="429"/>
                    <a:pt x="310" y="297"/>
                    <a:pt x="321" y="195"/>
                  </a:cubicBezTo>
                  <a:cubicBezTo>
                    <a:pt x="330" y="100"/>
                    <a:pt x="442" y="58"/>
                    <a:pt x="510" y="33"/>
                  </a:cubicBezTo>
                  <a:cubicBezTo>
                    <a:pt x="515" y="31"/>
                    <a:pt x="521" y="29"/>
                    <a:pt x="526" y="27"/>
                  </a:cubicBezTo>
                  <a:cubicBezTo>
                    <a:pt x="594" y="0"/>
                    <a:pt x="888" y="104"/>
                    <a:pt x="957" y="179"/>
                  </a:cubicBezTo>
                  <a:cubicBezTo>
                    <a:pt x="1026" y="256"/>
                    <a:pt x="1040" y="366"/>
                    <a:pt x="1054" y="473"/>
                  </a:cubicBezTo>
                  <a:cubicBezTo>
                    <a:pt x="1068" y="582"/>
                    <a:pt x="964" y="810"/>
                    <a:pt x="863" y="894"/>
                  </a:cubicBezTo>
                  <a:cubicBezTo>
                    <a:pt x="835" y="917"/>
                    <a:pt x="800" y="948"/>
                    <a:pt x="760" y="984"/>
                  </a:cubicBezTo>
                  <a:cubicBezTo>
                    <a:pt x="657" y="1076"/>
                    <a:pt x="529" y="1190"/>
                    <a:pt x="434" y="1245"/>
                  </a:cubicBezTo>
                  <a:cubicBezTo>
                    <a:pt x="405" y="1262"/>
                    <a:pt x="377" y="1268"/>
                    <a:pt x="352" y="1268"/>
                  </a:cubicBezTo>
                  <a:close/>
                  <a:moveTo>
                    <a:pt x="555" y="27"/>
                  </a:moveTo>
                  <a:cubicBezTo>
                    <a:pt x="543" y="27"/>
                    <a:pt x="534" y="28"/>
                    <a:pt x="527" y="31"/>
                  </a:cubicBezTo>
                  <a:cubicBezTo>
                    <a:pt x="522" y="33"/>
                    <a:pt x="517" y="35"/>
                    <a:pt x="511" y="37"/>
                  </a:cubicBezTo>
                  <a:cubicBezTo>
                    <a:pt x="445" y="62"/>
                    <a:pt x="334" y="103"/>
                    <a:pt x="325" y="195"/>
                  </a:cubicBezTo>
                  <a:cubicBezTo>
                    <a:pt x="314" y="299"/>
                    <a:pt x="223" y="432"/>
                    <a:pt x="165" y="479"/>
                  </a:cubicBezTo>
                  <a:cubicBezTo>
                    <a:pt x="50" y="570"/>
                    <a:pt x="5" y="662"/>
                    <a:pt x="34" y="744"/>
                  </a:cubicBezTo>
                  <a:cubicBezTo>
                    <a:pt x="47" y="779"/>
                    <a:pt x="64" y="821"/>
                    <a:pt x="81" y="866"/>
                  </a:cubicBezTo>
                  <a:cubicBezTo>
                    <a:pt x="120" y="966"/>
                    <a:pt x="161" y="1069"/>
                    <a:pt x="166" y="1116"/>
                  </a:cubicBezTo>
                  <a:cubicBezTo>
                    <a:pt x="169" y="1153"/>
                    <a:pt x="211" y="1212"/>
                    <a:pt x="272" y="1243"/>
                  </a:cubicBezTo>
                  <a:cubicBezTo>
                    <a:pt x="310" y="1263"/>
                    <a:pt x="368" y="1278"/>
                    <a:pt x="432" y="1241"/>
                  </a:cubicBezTo>
                  <a:cubicBezTo>
                    <a:pt x="527" y="1187"/>
                    <a:pt x="654" y="1073"/>
                    <a:pt x="757" y="981"/>
                  </a:cubicBezTo>
                  <a:cubicBezTo>
                    <a:pt x="798" y="945"/>
                    <a:pt x="832" y="914"/>
                    <a:pt x="860" y="891"/>
                  </a:cubicBezTo>
                  <a:cubicBezTo>
                    <a:pt x="961" y="808"/>
                    <a:pt x="1064" y="581"/>
                    <a:pt x="1050" y="474"/>
                  </a:cubicBezTo>
                  <a:cubicBezTo>
                    <a:pt x="1036" y="367"/>
                    <a:pt x="1022" y="257"/>
                    <a:pt x="954" y="182"/>
                  </a:cubicBezTo>
                  <a:cubicBezTo>
                    <a:pt x="916" y="141"/>
                    <a:pt x="818" y="96"/>
                    <a:pt x="739" y="69"/>
                  </a:cubicBezTo>
                  <a:cubicBezTo>
                    <a:pt x="662" y="42"/>
                    <a:pt x="595" y="27"/>
                    <a:pt x="555" y="2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8"/>
            <p:cNvSpPr/>
            <p:nvPr/>
          </p:nvSpPr>
          <p:spPr>
            <a:xfrm rot="-3111477" flipH="1">
              <a:off x="7734744" y="2450512"/>
              <a:ext cx="1189049" cy="1093797"/>
            </a:xfrm>
            <a:custGeom>
              <a:avLst/>
              <a:gdLst/>
              <a:ahLst/>
              <a:cxnLst/>
              <a:rect l="l" t="t" r="r" b="b"/>
              <a:pathLst>
                <a:path w="1189" h="1091" extrusionOk="0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8"/>
            <p:cNvSpPr/>
            <p:nvPr/>
          </p:nvSpPr>
          <p:spPr>
            <a:xfrm rot="-3111481" flipH="1">
              <a:off x="6830599" y="3470480"/>
              <a:ext cx="2516210" cy="2386036"/>
            </a:xfrm>
            <a:custGeom>
              <a:avLst/>
              <a:gdLst/>
              <a:ahLst/>
              <a:cxnLst/>
              <a:rect l="l" t="t" r="r" b="b"/>
              <a:pathLst>
                <a:path w="2514" h="2383" extrusionOk="0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8"/>
            <p:cNvSpPr/>
            <p:nvPr/>
          </p:nvSpPr>
          <p:spPr>
            <a:xfrm rot="-3111480" flipH="1">
              <a:off x="6921045" y="3587204"/>
              <a:ext cx="2297131" cy="2070117"/>
            </a:xfrm>
            <a:custGeom>
              <a:avLst/>
              <a:gdLst/>
              <a:ahLst/>
              <a:cxnLst/>
              <a:rect l="l" t="t" r="r" b="b"/>
              <a:pathLst>
                <a:path w="2295" h="2067" extrusionOk="0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8"/>
            <p:cNvSpPr/>
            <p:nvPr/>
          </p:nvSpPr>
          <p:spPr>
            <a:xfrm rot="-3111475" flipH="1">
              <a:off x="8194861" y="3702773"/>
              <a:ext cx="368303" cy="187327"/>
            </a:xfrm>
            <a:custGeom>
              <a:avLst/>
              <a:gdLst/>
              <a:ahLst/>
              <a:cxnLst/>
              <a:rect l="l" t="t" r="r" b="b"/>
              <a:pathLst>
                <a:path w="368" h="187" extrusionOk="0">
                  <a:moveTo>
                    <a:pt x="130" y="185"/>
                  </a:moveTo>
                  <a:cubicBezTo>
                    <a:pt x="93" y="185"/>
                    <a:pt x="53" y="178"/>
                    <a:pt x="28" y="155"/>
                  </a:cubicBezTo>
                  <a:cubicBezTo>
                    <a:pt x="9" y="137"/>
                    <a:pt x="0" y="113"/>
                    <a:pt x="3" y="82"/>
                  </a:cubicBezTo>
                  <a:cubicBezTo>
                    <a:pt x="8" y="11"/>
                    <a:pt x="82" y="11"/>
                    <a:pt x="147" y="11"/>
                  </a:cubicBezTo>
                  <a:cubicBezTo>
                    <a:pt x="173" y="10"/>
                    <a:pt x="198" y="10"/>
                    <a:pt x="218" y="6"/>
                  </a:cubicBezTo>
                  <a:cubicBezTo>
                    <a:pt x="218" y="6"/>
                    <a:pt x="218" y="6"/>
                    <a:pt x="218" y="6"/>
                  </a:cubicBezTo>
                  <a:cubicBezTo>
                    <a:pt x="249" y="0"/>
                    <a:pt x="282" y="9"/>
                    <a:pt x="311" y="31"/>
                  </a:cubicBezTo>
                  <a:cubicBezTo>
                    <a:pt x="341" y="53"/>
                    <a:pt x="363" y="87"/>
                    <a:pt x="365" y="115"/>
                  </a:cubicBezTo>
                  <a:cubicBezTo>
                    <a:pt x="368" y="156"/>
                    <a:pt x="312" y="164"/>
                    <a:pt x="240" y="173"/>
                  </a:cubicBezTo>
                  <a:cubicBezTo>
                    <a:pt x="224" y="175"/>
                    <a:pt x="207" y="177"/>
                    <a:pt x="190" y="180"/>
                  </a:cubicBezTo>
                  <a:cubicBezTo>
                    <a:pt x="174" y="183"/>
                    <a:pt x="153" y="185"/>
                    <a:pt x="130" y="185"/>
                  </a:cubicBezTo>
                  <a:close/>
                  <a:moveTo>
                    <a:pt x="219" y="10"/>
                  </a:moveTo>
                  <a:cubicBezTo>
                    <a:pt x="198" y="15"/>
                    <a:pt x="173" y="15"/>
                    <a:pt x="147" y="15"/>
                  </a:cubicBezTo>
                  <a:cubicBezTo>
                    <a:pt x="81" y="15"/>
                    <a:pt x="12" y="15"/>
                    <a:pt x="7" y="82"/>
                  </a:cubicBezTo>
                  <a:cubicBezTo>
                    <a:pt x="5" y="112"/>
                    <a:pt x="12" y="135"/>
                    <a:pt x="30" y="152"/>
                  </a:cubicBezTo>
                  <a:cubicBezTo>
                    <a:pt x="60" y="179"/>
                    <a:pt x="117" y="187"/>
                    <a:pt x="189" y="176"/>
                  </a:cubicBezTo>
                  <a:cubicBezTo>
                    <a:pt x="206" y="173"/>
                    <a:pt x="223" y="171"/>
                    <a:pt x="240" y="169"/>
                  </a:cubicBezTo>
                  <a:cubicBezTo>
                    <a:pt x="309" y="160"/>
                    <a:pt x="364" y="153"/>
                    <a:pt x="361" y="116"/>
                  </a:cubicBezTo>
                  <a:cubicBezTo>
                    <a:pt x="359" y="89"/>
                    <a:pt x="337" y="56"/>
                    <a:pt x="309" y="34"/>
                  </a:cubicBezTo>
                  <a:cubicBezTo>
                    <a:pt x="281" y="13"/>
                    <a:pt x="249" y="4"/>
                    <a:pt x="219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8"/>
            <p:cNvSpPr/>
            <p:nvPr/>
          </p:nvSpPr>
          <p:spPr>
            <a:xfrm rot="-3111477" flipH="1">
              <a:off x="7314606" y="4535356"/>
              <a:ext cx="944571" cy="820745"/>
            </a:xfrm>
            <a:custGeom>
              <a:avLst/>
              <a:gdLst/>
              <a:ahLst/>
              <a:cxnLst/>
              <a:rect l="l" t="t" r="r" b="b"/>
              <a:pathLst>
                <a:path w="943" h="819" extrusionOk="0">
                  <a:moveTo>
                    <a:pt x="448" y="775"/>
                  </a:moveTo>
                  <a:cubicBezTo>
                    <a:pt x="266" y="775"/>
                    <a:pt x="86" y="619"/>
                    <a:pt x="47" y="583"/>
                  </a:cubicBezTo>
                  <a:cubicBezTo>
                    <a:pt x="15" y="553"/>
                    <a:pt x="0" y="422"/>
                    <a:pt x="2" y="375"/>
                  </a:cubicBezTo>
                  <a:cubicBezTo>
                    <a:pt x="6" y="300"/>
                    <a:pt x="107" y="234"/>
                    <a:pt x="236" y="223"/>
                  </a:cubicBezTo>
                  <a:cubicBezTo>
                    <a:pt x="360" y="212"/>
                    <a:pt x="455" y="58"/>
                    <a:pt x="456" y="56"/>
                  </a:cubicBezTo>
                  <a:cubicBezTo>
                    <a:pt x="457" y="56"/>
                    <a:pt x="457" y="56"/>
                    <a:pt x="457" y="56"/>
                  </a:cubicBezTo>
                  <a:cubicBezTo>
                    <a:pt x="495" y="18"/>
                    <a:pt x="543" y="0"/>
                    <a:pt x="600" y="4"/>
                  </a:cubicBezTo>
                  <a:cubicBezTo>
                    <a:pt x="703" y="10"/>
                    <a:pt x="813" y="86"/>
                    <a:pt x="869" y="158"/>
                  </a:cubicBezTo>
                  <a:cubicBezTo>
                    <a:pt x="943" y="255"/>
                    <a:pt x="923" y="352"/>
                    <a:pt x="905" y="437"/>
                  </a:cubicBezTo>
                  <a:cubicBezTo>
                    <a:pt x="902" y="450"/>
                    <a:pt x="900" y="462"/>
                    <a:pt x="897" y="474"/>
                  </a:cubicBezTo>
                  <a:cubicBezTo>
                    <a:pt x="879" y="571"/>
                    <a:pt x="736" y="706"/>
                    <a:pt x="526" y="765"/>
                  </a:cubicBezTo>
                  <a:cubicBezTo>
                    <a:pt x="500" y="772"/>
                    <a:pt x="474" y="775"/>
                    <a:pt x="448" y="775"/>
                  </a:cubicBezTo>
                  <a:close/>
                  <a:moveTo>
                    <a:pt x="460" y="58"/>
                  </a:moveTo>
                  <a:cubicBezTo>
                    <a:pt x="456" y="65"/>
                    <a:pt x="361" y="217"/>
                    <a:pt x="236" y="227"/>
                  </a:cubicBezTo>
                  <a:cubicBezTo>
                    <a:pt x="111" y="238"/>
                    <a:pt x="10" y="303"/>
                    <a:pt x="7" y="375"/>
                  </a:cubicBezTo>
                  <a:cubicBezTo>
                    <a:pt x="4" y="421"/>
                    <a:pt x="19" y="552"/>
                    <a:pt x="50" y="580"/>
                  </a:cubicBezTo>
                  <a:cubicBezTo>
                    <a:pt x="77" y="605"/>
                    <a:pt x="317" y="819"/>
                    <a:pt x="525" y="761"/>
                  </a:cubicBezTo>
                  <a:cubicBezTo>
                    <a:pt x="733" y="702"/>
                    <a:pt x="876" y="569"/>
                    <a:pt x="893" y="474"/>
                  </a:cubicBezTo>
                  <a:cubicBezTo>
                    <a:pt x="896" y="461"/>
                    <a:pt x="898" y="449"/>
                    <a:pt x="901" y="436"/>
                  </a:cubicBezTo>
                  <a:cubicBezTo>
                    <a:pt x="919" y="352"/>
                    <a:pt x="939" y="256"/>
                    <a:pt x="865" y="161"/>
                  </a:cubicBezTo>
                  <a:cubicBezTo>
                    <a:pt x="811" y="90"/>
                    <a:pt x="702" y="14"/>
                    <a:pt x="600" y="8"/>
                  </a:cubicBezTo>
                  <a:cubicBezTo>
                    <a:pt x="544" y="4"/>
                    <a:pt x="497" y="21"/>
                    <a:pt x="460" y="5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8"/>
            <p:cNvSpPr/>
            <p:nvPr/>
          </p:nvSpPr>
          <p:spPr>
            <a:xfrm rot="-3111478" flipH="1">
              <a:off x="8339853" y="4853481"/>
              <a:ext cx="401641" cy="301627"/>
            </a:xfrm>
            <a:custGeom>
              <a:avLst/>
              <a:gdLst/>
              <a:ahLst/>
              <a:cxnLst/>
              <a:rect l="l" t="t" r="r" b="b"/>
              <a:pathLst>
                <a:path w="401" h="302" extrusionOk="0">
                  <a:moveTo>
                    <a:pt x="282" y="284"/>
                  </a:moveTo>
                  <a:cubicBezTo>
                    <a:pt x="187" y="284"/>
                    <a:pt x="59" y="256"/>
                    <a:pt x="26" y="240"/>
                  </a:cubicBezTo>
                  <a:cubicBezTo>
                    <a:pt x="14" y="234"/>
                    <a:pt x="6" y="220"/>
                    <a:pt x="4" y="199"/>
                  </a:cubicBezTo>
                  <a:cubicBezTo>
                    <a:pt x="0" y="151"/>
                    <a:pt x="27" y="73"/>
                    <a:pt x="74" y="37"/>
                  </a:cubicBezTo>
                  <a:cubicBezTo>
                    <a:pt x="123" y="0"/>
                    <a:pt x="192" y="35"/>
                    <a:pt x="253" y="66"/>
                  </a:cubicBezTo>
                  <a:cubicBezTo>
                    <a:pt x="272" y="76"/>
                    <a:pt x="291" y="85"/>
                    <a:pt x="308" y="92"/>
                  </a:cubicBezTo>
                  <a:cubicBezTo>
                    <a:pt x="356" y="111"/>
                    <a:pt x="396" y="163"/>
                    <a:pt x="399" y="209"/>
                  </a:cubicBezTo>
                  <a:cubicBezTo>
                    <a:pt x="401" y="236"/>
                    <a:pt x="390" y="257"/>
                    <a:pt x="368" y="269"/>
                  </a:cubicBezTo>
                  <a:cubicBezTo>
                    <a:pt x="349" y="280"/>
                    <a:pt x="318" y="284"/>
                    <a:pt x="282" y="284"/>
                  </a:cubicBezTo>
                  <a:close/>
                  <a:moveTo>
                    <a:pt x="124" y="25"/>
                  </a:moveTo>
                  <a:cubicBezTo>
                    <a:pt x="107" y="25"/>
                    <a:pt x="91" y="29"/>
                    <a:pt x="76" y="40"/>
                  </a:cubicBezTo>
                  <a:cubicBezTo>
                    <a:pt x="31" y="75"/>
                    <a:pt x="4" y="152"/>
                    <a:pt x="9" y="199"/>
                  </a:cubicBezTo>
                  <a:cubicBezTo>
                    <a:pt x="10" y="212"/>
                    <a:pt x="14" y="229"/>
                    <a:pt x="28" y="236"/>
                  </a:cubicBezTo>
                  <a:cubicBezTo>
                    <a:pt x="72" y="258"/>
                    <a:pt x="301" y="302"/>
                    <a:pt x="366" y="266"/>
                  </a:cubicBezTo>
                  <a:cubicBezTo>
                    <a:pt x="392" y="251"/>
                    <a:pt x="396" y="227"/>
                    <a:pt x="395" y="210"/>
                  </a:cubicBezTo>
                  <a:cubicBezTo>
                    <a:pt x="392" y="165"/>
                    <a:pt x="353" y="114"/>
                    <a:pt x="307" y="96"/>
                  </a:cubicBezTo>
                  <a:cubicBezTo>
                    <a:pt x="307" y="96"/>
                    <a:pt x="307" y="96"/>
                    <a:pt x="307" y="96"/>
                  </a:cubicBezTo>
                  <a:cubicBezTo>
                    <a:pt x="289" y="89"/>
                    <a:pt x="270" y="79"/>
                    <a:pt x="251" y="69"/>
                  </a:cubicBezTo>
                  <a:cubicBezTo>
                    <a:pt x="207" y="47"/>
                    <a:pt x="163" y="25"/>
                    <a:pt x="124" y="2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8"/>
            <p:cNvSpPr/>
            <p:nvPr/>
          </p:nvSpPr>
          <p:spPr>
            <a:xfrm rot="-3111480" flipH="1">
              <a:off x="7465418" y="4776850"/>
              <a:ext cx="642943" cy="401641"/>
            </a:xfrm>
            <a:custGeom>
              <a:avLst/>
              <a:gdLst/>
              <a:ahLst/>
              <a:cxnLst/>
              <a:rect l="l" t="t" r="r" b="b"/>
              <a:pathLst>
                <a:path w="643" h="401" extrusionOk="0">
                  <a:moveTo>
                    <a:pt x="308" y="393"/>
                  </a:moveTo>
                  <a:cubicBezTo>
                    <a:pt x="234" y="393"/>
                    <a:pt x="125" y="338"/>
                    <a:pt x="63" y="302"/>
                  </a:cubicBezTo>
                  <a:cubicBezTo>
                    <a:pt x="8" y="271"/>
                    <a:pt x="0" y="169"/>
                    <a:pt x="32" y="111"/>
                  </a:cubicBezTo>
                  <a:cubicBezTo>
                    <a:pt x="64" y="55"/>
                    <a:pt x="137" y="67"/>
                    <a:pt x="186" y="75"/>
                  </a:cubicBezTo>
                  <a:cubicBezTo>
                    <a:pt x="190" y="76"/>
                    <a:pt x="193" y="76"/>
                    <a:pt x="197" y="77"/>
                  </a:cubicBezTo>
                  <a:cubicBezTo>
                    <a:pt x="242" y="84"/>
                    <a:pt x="338" y="75"/>
                    <a:pt x="395" y="40"/>
                  </a:cubicBezTo>
                  <a:cubicBezTo>
                    <a:pt x="462" y="0"/>
                    <a:pt x="558" y="101"/>
                    <a:pt x="586" y="133"/>
                  </a:cubicBezTo>
                  <a:cubicBezTo>
                    <a:pt x="643" y="199"/>
                    <a:pt x="612" y="259"/>
                    <a:pt x="579" y="305"/>
                  </a:cubicBezTo>
                  <a:cubicBezTo>
                    <a:pt x="543" y="354"/>
                    <a:pt x="444" y="371"/>
                    <a:pt x="365" y="385"/>
                  </a:cubicBezTo>
                  <a:cubicBezTo>
                    <a:pt x="352" y="387"/>
                    <a:pt x="341" y="389"/>
                    <a:pt x="330" y="391"/>
                  </a:cubicBezTo>
                  <a:cubicBezTo>
                    <a:pt x="323" y="392"/>
                    <a:pt x="316" y="393"/>
                    <a:pt x="308" y="393"/>
                  </a:cubicBezTo>
                  <a:close/>
                  <a:moveTo>
                    <a:pt x="121" y="72"/>
                  </a:moveTo>
                  <a:cubicBezTo>
                    <a:pt x="87" y="72"/>
                    <a:pt x="54" y="81"/>
                    <a:pt x="36" y="113"/>
                  </a:cubicBezTo>
                  <a:cubicBezTo>
                    <a:pt x="5" y="169"/>
                    <a:pt x="13" y="269"/>
                    <a:pt x="65" y="299"/>
                  </a:cubicBezTo>
                  <a:cubicBezTo>
                    <a:pt x="133" y="337"/>
                    <a:pt x="258" y="401"/>
                    <a:pt x="329" y="387"/>
                  </a:cubicBezTo>
                  <a:cubicBezTo>
                    <a:pt x="340" y="385"/>
                    <a:pt x="352" y="383"/>
                    <a:pt x="364" y="381"/>
                  </a:cubicBezTo>
                  <a:cubicBezTo>
                    <a:pt x="439" y="368"/>
                    <a:pt x="541" y="350"/>
                    <a:pt x="575" y="303"/>
                  </a:cubicBezTo>
                  <a:cubicBezTo>
                    <a:pt x="624" y="236"/>
                    <a:pt x="627" y="186"/>
                    <a:pt x="583" y="136"/>
                  </a:cubicBezTo>
                  <a:cubicBezTo>
                    <a:pt x="555" y="104"/>
                    <a:pt x="461" y="5"/>
                    <a:pt x="397" y="44"/>
                  </a:cubicBezTo>
                  <a:cubicBezTo>
                    <a:pt x="339" y="79"/>
                    <a:pt x="242" y="88"/>
                    <a:pt x="196" y="81"/>
                  </a:cubicBezTo>
                  <a:cubicBezTo>
                    <a:pt x="193" y="80"/>
                    <a:pt x="189" y="80"/>
                    <a:pt x="185" y="79"/>
                  </a:cubicBezTo>
                  <a:cubicBezTo>
                    <a:pt x="166" y="76"/>
                    <a:pt x="144" y="72"/>
                    <a:pt x="121" y="7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8"/>
            <p:cNvSpPr/>
            <p:nvPr/>
          </p:nvSpPr>
          <p:spPr>
            <a:xfrm rot="-3111477" flipH="1">
              <a:off x="8959024" y="3657882"/>
              <a:ext cx="768357" cy="762006"/>
            </a:xfrm>
            <a:custGeom>
              <a:avLst/>
              <a:gdLst/>
              <a:ahLst/>
              <a:cxnLst/>
              <a:rect l="l" t="t" r="r" b="b"/>
              <a:pathLst>
                <a:path w="768" h="762" extrusionOk="0">
                  <a:moveTo>
                    <a:pt x="304" y="728"/>
                  </a:moveTo>
                  <a:cubicBezTo>
                    <a:pt x="252" y="728"/>
                    <a:pt x="198" y="698"/>
                    <a:pt x="139" y="653"/>
                  </a:cubicBezTo>
                  <a:cubicBezTo>
                    <a:pt x="39" y="576"/>
                    <a:pt x="0" y="418"/>
                    <a:pt x="58" y="328"/>
                  </a:cubicBezTo>
                  <a:cubicBezTo>
                    <a:pt x="80" y="295"/>
                    <a:pt x="99" y="270"/>
                    <a:pt x="115" y="248"/>
                  </a:cubicBezTo>
                  <a:cubicBezTo>
                    <a:pt x="145" y="209"/>
                    <a:pt x="168" y="178"/>
                    <a:pt x="189" y="128"/>
                  </a:cubicBezTo>
                  <a:cubicBezTo>
                    <a:pt x="226" y="39"/>
                    <a:pt x="306" y="3"/>
                    <a:pt x="369" y="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378" y="1"/>
                    <a:pt x="592" y="19"/>
                    <a:pt x="652" y="82"/>
                  </a:cubicBezTo>
                  <a:cubicBezTo>
                    <a:pt x="713" y="145"/>
                    <a:pt x="768" y="289"/>
                    <a:pt x="713" y="393"/>
                  </a:cubicBezTo>
                  <a:cubicBezTo>
                    <a:pt x="682" y="451"/>
                    <a:pt x="628" y="493"/>
                    <a:pt x="571" y="538"/>
                  </a:cubicBezTo>
                  <a:cubicBezTo>
                    <a:pt x="527" y="573"/>
                    <a:pt x="481" y="609"/>
                    <a:pt x="438" y="657"/>
                  </a:cubicBezTo>
                  <a:cubicBezTo>
                    <a:pt x="392" y="707"/>
                    <a:pt x="349" y="728"/>
                    <a:pt x="304" y="728"/>
                  </a:cubicBezTo>
                  <a:close/>
                  <a:moveTo>
                    <a:pt x="369" y="4"/>
                  </a:moveTo>
                  <a:cubicBezTo>
                    <a:pt x="308" y="7"/>
                    <a:pt x="229" y="42"/>
                    <a:pt x="193" y="129"/>
                  </a:cubicBezTo>
                  <a:cubicBezTo>
                    <a:pt x="172" y="181"/>
                    <a:pt x="148" y="211"/>
                    <a:pt x="119" y="250"/>
                  </a:cubicBezTo>
                  <a:cubicBezTo>
                    <a:pt x="102" y="272"/>
                    <a:pt x="83" y="297"/>
                    <a:pt x="62" y="330"/>
                  </a:cubicBezTo>
                  <a:cubicBezTo>
                    <a:pt x="4" y="419"/>
                    <a:pt x="43" y="574"/>
                    <a:pt x="142" y="650"/>
                  </a:cubicBezTo>
                  <a:cubicBezTo>
                    <a:pt x="247" y="731"/>
                    <a:pt x="337" y="762"/>
                    <a:pt x="435" y="654"/>
                  </a:cubicBezTo>
                  <a:cubicBezTo>
                    <a:pt x="478" y="605"/>
                    <a:pt x="524" y="569"/>
                    <a:pt x="569" y="535"/>
                  </a:cubicBezTo>
                  <a:cubicBezTo>
                    <a:pt x="628" y="489"/>
                    <a:pt x="679" y="449"/>
                    <a:pt x="710" y="391"/>
                  </a:cubicBezTo>
                  <a:cubicBezTo>
                    <a:pt x="763" y="290"/>
                    <a:pt x="708" y="146"/>
                    <a:pt x="649" y="84"/>
                  </a:cubicBezTo>
                  <a:cubicBezTo>
                    <a:pt x="591" y="23"/>
                    <a:pt x="375" y="5"/>
                    <a:pt x="369" y="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8"/>
            <p:cNvSpPr/>
            <p:nvPr/>
          </p:nvSpPr>
          <p:spPr>
            <a:xfrm rot="-3111475" flipH="1">
              <a:off x="9314507" y="3909721"/>
              <a:ext cx="263527" cy="214315"/>
            </a:xfrm>
            <a:custGeom>
              <a:avLst/>
              <a:gdLst/>
              <a:ahLst/>
              <a:cxnLst/>
              <a:rect l="l" t="t" r="r" b="b"/>
              <a:pathLst>
                <a:path w="263" h="213" extrusionOk="0">
                  <a:moveTo>
                    <a:pt x="128" y="211"/>
                  </a:moveTo>
                  <a:cubicBezTo>
                    <a:pt x="125" y="211"/>
                    <a:pt x="122" y="210"/>
                    <a:pt x="119" y="210"/>
                  </a:cubicBezTo>
                  <a:cubicBezTo>
                    <a:pt x="82" y="203"/>
                    <a:pt x="20" y="190"/>
                    <a:pt x="10" y="130"/>
                  </a:cubicBezTo>
                  <a:cubicBezTo>
                    <a:pt x="0" y="68"/>
                    <a:pt x="71" y="30"/>
                    <a:pt x="114" y="13"/>
                  </a:cubicBezTo>
                  <a:cubicBezTo>
                    <a:pt x="114" y="13"/>
                    <a:pt x="114" y="13"/>
                    <a:pt x="114" y="13"/>
                  </a:cubicBezTo>
                  <a:cubicBezTo>
                    <a:pt x="147" y="0"/>
                    <a:pt x="201" y="25"/>
                    <a:pt x="233" y="57"/>
                  </a:cubicBezTo>
                  <a:cubicBezTo>
                    <a:pt x="254" y="79"/>
                    <a:pt x="263" y="101"/>
                    <a:pt x="256" y="118"/>
                  </a:cubicBezTo>
                  <a:cubicBezTo>
                    <a:pt x="238" y="162"/>
                    <a:pt x="169" y="211"/>
                    <a:pt x="128" y="211"/>
                  </a:cubicBezTo>
                  <a:close/>
                  <a:moveTo>
                    <a:pt x="134" y="14"/>
                  </a:moveTo>
                  <a:cubicBezTo>
                    <a:pt x="127" y="14"/>
                    <a:pt x="121" y="15"/>
                    <a:pt x="116" y="17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74" y="34"/>
                    <a:pt x="4" y="71"/>
                    <a:pt x="14" y="130"/>
                  </a:cubicBezTo>
                  <a:cubicBezTo>
                    <a:pt x="23" y="187"/>
                    <a:pt x="84" y="199"/>
                    <a:pt x="120" y="206"/>
                  </a:cubicBezTo>
                  <a:cubicBezTo>
                    <a:pt x="159" y="213"/>
                    <a:pt x="234" y="163"/>
                    <a:pt x="252" y="117"/>
                  </a:cubicBezTo>
                  <a:cubicBezTo>
                    <a:pt x="259" y="101"/>
                    <a:pt x="250" y="80"/>
                    <a:pt x="230" y="60"/>
                  </a:cubicBezTo>
                  <a:cubicBezTo>
                    <a:pt x="205" y="35"/>
                    <a:pt x="165" y="14"/>
                    <a:pt x="134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8"/>
            <p:cNvSpPr/>
            <p:nvPr/>
          </p:nvSpPr>
          <p:spPr>
            <a:xfrm rot="-3111471" flipH="1">
              <a:off x="9074408" y="3751193"/>
              <a:ext cx="534993" cy="534992"/>
            </a:xfrm>
            <a:custGeom>
              <a:avLst/>
              <a:gdLst/>
              <a:ahLst/>
              <a:cxnLst/>
              <a:rect l="l" t="t" r="r" b="b"/>
              <a:pathLst>
                <a:path w="535" h="534" extrusionOk="0">
                  <a:moveTo>
                    <a:pt x="183" y="533"/>
                  </a:moveTo>
                  <a:cubicBezTo>
                    <a:pt x="179" y="533"/>
                    <a:pt x="175" y="532"/>
                    <a:pt x="171" y="532"/>
                  </a:cubicBezTo>
                  <a:cubicBezTo>
                    <a:pt x="116" y="525"/>
                    <a:pt x="0" y="417"/>
                    <a:pt x="7" y="351"/>
                  </a:cubicBezTo>
                  <a:cubicBezTo>
                    <a:pt x="17" y="262"/>
                    <a:pt x="64" y="213"/>
                    <a:pt x="95" y="181"/>
                  </a:cubicBezTo>
                  <a:cubicBezTo>
                    <a:pt x="136" y="138"/>
                    <a:pt x="160" y="109"/>
                    <a:pt x="207" y="41"/>
                  </a:cubicBezTo>
                  <a:cubicBezTo>
                    <a:pt x="221" y="20"/>
                    <a:pt x="246" y="8"/>
                    <a:pt x="281" y="5"/>
                  </a:cubicBezTo>
                  <a:cubicBezTo>
                    <a:pt x="344" y="0"/>
                    <a:pt x="432" y="29"/>
                    <a:pt x="468" y="67"/>
                  </a:cubicBezTo>
                  <a:cubicBezTo>
                    <a:pt x="516" y="117"/>
                    <a:pt x="535" y="230"/>
                    <a:pt x="502" y="271"/>
                  </a:cubicBezTo>
                  <a:cubicBezTo>
                    <a:pt x="486" y="291"/>
                    <a:pt x="456" y="324"/>
                    <a:pt x="424" y="360"/>
                  </a:cubicBezTo>
                  <a:cubicBezTo>
                    <a:pt x="394" y="392"/>
                    <a:pt x="363" y="426"/>
                    <a:pt x="344" y="450"/>
                  </a:cubicBezTo>
                  <a:cubicBezTo>
                    <a:pt x="305" y="497"/>
                    <a:pt x="234" y="533"/>
                    <a:pt x="183" y="533"/>
                  </a:cubicBezTo>
                  <a:close/>
                  <a:moveTo>
                    <a:pt x="297" y="9"/>
                  </a:moveTo>
                  <a:cubicBezTo>
                    <a:pt x="292" y="9"/>
                    <a:pt x="286" y="9"/>
                    <a:pt x="281" y="9"/>
                  </a:cubicBezTo>
                  <a:cubicBezTo>
                    <a:pt x="248" y="12"/>
                    <a:pt x="224" y="24"/>
                    <a:pt x="210" y="43"/>
                  </a:cubicBezTo>
                  <a:cubicBezTo>
                    <a:pt x="163" y="112"/>
                    <a:pt x="139" y="141"/>
                    <a:pt x="98" y="183"/>
                  </a:cubicBezTo>
                  <a:cubicBezTo>
                    <a:pt x="67" y="216"/>
                    <a:pt x="21" y="264"/>
                    <a:pt x="12" y="351"/>
                  </a:cubicBezTo>
                  <a:cubicBezTo>
                    <a:pt x="5" y="415"/>
                    <a:pt x="119" y="521"/>
                    <a:pt x="171" y="528"/>
                  </a:cubicBezTo>
                  <a:cubicBezTo>
                    <a:pt x="222" y="534"/>
                    <a:pt x="299" y="497"/>
                    <a:pt x="341" y="447"/>
                  </a:cubicBezTo>
                  <a:cubicBezTo>
                    <a:pt x="360" y="424"/>
                    <a:pt x="391" y="390"/>
                    <a:pt x="421" y="357"/>
                  </a:cubicBezTo>
                  <a:cubicBezTo>
                    <a:pt x="453" y="322"/>
                    <a:pt x="483" y="288"/>
                    <a:pt x="499" y="268"/>
                  </a:cubicBezTo>
                  <a:cubicBezTo>
                    <a:pt x="529" y="232"/>
                    <a:pt x="516" y="123"/>
                    <a:pt x="465" y="70"/>
                  </a:cubicBezTo>
                  <a:cubicBezTo>
                    <a:pt x="436" y="39"/>
                    <a:pt x="363" y="9"/>
                    <a:pt x="297" y="9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8"/>
            <p:cNvSpPr/>
            <p:nvPr/>
          </p:nvSpPr>
          <p:spPr>
            <a:xfrm rot="-3111475" flipH="1">
              <a:off x="8907485" y="3389869"/>
              <a:ext cx="1068396" cy="1281125"/>
            </a:xfrm>
            <a:custGeom>
              <a:avLst/>
              <a:gdLst/>
              <a:ahLst/>
              <a:cxnLst/>
              <a:rect l="l" t="t" r="r" b="b"/>
              <a:pathLst>
                <a:path w="1068" h="1278" extrusionOk="0">
                  <a:moveTo>
                    <a:pt x="352" y="1268"/>
                  </a:moveTo>
                  <a:cubicBezTo>
                    <a:pt x="320" y="1268"/>
                    <a:pt x="292" y="1258"/>
                    <a:pt x="270" y="1247"/>
                  </a:cubicBezTo>
                  <a:cubicBezTo>
                    <a:pt x="208" y="1215"/>
                    <a:pt x="165" y="1155"/>
                    <a:pt x="162" y="1117"/>
                  </a:cubicBezTo>
                  <a:cubicBezTo>
                    <a:pt x="157" y="1070"/>
                    <a:pt x="116" y="967"/>
                    <a:pt x="77" y="868"/>
                  </a:cubicBezTo>
                  <a:cubicBezTo>
                    <a:pt x="60" y="823"/>
                    <a:pt x="43" y="781"/>
                    <a:pt x="30" y="745"/>
                  </a:cubicBezTo>
                  <a:cubicBezTo>
                    <a:pt x="0" y="662"/>
                    <a:pt x="46" y="568"/>
                    <a:pt x="162" y="475"/>
                  </a:cubicBezTo>
                  <a:cubicBezTo>
                    <a:pt x="220" y="429"/>
                    <a:pt x="310" y="297"/>
                    <a:pt x="321" y="195"/>
                  </a:cubicBezTo>
                  <a:cubicBezTo>
                    <a:pt x="330" y="100"/>
                    <a:pt x="442" y="58"/>
                    <a:pt x="510" y="33"/>
                  </a:cubicBezTo>
                  <a:cubicBezTo>
                    <a:pt x="515" y="31"/>
                    <a:pt x="521" y="29"/>
                    <a:pt x="526" y="27"/>
                  </a:cubicBezTo>
                  <a:cubicBezTo>
                    <a:pt x="594" y="0"/>
                    <a:pt x="888" y="104"/>
                    <a:pt x="957" y="179"/>
                  </a:cubicBezTo>
                  <a:cubicBezTo>
                    <a:pt x="1026" y="256"/>
                    <a:pt x="1040" y="366"/>
                    <a:pt x="1054" y="473"/>
                  </a:cubicBezTo>
                  <a:cubicBezTo>
                    <a:pt x="1068" y="582"/>
                    <a:pt x="964" y="810"/>
                    <a:pt x="863" y="894"/>
                  </a:cubicBezTo>
                  <a:cubicBezTo>
                    <a:pt x="835" y="917"/>
                    <a:pt x="800" y="948"/>
                    <a:pt x="760" y="984"/>
                  </a:cubicBezTo>
                  <a:cubicBezTo>
                    <a:pt x="657" y="1076"/>
                    <a:pt x="529" y="1190"/>
                    <a:pt x="434" y="1245"/>
                  </a:cubicBezTo>
                  <a:cubicBezTo>
                    <a:pt x="405" y="1262"/>
                    <a:pt x="377" y="1268"/>
                    <a:pt x="352" y="1268"/>
                  </a:cubicBezTo>
                  <a:close/>
                  <a:moveTo>
                    <a:pt x="555" y="27"/>
                  </a:moveTo>
                  <a:cubicBezTo>
                    <a:pt x="543" y="27"/>
                    <a:pt x="534" y="28"/>
                    <a:pt x="527" y="31"/>
                  </a:cubicBezTo>
                  <a:cubicBezTo>
                    <a:pt x="522" y="33"/>
                    <a:pt x="517" y="35"/>
                    <a:pt x="511" y="37"/>
                  </a:cubicBezTo>
                  <a:cubicBezTo>
                    <a:pt x="445" y="62"/>
                    <a:pt x="334" y="103"/>
                    <a:pt x="325" y="195"/>
                  </a:cubicBezTo>
                  <a:cubicBezTo>
                    <a:pt x="314" y="299"/>
                    <a:pt x="223" y="432"/>
                    <a:pt x="165" y="479"/>
                  </a:cubicBezTo>
                  <a:cubicBezTo>
                    <a:pt x="50" y="570"/>
                    <a:pt x="5" y="662"/>
                    <a:pt x="34" y="744"/>
                  </a:cubicBezTo>
                  <a:cubicBezTo>
                    <a:pt x="47" y="779"/>
                    <a:pt x="64" y="821"/>
                    <a:pt x="81" y="866"/>
                  </a:cubicBezTo>
                  <a:cubicBezTo>
                    <a:pt x="120" y="966"/>
                    <a:pt x="161" y="1069"/>
                    <a:pt x="166" y="1116"/>
                  </a:cubicBezTo>
                  <a:cubicBezTo>
                    <a:pt x="169" y="1153"/>
                    <a:pt x="211" y="1212"/>
                    <a:pt x="272" y="1243"/>
                  </a:cubicBezTo>
                  <a:cubicBezTo>
                    <a:pt x="310" y="1263"/>
                    <a:pt x="368" y="1278"/>
                    <a:pt x="432" y="1241"/>
                  </a:cubicBezTo>
                  <a:cubicBezTo>
                    <a:pt x="527" y="1187"/>
                    <a:pt x="654" y="1073"/>
                    <a:pt x="757" y="981"/>
                  </a:cubicBezTo>
                  <a:cubicBezTo>
                    <a:pt x="798" y="945"/>
                    <a:pt x="832" y="914"/>
                    <a:pt x="860" y="891"/>
                  </a:cubicBezTo>
                  <a:cubicBezTo>
                    <a:pt x="961" y="808"/>
                    <a:pt x="1064" y="581"/>
                    <a:pt x="1050" y="474"/>
                  </a:cubicBezTo>
                  <a:cubicBezTo>
                    <a:pt x="1036" y="367"/>
                    <a:pt x="1022" y="257"/>
                    <a:pt x="954" y="182"/>
                  </a:cubicBezTo>
                  <a:cubicBezTo>
                    <a:pt x="916" y="141"/>
                    <a:pt x="818" y="96"/>
                    <a:pt x="739" y="69"/>
                  </a:cubicBezTo>
                  <a:cubicBezTo>
                    <a:pt x="662" y="42"/>
                    <a:pt x="595" y="27"/>
                    <a:pt x="555" y="2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8"/>
          <p:cNvGrpSpPr/>
          <p:nvPr/>
        </p:nvGrpSpPr>
        <p:grpSpPr>
          <a:xfrm>
            <a:off x="-161777" y="37660"/>
            <a:ext cx="8968388" cy="4459227"/>
            <a:chOff x="-161777" y="37660"/>
            <a:chExt cx="8968388" cy="4459227"/>
          </a:xfrm>
        </p:grpSpPr>
        <p:pic>
          <p:nvPicPr>
            <p:cNvPr id="327" name="Google Shape;32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2336414">
              <a:off x="1013638" y="1065854"/>
              <a:ext cx="954475" cy="11412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8"/>
            <p:cNvPicPr preferRelativeResize="0"/>
            <p:nvPr/>
          </p:nvPicPr>
          <p:blipFill rotWithShape="1">
            <a:blip r:embed="rId3">
              <a:alphaModFix/>
            </a:blip>
            <a:srcRect r="2553"/>
            <a:stretch/>
          </p:blipFill>
          <p:spPr>
            <a:xfrm>
              <a:off x="7541310" y="3743162"/>
              <a:ext cx="776405" cy="753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4804509">
              <a:off x="-66504" y="36589"/>
              <a:ext cx="545374" cy="65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9897965">
              <a:off x="7943613" y="2591793"/>
              <a:ext cx="771293" cy="80885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"/>
          <p:cNvSpPr txBox="1">
            <a:spLocks noGrp="1"/>
          </p:cNvSpPr>
          <p:nvPr>
            <p:ph type="title"/>
          </p:nvPr>
        </p:nvSpPr>
        <p:spPr>
          <a:xfrm>
            <a:off x="3557875" y="2569450"/>
            <a:ext cx="4872900" cy="13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9"/>
          <p:cNvSpPr txBox="1">
            <a:spLocks noGrp="1"/>
          </p:cNvSpPr>
          <p:nvPr>
            <p:ph type="subTitle" idx="1"/>
          </p:nvPr>
        </p:nvSpPr>
        <p:spPr>
          <a:xfrm>
            <a:off x="3557875" y="39329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34" name="Google Shape;334;p9"/>
          <p:cNvGrpSpPr/>
          <p:nvPr/>
        </p:nvGrpSpPr>
        <p:grpSpPr>
          <a:xfrm>
            <a:off x="-5498125" y="-550347"/>
            <a:ext cx="9449768" cy="4560356"/>
            <a:chOff x="0" y="2771776"/>
            <a:chExt cx="5156200" cy="3062286"/>
          </a:xfrm>
        </p:grpSpPr>
        <p:sp>
          <p:nvSpPr>
            <p:cNvPr id="335" name="Google Shape;335;p9"/>
            <p:cNvSpPr/>
            <p:nvPr/>
          </p:nvSpPr>
          <p:spPr>
            <a:xfrm>
              <a:off x="1962150" y="3011488"/>
              <a:ext cx="2797178" cy="2262189"/>
            </a:xfrm>
            <a:custGeom>
              <a:avLst/>
              <a:gdLst/>
              <a:ahLst/>
              <a:cxnLst/>
              <a:rect l="l" t="t" r="r" b="b"/>
              <a:pathLst>
                <a:path w="2794" h="2258" extrusionOk="0">
                  <a:moveTo>
                    <a:pt x="2762" y="417"/>
                  </a:moveTo>
                  <a:cubicBezTo>
                    <a:pt x="2729" y="392"/>
                    <a:pt x="2705" y="397"/>
                    <a:pt x="2705" y="397"/>
                  </a:cubicBezTo>
                  <a:cubicBezTo>
                    <a:pt x="2705" y="397"/>
                    <a:pt x="2734" y="437"/>
                    <a:pt x="2692" y="393"/>
                  </a:cubicBezTo>
                  <a:cubicBezTo>
                    <a:pt x="2650" y="350"/>
                    <a:pt x="2570" y="316"/>
                    <a:pt x="2570" y="316"/>
                  </a:cubicBezTo>
                  <a:cubicBezTo>
                    <a:pt x="2570" y="316"/>
                    <a:pt x="2525" y="318"/>
                    <a:pt x="2517" y="309"/>
                  </a:cubicBezTo>
                  <a:cubicBezTo>
                    <a:pt x="2508" y="299"/>
                    <a:pt x="2464" y="297"/>
                    <a:pt x="2482" y="317"/>
                  </a:cubicBezTo>
                  <a:cubicBezTo>
                    <a:pt x="2501" y="337"/>
                    <a:pt x="2501" y="346"/>
                    <a:pt x="2483" y="344"/>
                  </a:cubicBezTo>
                  <a:cubicBezTo>
                    <a:pt x="2465" y="342"/>
                    <a:pt x="2461" y="323"/>
                    <a:pt x="2461" y="323"/>
                  </a:cubicBezTo>
                  <a:cubicBezTo>
                    <a:pt x="2461" y="323"/>
                    <a:pt x="2482" y="307"/>
                    <a:pt x="2461" y="302"/>
                  </a:cubicBezTo>
                  <a:cubicBezTo>
                    <a:pt x="2440" y="297"/>
                    <a:pt x="2446" y="316"/>
                    <a:pt x="2446" y="316"/>
                  </a:cubicBezTo>
                  <a:cubicBezTo>
                    <a:pt x="2407" y="301"/>
                    <a:pt x="2384" y="314"/>
                    <a:pt x="2384" y="314"/>
                  </a:cubicBezTo>
                  <a:cubicBezTo>
                    <a:pt x="2384" y="314"/>
                    <a:pt x="2355" y="336"/>
                    <a:pt x="2348" y="302"/>
                  </a:cubicBezTo>
                  <a:cubicBezTo>
                    <a:pt x="2341" y="268"/>
                    <a:pt x="2306" y="273"/>
                    <a:pt x="2306" y="273"/>
                  </a:cubicBezTo>
                  <a:cubicBezTo>
                    <a:pt x="2306" y="273"/>
                    <a:pt x="2239" y="283"/>
                    <a:pt x="2238" y="268"/>
                  </a:cubicBezTo>
                  <a:cubicBezTo>
                    <a:pt x="2237" y="254"/>
                    <a:pt x="2198" y="249"/>
                    <a:pt x="2198" y="249"/>
                  </a:cubicBezTo>
                  <a:cubicBezTo>
                    <a:pt x="2211" y="226"/>
                    <a:pt x="2193" y="226"/>
                    <a:pt x="2193" y="226"/>
                  </a:cubicBezTo>
                  <a:cubicBezTo>
                    <a:pt x="2193" y="226"/>
                    <a:pt x="2173" y="226"/>
                    <a:pt x="2156" y="220"/>
                  </a:cubicBezTo>
                  <a:cubicBezTo>
                    <a:pt x="2139" y="214"/>
                    <a:pt x="2099" y="210"/>
                    <a:pt x="2083" y="212"/>
                  </a:cubicBezTo>
                  <a:cubicBezTo>
                    <a:pt x="2067" y="214"/>
                    <a:pt x="2064" y="218"/>
                    <a:pt x="2069" y="235"/>
                  </a:cubicBezTo>
                  <a:cubicBezTo>
                    <a:pt x="2073" y="253"/>
                    <a:pt x="2066" y="255"/>
                    <a:pt x="2050" y="254"/>
                  </a:cubicBezTo>
                  <a:cubicBezTo>
                    <a:pt x="2034" y="253"/>
                    <a:pt x="2025" y="237"/>
                    <a:pt x="2017" y="249"/>
                  </a:cubicBezTo>
                  <a:cubicBezTo>
                    <a:pt x="2009" y="262"/>
                    <a:pt x="2004" y="258"/>
                    <a:pt x="2004" y="258"/>
                  </a:cubicBezTo>
                  <a:cubicBezTo>
                    <a:pt x="2004" y="258"/>
                    <a:pt x="1973" y="224"/>
                    <a:pt x="1976" y="252"/>
                  </a:cubicBezTo>
                  <a:cubicBezTo>
                    <a:pt x="1979" y="281"/>
                    <a:pt x="1973" y="279"/>
                    <a:pt x="1971" y="282"/>
                  </a:cubicBezTo>
                  <a:cubicBezTo>
                    <a:pt x="1968" y="284"/>
                    <a:pt x="1924" y="258"/>
                    <a:pt x="1931" y="243"/>
                  </a:cubicBezTo>
                  <a:cubicBezTo>
                    <a:pt x="1937" y="228"/>
                    <a:pt x="1938" y="224"/>
                    <a:pt x="1933" y="205"/>
                  </a:cubicBezTo>
                  <a:cubicBezTo>
                    <a:pt x="1928" y="185"/>
                    <a:pt x="1920" y="198"/>
                    <a:pt x="1884" y="178"/>
                  </a:cubicBezTo>
                  <a:cubicBezTo>
                    <a:pt x="1848" y="159"/>
                    <a:pt x="1848" y="173"/>
                    <a:pt x="1848" y="173"/>
                  </a:cubicBezTo>
                  <a:cubicBezTo>
                    <a:pt x="1851" y="192"/>
                    <a:pt x="1856" y="206"/>
                    <a:pt x="1820" y="202"/>
                  </a:cubicBezTo>
                  <a:cubicBezTo>
                    <a:pt x="1784" y="198"/>
                    <a:pt x="1788" y="177"/>
                    <a:pt x="1788" y="177"/>
                  </a:cubicBezTo>
                  <a:cubicBezTo>
                    <a:pt x="1760" y="179"/>
                    <a:pt x="1727" y="175"/>
                    <a:pt x="1727" y="175"/>
                  </a:cubicBezTo>
                  <a:cubicBezTo>
                    <a:pt x="1727" y="175"/>
                    <a:pt x="1697" y="163"/>
                    <a:pt x="1687" y="176"/>
                  </a:cubicBezTo>
                  <a:cubicBezTo>
                    <a:pt x="1677" y="190"/>
                    <a:pt x="1640" y="189"/>
                    <a:pt x="1640" y="189"/>
                  </a:cubicBezTo>
                  <a:cubicBezTo>
                    <a:pt x="1640" y="189"/>
                    <a:pt x="1647" y="170"/>
                    <a:pt x="1682" y="144"/>
                  </a:cubicBezTo>
                  <a:cubicBezTo>
                    <a:pt x="1716" y="118"/>
                    <a:pt x="1715" y="110"/>
                    <a:pt x="1716" y="88"/>
                  </a:cubicBezTo>
                  <a:cubicBezTo>
                    <a:pt x="1717" y="66"/>
                    <a:pt x="1675" y="51"/>
                    <a:pt x="1675" y="51"/>
                  </a:cubicBezTo>
                  <a:cubicBezTo>
                    <a:pt x="1633" y="49"/>
                    <a:pt x="1633" y="49"/>
                    <a:pt x="1633" y="49"/>
                  </a:cubicBezTo>
                  <a:cubicBezTo>
                    <a:pt x="1633" y="49"/>
                    <a:pt x="1635" y="66"/>
                    <a:pt x="1620" y="61"/>
                  </a:cubicBezTo>
                  <a:cubicBezTo>
                    <a:pt x="1605" y="55"/>
                    <a:pt x="1626" y="36"/>
                    <a:pt x="1626" y="36"/>
                  </a:cubicBezTo>
                  <a:cubicBezTo>
                    <a:pt x="1604" y="29"/>
                    <a:pt x="1590" y="40"/>
                    <a:pt x="1590" y="40"/>
                  </a:cubicBezTo>
                  <a:cubicBezTo>
                    <a:pt x="1588" y="28"/>
                    <a:pt x="1604" y="20"/>
                    <a:pt x="1604" y="20"/>
                  </a:cubicBezTo>
                  <a:cubicBezTo>
                    <a:pt x="1604" y="20"/>
                    <a:pt x="1604" y="0"/>
                    <a:pt x="1575" y="6"/>
                  </a:cubicBezTo>
                  <a:cubicBezTo>
                    <a:pt x="1545" y="11"/>
                    <a:pt x="1548" y="35"/>
                    <a:pt x="1551" y="49"/>
                  </a:cubicBezTo>
                  <a:cubicBezTo>
                    <a:pt x="1554" y="62"/>
                    <a:pt x="1544" y="58"/>
                    <a:pt x="1544" y="58"/>
                  </a:cubicBezTo>
                  <a:cubicBezTo>
                    <a:pt x="1522" y="58"/>
                    <a:pt x="1513" y="72"/>
                    <a:pt x="1513" y="72"/>
                  </a:cubicBezTo>
                  <a:cubicBezTo>
                    <a:pt x="1513" y="72"/>
                    <a:pt x="1521" y="86"/>
                    <a:pt x="1501" y="87"/>
                  </a:cubicBezTo>
                  <a:cubicBezTo>
                    <a:pt x="1482" y="88"/>
                    <a:pt x="1488" y="72"/>
                    <a:pt x="1488" y="72"/>
                  </a:cubicBezTo>
                  <a:cubicBezTo>
                    <a:pt x="1455" y="75"/>
                    <a:pt x="1459" y="89"/>
                    <a:pt x="1459" y="89"/>
                  </a:cubicBezTo>
                  <a:cubicBezTo>
                    <a:pt x="1431" y="92"/>
                    <a:pt x="1361" y="129"/>
                    <a:pt x="1378" y="147"/>
                  </a:cubicBezTo>
                  <a:cubicBezTo>
                    <a:pt x="1395" y="166"/>
                    <a:pt x="1382" y="163"/>
                    <a:pt x="1375" y="172"/>
                  </a:cubicBezTo>
                  <a:cubicBezTo>
                    <a:pt x="1367" y="181"/>
                    <a:pt x="1334" y="171"/>
                    <a:pt x="1317" y="178"/>
                  </a:cubicBezTo>
                  <a:cubicBezTo>
                    <a:pt x="1301" y="186"/>
                    <a:pt x="1315" y="199"/>
                    <a:pt x="1315" y="199"/>
                  </a:cubicBezTo>
                  <a:cubicBezTo>
                    <a:pt x="1319" y="225"/>
                    <a:pt x="1319" y="225"/>
                    <a:pt x="1319" y="225"/>
                  </a:cubicBezTo>
                  <a:cubicBezTo>
                    <a:pt x="1319" y="225"/>
                    <a:pt x="1337" y="222"/>
                    <a:pt x="1340" y="239"/>
                  </a:cubicBezTo>
                  <a:cubicBezTo>
                    <a:pt x="1343" y="255"/>
                    <a:pt x="1323" y="245"/>
                    <a:pt x="1309" y="231"/>
                  </a:cubicBezTo>
                  <a:cubicBezTo>
                    <a:pt x="1294" y="218"/>
                    <a:pt x="1261" y="221"/>
                    <a:pt x="1271" y="223"/>
                  </a:cubicBezTo>
                  <a:cubicBezTo>
                    <a:pt x="1280" y="226"/>
                    <a:pt x="1287" y="239"/>
                    <a:pt x="1281" y="244"/>
                  </a:cubicBezTo>
                  <a:cubicBezTo>
                    <a:pt x="1275" y="248"/>
                    <a:pt x="1275" y="247"/>
                    <a:pt x="1283" y="262"/>
                  </a:cubicBezTo>
                  <a:cubicBezTo>
                    <a:pt x="1292" y="277"/>
                    <a:pt x="1267" y="263"/>
                    <a:pt x="1267" y="263"/>
                  </a:cubicBezTo>
                  <a:cubicBezTo>
                    <a:pt x="1267" y="263"/>
                    <a:pt x="1252" y="277"/>
                    <a:pt x="1252" y="242"/>
                  </a:cubicBezTo>
                  <a:cubicBezTo>
                    <a:pt x="1252" y="207"/>
                    <a:pt x="1234" y="204"/>
                    <a:pt x="1234" y="204"/>
                  </a:cubicBezTo>
                  <a:cubicBezTo>
                    <a:pt x="1247" y="216"/>
                    <a:pt x="1241" y="227"/>
                    <a:pt x="1241" y="231"/>
                  </a:cubicBezTo>
                  <a:cubicBezTo>
                    <a:pt x="1242" y="235"/>
                    <a:pt x="1217" y="244"/>
                    <a:pt x="1229" y="259"/>
                  </a:cubicBezTo>
                  <a:cubicBezTo>
                    <a:pt x="1241" y="273"/>
                    <a:pt x="1239" y="309"/>
                    <a:pt x="1239" y="309"/>
                  </a:cubicBezTo>
                  <a:cubicBezTo>
                    <a:pt x="1239" y="309"/>
                    <a:pt x="1242" y="336"/>
                    <a:pt x="1258" y="331"/>
                  </a:cubicBezTo>
                  <a:cubicBezTo>
                    <a:pt x="1275" y="326"/>
                    <a:pt x="1292" y="339"/>
                    <a:pt x="1292" y="339"/>
                  </a:cubicBezTo>
                  <a:cubicBezTo>
                    <a:pt x="1292" y="339"/>
                    <a:pt x="1319" y="382"/>
                    <a:pt x="1306" y="381"/>
                  </a:cubicBezTo>
                  <a:cubicBezTo>
                    <a:pt x="1293" y="380"/>
                    <a:pt x="1278" y="342"/>
                    <a:pt x="1278" y="342"/>
                  </a:cubicBezTo>
                  <a:cubicBezTo>
                    <a:pt x="1278" y="342"/>
                    <a:pt x="1240" y="338"/>
                    <a:pt x="1254" y="356"/>
                  </a:cubicBezTo>
                  <a:cubicBezTo>
                    <a:pt x="1268" y="375"/>
                    <a:pt x="1261" y="376"/>
                    <a:pt x="1246" y="403"/>
                  </a:cubicBezTo>
                  <a:cubicBezTo>
                    <a:pt x="1230" y="430"/>
                    <a:pt x="1203" y="422"/>
                    <a:pt x="1203" y="418"/>
                  </a:cubicBezTo>
                  <a:cubicBezTo>
                    <a:pt x="1202" y="414"/>
                    <a:pt x="1230" y="396"/>
                    <a:pt x="1235" y="376"/>
                  </a:cubicBezTo>
                  <a:cubicBezTo>
                    <a:pt x="1241" y="356"/>
                    <a:pt x="1227" y="339"/>
                    <a:pt x="1227" y="339"/>
                  </a:cubicBezTo>
                  <a:cubicBezTo>
                    <a:pt x="1219" y="262"/>
                    <a:pt x="1219" y="262"/>
                    <a:pt x="1219" y="262"/>
                  </a:cubicBezTo>
                  <a:cubicBezTo>
                    <a:pt x="1219" y="262"/>
                    <a:pt x="1199" y="261"/>
                    <a:pt x="1209" y="249"/>
                  </a:cubicBezTo>
                  <a:cubicBezTo>
                    <a:pt x="1220" y="237"/>
                    <a:pt x="1214" y="213"/>
                    <a:pt x="1214" y="213"/>
                  </a:cubicBezTo>
                  <a:cubicBezTo>
                    <a:pt x="1184" y="194"/>
                    <a:pt x="1168" y="209"/>
                    <a:pt x="1168" y="209"/>
                  </a:cubicBezTo>
                  <a:cubicBezTo>
                    <a:pt x="1166" y="257"/>
                    <a:pt x="1140" y="239"/>
                    <a:pt x="1135" y="259"/>
                  </a:cubicBezTo>
                  <a:cubicBezTo>
                    <a:pt x="1131" y="278"/>
                    <a:pt x="1149" y="279"/>
                    <a:pt x="1149" y="279"/>
                  </a:cubicBezTo>
                  <a:cubicBezTo>
                    <a:pt x="1147" y="307"/>
                    <a:pt x="1138" y="287"/>
                    <a:pt x="1164" y="323"/>
                  </a:cubicBezTo>
                  <a:cubicBezTo>
                    <a:pt x="1189" y="360"/>
                    <a:pt x="1151" y="340"/>
                    <a:pt x="1125" y="323"/>
                  </a:cubicBezTo>
                  <a:cubicBezTo>
                    <a:pt x="1098" y="306"/>
                    <a:pt x="1084" y="315"/>
                    <a:pt x="1074" y="309"/>
                  </a:cubicBezTo>
                  <a:cubicBezTo>
                    <a:pt x="1063" y="304"/>
                    <a:pt x="1047" y="289"/>
                    <a:pt x="1045" y="294"/>
                  </a:cubicBezTo>
                  <a:cubicBezTo>
                    <a:pt x="1044" y="299"/>
                    <a:pt x="1057" y="313"/>
                    <a:pt x="1067" y="321"/>
                  </a:cubicBezTo>
                  <a:cubicBezTo>
                    <a:pt x="1078" y="330"/>
                    <a:pt x="1071" y="356"/>
                    <a:pt x="1064" y="357"/>
                  </a:cubicBezTo>
                  <a:cubicBezTo>
                    <a:pt x="1056" y="359"/>
                    <a:pt x="1048" y="336"/>
                    <a:pt x="1048" y="336"/>
                  </a:cubicBezTo>
                  <a:cubicBezTo>
                    <a:pt x="1048" y="336"/>
                    <a:pt x="1050" y="346"/>
                    <a:pt x="1026" y="347"/>
                  </a:cubicBezTo>
                  <a:cubicBezTo>
                    <a:pt x="1002" y="348"/>
                    <a:pt x="1011" y="361"/>
                    <a:pt x="999" y="362"/>
                  </a:cubicBezTo>
                  <a:cubicBezTo>
                    <a:pt x="987" y="363"/>
                    <a:pt x="990" y="340"/>
                    <a:pt x="990" y="340"/>
                  </a:cubicBezTo>
                  <a:cubicBezTo>
                    <a:pt x="962" y="346"/>
                    <a:pt x="913" y="373"/>
                    <a:pt x="908" y="382"/>
                  </a:cubicBezTo>
                  <a:cubicBezTo>
                    <a:pt x="903" y="392"/>
                    <a:pt x="898" y="416"/>
                    <a:pt x="885" y="399"/>
                  </a:cubicBezTo>
                  <a:cubicBezTo>
                    <a:pt x="872" y="381"/>
                    <a:pt x="892" y="376"/>
                    <a:pt x="892" y="376"/>
                  </a:cubicBezTo>
                  <a:cubicBezTo>
                    <a:pt x="892" y="376"/>
                    <a:pt x="888" y="365"/>
                    <a:pt x="879" y="356"/>
                  </a:cubicBezTo>
                  <a:cubicBezTo>
                    <a:pt x="870" y="348"/>
                    <a:pt x="851" y="354"/>
                    <a:pt x="851" y="354"/>
                  </a:cubicBezTo>
                  <a:cubicBezTo>
                    <a:pt x="855" y="358"/>
                    <a:pt x="863" y="372"/>
                    <a:pt x="869" y="398"/>
                  </a:cubicBezTo>
                  <a:cubicBezTo>
                    <a:pt x="875" y="424"/>
                    <a:pt x="862" y="434"/>
                    <a:pt x="856" y="426"/>
                  </a:cubicBezTo>
                  <a:cubicBezTo>
                    <a:pt x="850" y="418"/>
                    <a:pt x="861" y="413"/>
                    <a:pt x="827" y="428"/>
                  </a:cubicBezTo>
                  <a:cubicBezTo>
                    <a:pt x="792" y="442"/>
                    <a:pt x="838" y="463"/>
                    <a:pt x="818" y="470"/>
                  </a:cubicBezTo>
                  <a:cubicBezTo>
                    <a:pt x="797" y="477"/>
                    <a:pt x="773" y="437"/>
                    <a:pt x="770" y="453"/>
                  </a:cubicBezTo>
                  <a:cubicBezTo>
                    <a:pt x="766" y="469"/>
                    <a:pt x="787" y="474"/>
                    <a:pt x="787" y="474"/>
                  </a:cubicBezTo>
                  <a:cubicBezTo>
                    <a:pt x="774" y="513"/>
                    <a:pt x="736" y="447"/>
                    <a:pt x="736" y="447"/>
                  </a:cubicBezTo>
                  <a:cubicBezTo>
                    <a:pt x="736" y="447"/>
                    <a:pt x="757" y="431"/>
                    <a:pt x="742" y="429"/>
                  </a:cubicBezTo>
                  <a:cubicBezTo>
                    <a:pt x="728" y="427"/>
                    <a:pt x="710" y="394"/>
                    <a:pt x="710" y="394"/>
                  </a:cubicBezTo>
                  <a:cubicBezTo>
                    <a:pt x="760" y="419"/>
                    <a:pt x="794" y="433"/>
                    <a:pt x="821" y="408"/>
                  </a:cubicBezTo>
                  <a:cubicBezTo>
                    <a:pt x="848" y="384"/>
                    <a:pt x="751" y="328"/>
                    <a:pt x="751" y="328"/>
                  </a:cubicBezTo>
                  <a:cubicBezTo>
                    <a:pt x="751" y="328"/>
                    <a:pt x="721" y="335"/>
                    <a:pt x="674" y="305"/>
                  </a:cubicBezTo>
                  <a:cubicBezTo>
                    <a:pt x="628" y="276"/>
                    <a:pt x="569" y="311"/>
                    <a:pt x="569" y="311"/>
                  </a:cubicBezTo>
                  <a:cubicBezTo>
                    <a:pt x="569" y="311"/>
                    <a:pt x="471" y="367"/>
                    <a:pt x="458" y="413"/>
                  </a:cubicBezTo>
                  <a:cubicBezTo>
                    <a:pt x="451" y="436"/>
                    <a:pt x="419" y="488"/>
                    <a:pt x="400" y="497"/>
                  </a:cubicBezTo>
                  <a:cubicBezTo>
                    <a:pt x="381" y="506"/>
                    <a:pt x="360" y="519"/>
                    <a:pt x="355" y="571"/>
                  </a:cubicBezTo>
                  <a:cubicBezTo>
                    <a:pt x="350" y="624"/>
                    <a:pt x="366" y="630"/>
                    <a:pt x="380" y="630"/>
                  </a:cubicBezTo>
                  <a:cubicBezTo>
                    <a:pt x="393" y="629"/>
                    <a:pt x="402" y="623"/>
                    <a:pt x="411" y="612"/>
                  </a:cubicBezTo>
                  <a:cubicBezTo>
                    <a:pt x="420" y="601"/>
                    <a:pt x="431" y="604"/>
                    <a:pt x="431" y="604"/>
                  </a:cubicBezTo>
                  <a:cubicBezTo>
                    <a:pt x="429" y="625"/>
                    <a:pt x="453" y="662"/>
                    <a:pt x="453" y="662"/>
                  </a:cubicBezTo>
                  <a:cubicBezTo>
                    <a:pt x="453" y="662"/>
                    <a:pt x="443" y="689"/>
                    <a:pt x="461" y="689"/>
                  </a:cubicBezTo>
                  <a:cubicBezTo>
                    <a:pt x="480" y="689"/>
                    <a:pt x="473" y="682"/>
                    <a:pt x="482" y="675"/>
                  </a:cubicBezTo>
                  <a:cubicBezTo>
                    <a:pt x="491" y="668"/>
                    <a:pt x="508" y="667"/>
                    <a:pt x="508" y="667"/>
                  </a:cubicBezTo>
                  <a:cubicBezTo>
                    <a:pt x="510" y="614"/>
                    <a:pt x="510" y="614"/>
                    <a:pt x="510" y="614"/>
                  </a:cubicBezTo>
                  <a:cubicBezTo>
                    <a:pt x="519" y="615"/>
                    <a:pt x="534" y="606"/>
                    <a:pt x="533" y="587"/>
                  </a:cubicBezTo>
                  <a:cubicBezTo>
                    <a:pt x="533" y="568"/>
                    <a:pt x="515" y="568"/>
                    <a:pt x="515" y="568"/>
                  </a:cubicBezTo>
                  <a:cubicBezTo>
                    <a:pt x="515" y="534"/>
                    <a:pt x="523" y="517"/>
                    <a:pt x="523" y="517"/>
                  </a:cubicBezTo>
                  <a:cubicBezTo>
                    <a:pt x="569" y="482"/>
                    <a:pt x="569" y="482"/>
                    <a:pt x="569" y="482"/>
                  </a:cubicBezTo>
                  <a:cubicBezTo>
                    <a:pt x="568" y="430"/>
                    <a:pt x="594" y="431"/>
                    <a:pt x="594" y="431"/>
                  </a:cubicBezTo>
                  <a:cubicBezTo>
                    <a:pt x="594" y="431"/>
                    <a:pt x="621" y="428"/>
                    <a:pt x="617" y="456"/>
                  </a:cubicBezTo>
                  <a:cubicBezTo>
                    <a:pt x="613" y="485"/>
                    <a:pt x="566" y="506"/>
                    <a:pt x="566" y="506"/>
                  </a:cubicBezTo>
                  <a:cubicBezTo>
                    <a:pt x="566" y="506"/>
                    <a:pt x="566" y="550"/>
                    <a:pt x="568" y="563"/>
                  </a:cubicBezTo>
                  <a:cubicBezTo>
                    <a:pt x="570" y="576"/>
                    <a:pt x="591" y="582"/>
                    <a:pt x="614" y="581"/>
                  </a:cubicBezTo>
                  <a:cubicBezTo>
                    <a:pt x="637" y="579"/>
                    <a:pt x="648" y="562"/>
                    <a:pt x="667" y="578"/>
                  </a:cubicBezTo>
                  <a:cubicBezTo>
                    <a:pt x="685" y="594"/>
                    <a:pt x="622" y="591"/>
                    <a:pt x="624" y="591"/>
                  </a:cubicBezTo>
                  <a:cubicBezTo>
                    <a:pt x="626" y="591"/>
                    <a:pt x="586" y="588"/>
                    <a:pt x="587" y="605"/>
                  </a:cubicBezTo>
                  <a:cubicBezTo>
                    <a:pt x="588" y="622"/>
                    <a:pt x="600" y="621"/>
                    <a:pt x="600" y="621"/>
                  </a:cubicBezTo>
                  <a:cubicBezTo>
                    <a:pt x="600" y="621"/>
                    <a:pt x="612" y="621"/>
                    <a:pt x="611" y="638"/>
                  </a:cubicBezTo>
                  <a:cubicBezTo>
                    <a:pt x="610" y="655"/>
                    <a:pt x="598" y="654"/>
                    <a:pt x="598" y="654"/>
                  </a:cubicBezTo>
                  <a:cubicBezTo>
                    <a:pt x="598" y="654"/>
                    <a:pt x="599" y="638"/>
                    <a:pt x="581" y="638"/>
                  </a:cubicBezTo>
                  <a:cubicBezTo>
                    <a:pt x="564" y="638"/>
                    <a:pt x="563" y="655"/>
                    <a:pt x="563" y="655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47" y="696"/>
                    <a:pt x="550" y="709"/>
                    <a:pt x="547" y="711"/>
                  </a:cubicBezTo>
                  <a:cubicBezTo>
                    <a:pt x="544" y="713"/>
                    <a:pt x="523" y="687"/>
                    <a:pt x="513" y="703"/>
                  </a:cubicBezTo>
                  <a:cubicBezTo>
                    <a:pt x="502" y="719"/>
                    <a:pt x="475" y="722"/>
                    <a:pt x="475" y="722"/>
                  </a:cubicBezTo>
                  <a:cubicBezTo>
                    <a:pt x="475" y="722"/>
                    <a:pt x="466" y="712"/>
                    <a:pt x="438" y="714"/>
                  </a:cubicBezTo>
                  <a:cubicBezTo>
                    <a:pt x="411" y="716"/>
                    <a:pt x="415" y="697"/>
                    <a:pt x="419" y="680"/>
                  </a:cubicBezTo>
                  <a:cubicBezTo>
                    <a:pt x="422" y="664"/>
                    <a:pt x="421" y="638"/>
                    <a:pt x="421" y="638"/>
                  </a:cubicBezTo>
                  <a:cubicBezTo>
                    <a:pt x="407" y="645"/>
                    <a:pt x="376" y="664"/>
                    <a:pt x="391" y="680"/>
                  </a:cubicBezTo>
                  <a:cubicBezTo>
                    <a:pt x="406" y="696"/>
                    <a:pt x="399" y="720"/>
                    <a:pt x="399" y="720"/>
                  </a:cubicBezTo>
                  <a:cubicBezTo>
                    <a:pt x="399" y="720"/>
                    <a:pt x="394" y="715"/>
                    <a:pt x="368" y="729"/>
                  </a:cubicBezTo>
                  <a:cubicBezTo>
                    <a:pt x="343" y="744"/>
                    <a:pt x="337" y="769"/>
                    <a:pt x="337" y="769"/>
                  </a:cubicBezTo>
                  <a:cubicBezTo>
                    <a:pt x="337" y="769"/>
                    <a:pt x="325" y="761"/>
                    <a:pt x="304" y="789"/>
                  </a:cubicBezTo>
                  <a:cubicBezTo>
                    <a:pt x="284" y="817"/>
                    <a:pt x="259" y="812"/>
                    <a:pt x="259" y="812"/>
                  </a:cubicBezTo>
                  <a:cubicBezTo>
                    <a:pt x="261" y="825"/>
                    <a:pt x="238" y="824"/>
                    <a:pt x="238" y="824"/>
                  </a:cubicBezTo>
                  <a:cubicBezTo>
                    <a:pt x="238" y="824"/>
                    <a:pt x="210" y="821"/>
                    <a:pt x="209" y="834"/>
                  </a:cubicBezTo>
                  <a:cubicBezTo>
                    <a:pt x="208" y="848"/>
                    <a:pt x="224" y="846"/>
                    <a:pt x="224" y="846"/>
                  </a:cubicBezTo>
                  <a:cubicBezTo>
                    <a:pt x="259" y="846"/>
                    <a:pt x="263" y="881"/>
                    <a:pt x="263" y="904"/>
                  </a:cubicBezTo>
                  <a:cubicBezTo>
                    <a:pt x="262" y="927"/>
                    <a:pt x="247" y="925"/>
                    <a:pt x="247" y="925"/>
                  </a:cubicBezTo>
                  <a:cubicBezTo>
                    <a:pt x="247" y="925"/>
                    <a:pt x="226" y="927"/>
                    <a:pt x="186" y="925"/>
                  </a:cubicBezTo>
                  <a:cubicBezTo>
                    <a:pt x="147" y="922"/>
                    <a:pt x="155" y="945"/>
                    <a:pt x="155" y="945"/>
                  </a:cubicBezTo>
                  <a:cubicBezTo>
                    <a:pt x="154" y="991"/>
                    <a:pt x="154" y="991"/>
                    <a:pt x="154" y="991"/>
                  </a:cubicBezTo>
                  <a:cubicBezTo>
                    <a:pt x="141" y="995"/>
                    <a:pt x="142" y="1016"/>
                    <a:pt x="142" y="1016"/>
                  </a:cubicBezTo>
                  <a:cubicBezTo>
                    <a:pt x="155" y="1016"/>
                    <a:pt x="155" y="1016"/>
                    <a:pt x="155" y="1016"/>
                  </a:cubicBezTo>
                  <a:cubicBezTo>
                    <a:pt x="154" y="1038"/>
                    <a:pt x="154" y="1038"/>
                    <a:pt x="154" y="1038"/>
                  </a:cubicBezTo>
                  <a:cubicBezTo>
                    <a:pt x="189" y="1034"/>
                    <a:pt x="195" y="1060"/>
                    <a:pt x="195" y="1061"/>
                  </a:cubicBezTo>
                  <a:cubicBezTo>
                    <a:pt x="193" y="1059"/>
                    <a:pt x="192" y="1059"/>
                    <a:pt x="192" y="1059"/>
                  </a:cubicBezTo>
                  <a:cubicBezTo>
                    <a:pt x="190" y="1075"/>
                    <a:pt x="169" y="1090"/>
                    <a:pt x="169" y="1090"/>
                  </a:cubicBezTo>
                  <a:cubicBezTo>
                    <a:pt x="169" y="1090"/>
                    <a:pt x="144" y="1089"/>
                    <a:pt x="133" y="1132"/>
                  </a:cubicBezTo>
                  <a:cubicBezTo>
                    <a:pt x="123" y="1175"/>
                    <a:pt x="139" y="1146"/>
                    <a:pt x="91" y="1185"/>
                  </a:cubicBezTo>
                  <a:cubicBezTo>
                    <a:pt x="43" y="1224"/>
                    <a:pt x="15" y="1289"/>
                    <a:pt x="15" y="1289"/>
                  </a:cubicBezTo>
                  <a:cubicBezTo>
                    <a:pt x="15" y="1289"/>
                    <a:pt x="49" y="1316"/>
                    <a:pt x="25" y="1361"/>
                  </a:cubicBezTo>
                  <a:cubicBezTo>
                    <a:pt x="0" y="1406"/>
                    <a:pt x="12" y="1422"/>
                    <a:pt x="12" y="1422"/>
                  </a:cubicBezTo>
                  <a:cubicBezTo>
                    <a:pt x="12" y="1422"/>
                    <a:pt x="121" y="1568"/>
                    <a:pt x="159" y="1554"/>
                  </a:cubicBezTo>
                  <a:cubicBezTo>
                    <a:pt x="196" y="1541"/>
                    <a:pt x="230" y="1548"/>
                    <a:pt x="238" y="1548"/>
                  </a:cubicBezTo>
                  <a:cubicBezTo>
                    <a:pt x="246" y="1548"/>
                    <a:pt x="248" y="1530"/>
                    <a:pt x="297" y="1525"/>
                  </a:cubicBezTo>
                  <a:cubicBezTo>
                    <a:pt x="347" y="1520"/>
                    <a:pt x="353" y="1554"/>
                    <a:pt x="353" y="1554"/>
                  </a:cubicBezTo>
                  <a:cubicBezTo>
                    <a:pt x="383" y="1571"/>
                    <a:pt x="423" y="1520"/>
                    <a:pt x="405" y="1583"/>
                  </a:cubicBezTo>
                  <a:cubicBezTo>
                    <a:pt x="388" y="1646"/>
                    <a:pt x="405" y="1658"/>
                    <a:pt x="405" y="1658"/>
                  </a:cubicBezTo>
                  <a:cubicBezTo>
                    <a:pt x="471" y="1733"/>
                    <a:pt x="462" y="1769"/>
                    <a:pt x="462" y="1769"/>
                  </a:cubicBezTo>
                  <a:cubicBezTo>
                    <a:pt x="481" y="1811"/>
                    <a:pt x="461" y="1831"/>
                    <a:pt x="461" y="1831"/>
                  </a:cubicBezTo>
                  <a:cubicBezTo>
                    <a:pt x="429" y="1885"/>
                    <a:pt x="447" y="1984"/>
                    <a:pt x="473" y="2005"/>
                  </a:cubicBezTo>
                  <a:cubicBezTo>
                    <a:pt x="499" y="2027"/>
                    <a:pt x="492" y="2095"/>
                    <a:pt x="492" y="2095"/>
                  </a:cubicBezTo>
                  <a:cubicBezTo>
                    <a:pt x="518" y="2117"/>
                    <a:pt x="552" y="2196"/>
                    <a:pt x="552" y="2196"/>
                  </a:cubicBezTo>
                  <a:cubicBezTo>
                    <a:pt x="551" y="2258"/>
                    <a:pt x="579" y="2246"/>
                    <a:pt x="579" y="2246"/>
                  </a:cubicBezTo>
                  <a:cubicBezTo>
                    <a:pt x="579" y="2246"/>
                    <a:pt x="614" y="2236"/>
                    <a:pt x="672" y="2235"/>
                  </a:cubicBezTo>
                  <a:cubicBezTo>
                    <a:pt x="730" y="2234"/>
                    <a:pt x="782" y="2109"/>
                    <a:pt x="782" y="2109"/>
                  </a:cubicBezTo>
                  <a:cubicBezTo>
                    <a:pt x="782" y="2109"/>
                    <a:pt x="780" y="2065"/>
                    <a:pt x="812" y="2047"/>
                  </a:cubicBezTo>
                  <a:cubicBezTo>
                    <a:pt x="845" y="2028"/>
                    <a:pt x="809" y="1964"/>
                    <a:pt x="809" y="1964"/>
                  </a:cubicBezTo>
                  <a:cubicBezTo>
                    <a:pt x="809" y="1964"/>
                    <a:pt x="812" y="1925"/>
                    <a:pt x="876" y="1898"/>
                  </a:cubicBezTo>
                  <a:cubicBezTo>
                    <a:pt x="940" y="1872"/>
                    <a:pt x="875" y="1789"/>
                    <a:pt x="869" y="1753"/>
                  </a:cubicBezTo>
                  <a:cubicBezTo>
                    <a:pt x="863" y="1718"/>
                    <a:pt x="857" y="1670"/>
                    <a:pt x="964" y="1583"/>
                  </a:cubicBezTo>
                  <a:cubicBezTo>
                    <a:pt x="1069" y="1497"/>
                    <a:pt x="1030" y="1433"/>
                    <a:pt x="1030" y="1433"/>
                  </a:cubicBezTo>
                  <a:cubicBezTo>
                    <a:pt x="1030" y="1433"/>
                    <a:pt x="987" y="1458"/>
                    <a:pt x="929" y="1459"/>
                  </a:cubicBezTo>
                  <a:cubicBezTo>
                    <a:pt x="929" y="1459"/>
                    <a:pt x="923" y="1447"/>
                    <a:pt x="912" y="1431"/>
                  </a:cubicBezTo>
                  <a:cubicBezTo>
                    <a:pt x="913" y="1433"/>
                    <a:pt x="950" y="1425"/>
                    <a:pt x="997" y="1403"/>
                  </a:cubicBezTo>
                  <a:cubicBezTo>
                    <a:pt x="1044" y="1380"/>
                    <a:pt x="1037" y="1369"/>
                    <a:pt x="1093" y="1363"/>
                  </a:cubicBezTo>
                  <a:cubicBezTo>
                    <a:pt x="1093" y="1363"/>
                    <a:pt x="1146" y="1314"/>
                    <a:pt x="1143" y="1279"/>
                  </a:cubicBezTo>
                  <a:cubicBezTo>
                    <a:pt x="1140" y="1245"/>
                    <a:pt x="1089" y="1243"/>
                    <a:pt x="1089" y="1243"/>
                  </a:cubicBezTo>
                  <a:cubicBezTo>
                    <a:pt x="1084" y="1215"/>
                    <a:pt x="1084" y="1215"/>
                    <a:pt x="1084" y="1215"/>
                  </a:cubicBezTo>
                  <a:cubicBezTo>
                    <a:pt x="1084" y="1215"/>
                    <a:pt x="1085" y="1248"/>
                    <a:pt x="1021" y="1249"/>
                  </a:cubicBezTo>
                  <a:cubicBezTo>
                    <a:pt x="1021" y="1249"/>
                    <a:pt x="1002" y="1212"/>
                    <a:pt x="976" y="1184"/>
                  </a:cubicBezTo>
                  <a:cubicBezTo>
                    <a:pt x="950" y="1157"/>
                    <a:pt x="998" y="1158"/>
                    <a:pt x="998" y="1158"/>
                  </a:cubicBezTo>
                  <a:cubicBezTo>
                    <a:pt x="998" y="1158"/>
                    <a:pt x="1025" y="1213"/>
                    <a:pt x="1055" y="1214"/>
                  </a:cubicBezTo>
                  <a:cubicBezTo>
                    <a:pt x="1084" y="1215"/>
                    <a:pt x="1085" y="1201"/>
                    <a:pt x="1085" y="1201"/>
                  </a:cubicBezTo>
                  <a:cubicBezTo>
                    <a:pt x="1085" y="1201"/>
                    <a:pt x="1103" y="1224"/>
                    <a:pt x="1121" y="1226"/>
                  </a:cubicBezTo>
                  <a:cubicBezTo>
                    <a:pt x="1140" y="1229"/>
                    <a:pt x="1236" y="1231"/>
                    <a:pt x="1236" y="1231"/>
                  </a:cubicBezTo>
                  <a:cubicBezTo>
                    <a:pt x="1236" y="1231"/>
                    <a:pt x="1272" y="1257"/>
                    <a:pt x="1272" y="1267"/>
                  </a:cubicBezTo>
                  <a:cubicBezTo>
                    <a:pt x="1272" y="1277"/>
                    <a:pt x="1298" y="1264"/>
                    <a:pt x="1298" y="1264"/>
                  </a:cubicBezTo>
                  <a:cubicBezTo>
                    <a:pt x="1298" y="1264"/>
                    <a:pt x="1304" y="1281"/>
                    <a:pt x="1280" y="1282"/>
                  </a:cubicBezTo>
                  <a:cubicBezTo>
                    <a:pt x="1280" y="1282"/>
                    <a:pt x="1315" y="1323"/>
                    <a:pt x="1329" y="1284"/>
                  </a:cubicBezTo>
                  <a:cubicBezTo>
                    <a:pt x="1329" y="1284"/>
                    <a:pt x="1337" y="1346"/>
                    <a:pt x="1347" y="1369"/>
                  </a:cubicBezTo>
                  <a:cubicBezTo>
                    <a:pt x="1357" y="1393"/>
                    <a:pt x="1424" y="1496"/>
                    <a:pt x="1424" y="1496"/>
                  </a:cubicBezTo>
                  <a:cubicBezTo>
                    <a:pt x="1424" y="1496"/>
                    <a:pt x="1444" y="1503"/>
                    <a:pt x="1464" y="1447"/>
                  </a:cubicBezTo>
                  <a:cubicBezTo>
                    <a:pt x="1483" y="1392"/>
                    <a:pt x="1423" y="1394"/>
                    <a:pt x="1498" y="1347"/>
                  </a:cubicBezTo>
                  <a:cubicBezTo>
                    <a:pt x="1572" y="1300"/>
                    <a:pt x="1548" y="1290"/>
                    <a:pt x="1548" y="1290"/>
                  </a:cubicBezTo>
                  <a:cubicBezTo>
                    <a:pt x="1548" y="1290"/>
                    <a:pt x="1586" y="1307"/>
                    <a:pt x="1605" y="1279"/>
                  </a:cubicBezTo>
                  <a:cubicBezTo>
                    <a:pt x="1605" y="1279"/>
                    <a:pt x="1620" y="1316"/>
                    <a:pt x="1651" y="1330"/>
                  </a:cubicBezTo>
                  <a:cubicBezTo>
                    <a:pt x="1683" y="1343"/>
                    <a:pt x="1664" y="1374"/>
                    <a:pt x="1664" y="1374"/>
                  </a:cubicBezTo>
                  <a:cubicBezTo>
                    <a:pt x="1664" y="1374"/>
                    <a:pt x="1681" y="1393"/>
                    <a:pt x="1705" y="1365"/>
                  </a:cubicBezTo>
                  <a:cubicBezTo>
                    <a:pt x="1712" y="1357"/>
                    <a:pt x="1721" y="1376"/>
                    <a:pt x="1729" y="1398"/>
                  </a:cubicBezTo>
                  <a:cubicBezTo>
                    <a:pt x="1736" y="1421"/>
                    <a:pt x="1738" y="1474"/>
                    <a:pt x="1744" y="1486"/>
                  </a:cubicBezTo>
                  <a:cubicBezTo>
                    <a:pt x="1749" y="1497"/>
                    <a:pt x="1776" y="1526"/>
                    <a:pt x="1776" y="1526"/>
                  </a:cubicBezTo>
                  <a:cubicBezTo>
                    <a:pt x="1785" y="1549"/>
                    <a:pt x="1794" y="1561"/>
                    <a:pt x="1794" y="1561"/>
                  </a:cubicBezTo>
                  <a:cubicBezTo>
                    <a:pt x="1837" y="1618"/>
                    <a:pt x="1861" y="1599"/>
                    <a:pt x="1851" y="1592"/>
                  </a:cubicBezTo>
                  <a:cubicBezTo>
                    <a:pt x="1841" y="1585"/>
                    <a:pt x="1836" y="1562"/>
                    <a:pt x="1826" y="1539"/>
                  </a:cubicBezTo>
                  <a:cubicBezTo>
                    <a:pt x="1816" y="1515"/>
                    <a:pt x="1780" y="1510"/>
                    <a:pt x="1780" y="1510"/>
                  </a:cubicBezTo>
                  <a:cubicBezTo>
                    <a:pt x="1777" y="1491"/>
                    <a:pt x="1757" y="1479"/>
                    <a:pt x="1757" y="1479"/>
                  </a:cubicBezTo>
                  <a:cubicBezTo>
                    <a:pt x="1752" y="1450"/>
                    <a:pt x="1763" y="1423"/>
                    <a:pt x="1763" y="1423"/>
                  </a:cubicBezTo>
                  <a:cubicBezTo>
                    <a:pt x="1822" y="1440"/>
                    <a:pt x="1781" y="1455"/>
                    <a:pt x="1816" y="1459"/>
                  </a:cubicBezTo>
                  <a:cubicBezTo>
                    <a:pt x="1852" y="1463"/>
                    <a:pt x="1843" y="1496"/>
                    <a:pt x="1843" y="1496"/>
                  </a:cubicBezTo>
                  <a:cubicBezTo>
                    <a:pt x="1899" y="1464"/>
                    <a:pt x="1898" y="1443"/>
                    <a:pt x="1898" y="1443"/>
                  </a:cubicBezTo>
                  <a:cubicBezTo>
                    <a:pt x="1903" y="1397"/>
                    <a:pt x="1878" y="1384"/>
                    <a:pt x="1878" y="1384"/>
                  </a:cubicBezTo>
                  <a:cubicBezTo>
                    <a:pt x="1878" y="1384"/>
                    <a:pt x="1846" y="1379"/>
                    <a:pt x="1833" y="1342"/>
                  </a:cubicBezTo>
                  <a:cubicBezTo>
                    <a:pt x="1820" y="1305"/>
                    <a:pt x="1858" y="1292"/>
                    <a:pt x="1858" y="1292"/>
                  </a:cubicBezTo>
                  <a:cubicBezTo>
                    <a:pt x="1992" y="1288"/>
                    <a:pt x="2011" y="1222"/>
                    <a:pt x="2025" y="1185"/>
                  </a:cubicBezTo>
                  <a:cubicBezTo>
                    <a:pt x="2038" y="1149"/>
                    <a:pt x="2021" y="1123"/>
                    <a:pt x="2021" y="1123"/>
                  </a:cubicBezTo>
                  <a:cubicBezTo>
                    <a:pt x="2021" y="1123"/>
                    <a:pt x="2008" y="1121"/>
                    <a:pt x="2002" y="1104"/>
                  </a:cubicBezTo>
                  <a:cubicBezTo>
                    <a:pt x="1997" y="1086"/>
                    <a:pt x="1980" y="1072"/>
                    <a:pt x="1980" y="1072"/>
                  </a:cubicBezTo>
                  <a:cubicBezTo>
                    <a:pt x="1977" y="1042"/>
                    <a:pt x="2017" y="1063"/>
                    <a:pt x="2014" y="1044"/>
                  </a:cubicBezTo>
                  <a:cubicBezTo>
                    <a:pt x="2010" y="1025"/>
                    <a:pt x="1986" y="1025"/>
                    <a:pt x="1986" y="1025"/>
                  </a:cubicBezTo>
                  <a:cubicBezTo>
                    <a:pt x="1973" y="1035"/>
                    <a:pt x="1968" y="1033"/>
                    <a:pt x="1968" y="1033"/>
                  </a:cubicBezTo>
                  <a:cubicBezTo>
                    <a:pt x="1933" y="1013"/>
                    <a:pt x="1944" y="1019"/>
                    <a:pt x="1973" y="986"/>
                  </a:cubicBezTo>
                  <a:cubicBezTo>
                    <a:pt x="2000" y="953"/>
                    <a:pt x="1995" y="1009"/>
                    <a:pt x="1995" y="1009"/>
                  </a:cubicBezTo>
                  <a:cubicBezTo>
                    <a:pt x="1996" y="1003"/>
                    <a:pt x="2049" y="971"/>
                    <a:pt x="2043" y="1003"/>
                  </a:cubicBezTo>
                  <a:cubicBezTo>
                    <a:pt x="2038" y="1035"/>
                    <a:pt x="2069" y="1030"/>
                    <a:pt x="2069" y="1030"/>
                  </a:cubicBezTo>
                  <a:cubicBezTo>
                    <a:pt x="2073" y="1099"/>
                    <a:pt x="2072" y="1090"/>
                    <a:pt x="2102" y="1074"/>
                  </a:cubicBezTo>
                  <a:cubicBezTo>
                    <a:pt x="2132" y="1059"/>
                    <a:pt x="2112" y="1036"/>
                    <a:pt x="2090" y="1012"/>
                  </a:cubicBezTo>
                  <a:cubicBezTo>
                    <a:pt x="2068" y="988"/>
                    <a:pt x="2086" y="1001"/>
                    <a:pt x="2105" y="961"/>
                  </a:cubicBezTo>
                  <a:cubicBezTo>
                    <a:pt x="2123" y="922"/>
                    <a:pt x="2143" y="945"/>
                    <a:pt x="2143" y="945"/>
                  </a:cubicBezTo>
                  <a:cubicBezTo>
                    <a:pt x="2210" y="886"/>
                    <a:pt x="2219" y="827"/>
                    <a:pt x="2219" y="827"/>
                  </a:cubicBezTo>
                  <a:cubicBezTo>
                    <a:pt x="2208" y="772"/>
                    <a:pt x="2208" y="772"/>
                    <a:pt x="2208" y="772"/>
                  </a:cubicBezTo>
                  <a:cubicBezTo>
                    <a:pt x="2208" y="772"/>
                    <a:pt x="2215" y="743"/>
                    <a:pt x="2196" y="724"/>
                  </a:cubicBezTo>
                  <a:cubicBezTo>
                    <a:pt x="2177" y="705"/>
                    <a:pt x="2184" y="721"/>
                    <a:pt x="2164" y="722"/>
                  </a:cubicBezTo>
                  <a:cubicBezTo>
                    <a:pt x="2144" y="722"/>
                    <a:pt x="2118" y="700"/>
                    <a:pt x="2118" y="700"/>
                  </a:cubicBezTo>
                  <a:cubicBezTo>
                    <a:pt x="2200" y="597"/>
                    <a:pt x="2200" y="597"/>
                    <a:pt x="2200" y="597"/>
                  </a:cubicBezTo>
                  <a:cubicBezTo>
                    <a:pt x="2200" y="597"/>
                    <a:pt x="2259" y="612"/>
                    <a:pt x="2271" y="602"/>
                  </a:cubicBezTo>
                  <a:cubicBezTo>
                    <a:pt x="2283" y="592"/>
                    <a:pt x="2314" y="600"/>
                    <a:pt x="2314" y="600"/>
                  </a:cubicBezTo>
                  <a:cubicBezTo>
                    <a:pt x="2314" y="600"/>
                    <a:pt x="2292" y="608"/>
                    <a:pt x="2339" y="610"/>
                  </a:cubicBezTo>
                  <a:cubicBezTo>
                    <a:pt x="2386" y="611"/>
                    <a:pt x="2355" y="594"/>
                    <a:pt x="2355" y="594"/>
                  </a:cubicBezTo>
                  <a:cubicBezTo>
                    <a:pt x="2357" y="540"/>
                    <a:pt x="2414" y="528"/>
                    <a:pt x="2414" y="539"/>
                  </a:cubicBezTo>
                  <a:cubicBezTo>
                    <a:pt x="2414" y="550"/>
                    <a:pt x="2406" y="569"/>
                    <a:pt x="2420" y="568"/>
                  </a:cubicBezTo>
                  <a:cubicBezTo>
                    <a:pt x="2435" y="568"/>
                    <a:pt x="2464" y="518"/>
                    <a:pt x="2465" y="537"/>
                  </a:cubicBezTo>
                  <a:cubicBezTo>
                    <a:pt x="2466" y="556"/>
                    <a:pt x="2448" y="566"/>
                    <a:pt x="2425" y="603"/>
                  </a:cubicBezTo>
                  <a:cubicBezTo>
                    <a:pt x="2401" y="641"/>
                    <a:pt x="2380" y="635"/>
                    <a:pt x="2384" y="666"/>
                  </a:cubicBezTo>
                  <a:cubicBezTo>
                    <a:pt x="2388" y="697"/>
                    <a:pt x="2425" y="769"/>
                    <a:pt x="2428" y="782"/>
                  </a:cubicBezTo>
                  <a:cubicBezTo>
                    <a:pt x="2430" y="795"/>
                    <a:pt x="2458" y="797"/>
                    <a:pt x="2453" y="766"/>
                  </a:cubicBezTo>
                  <a:cubicBezTo>
                    <a:pt x="2449" y="735"/>
                    <a:pt x="2465" y="736"/>
                    <a:pt x="2465" y="736"/>
                  </a:cubicBezTo>
                  <a:cubicBezTo>
                    <a:pt x="2456" y="710"/>
                    <a:pt x="2484" y="701"/>
                    <a:pt x="2484" y="701"/>
                  </a:cubicBezTo>
                  <a:cubicBezTo>
                    <a:pt x="2484" y="701"/>
                    <a:pt x="2462" y="692"/>
                    <a:pt x="2474" y="674"/>
                  </a:cubicBezTo>
                  <a:cubicBezTo>
                    <a:pt x="2486" y="655"/>
                    <a:pt x="2485" y="635"/>
                    <a:pt x="2476" y="636"/>
                  </a:cubicBezTo>
                  <a:cubicBezTo>
                    <a:pt x="2468" y="636"/>
                    <a:pt x="2455" y="600"/>
                    <a:pt x="2476" y="586"/>
                  </a:cubicBezTo>
                  <a:cubicBezTo>
                    <a:pt x="2496" y="571"/>
                    <a:pt x="2509" y="587"/>
                    <a:pt x="2509" y="587"/>
                  </a:cubicBezTo>
                  <a:cubicBezTo>
                    <a:pt x="2509" y="587"/>
                    <a:pt x="2516" y="571"/>
                    <a:pt x="2528" y="569"/>
                  </a:cubicBezTo>
                  <a:cubicBezTo>
                    <a:pt x="2541" y="568"/>
                    <a:pt x="2560" y="585"/>
                    <a:pt x="2560" y="585"/>
                  </a:cubicBezTo>
                  <a:cubicBezTo>
                    <a:pt x="2560" y="571"/>
                    <a:pt x="2606" y="514"/>
                    <a:pt x="2633" y="518"/>
                  </a:cubicBezTo>
                  <a:cubicBezTo>
                    <a:pt x="2659" y="523"/>
                    <a:pt x="2667" y="559"/>
                    <a:pt x="2662" y="523"/>
                  </a:cubicBezTo>
                  <a:cubicBezTo>
                    <a:pt x="2658" y="488"/>
                    <a:pt x="2626" y="468"/>
                    <a:pt x="2626" y="468"/>
                  </a:cubicBezTo>
                  <a:cubicBezTo>
                    <a:pt x="2642" y="463"/>
                    <a:pt x="2656" y="464"/>
                    <a:pt x="2658" y="449"/>
                  </a:cubicBezTo>
                  <a:cubicBezTo>
                    <a:pt x="2659" y="434"/>
                    <a:pt x="2635" y="417"/>
                    <a:pt x="2650" y="419"/>
                  </a:cubicBezTo>
                  <a:cubicBezTo>
                    <a:pt x="2665" y="422"/>
                    <a:pt x="2668" y="444"/>
                    <a:pt x="2673" y="444"/>
                  </a:cubicBezTo>
                  <a:cubicBezTo>
                    <a:pt x="2678" y="444"/>
                    <a:pt x="2672" y="425"/>
                    <a:pt x="2718" y="460"/>
                  </a:cubicBezTo>
                  <a:cubicBezTo>
                    <a:pt x="2764" y="496"/>
                    <a:pt x="2738" y="463"/>
                    <a:pt x="2752" y="442"/>
                  </a:cubicBezTo>
                  <a:cubicBezTo>
                    <a:pt x="2766" y="422"/>
                    <a:pt x="2794" y="441"/>
                    <a:pt x="2762" y="417"/>
                  </a:cubicBezTo>
                  <a:close/>
                  <a:moveTo>
                    <a:pt x="850" y="1380"/>
                  </a:moveTo>
                  <a:cubicBezTo>
                    <a:pt x="850" y="1380"/>
                    <a:pt x="852" y="1344"/>
                    <a:pt x="815" y="1329"/>
                  </a:cubicBezTo>
                  <a:cubicBezTo>
                    <a:pt x="815" y="1329"/>
                    <a:pt x="825" y="1293"/>
                    <a:pt x="792" y="1260"/>
                  </a:cubicBezTo>
                  <a:cubicBezTo>
                    <a:pt x="792" y="1260"/>
                    <a:pt x="735" y="1133"/>
                    <a:pt x="702" y="1134"/>
                  </a:cubicBezTo>
                  <a:cubicBezTo>
                    <a:pt x="657" y="1134"/>
                    <a:pt x="595" y="1112"/>
                    <a:pt x="595" y="1112"/>
                  </a:cubicBezTo>
                  <a:cubicBezTo>
                    <a:pt x="595" y="1112"/>
                    <a:pt x="557" y="1096"/>
                    <a:pt x="562" y="1133"/>
                  </a:cubicBezTo>
                  <a:cubicBezTo>
                    <a:pt x="566" y="1170"/>
                    <a:pt x="494" y="1127"/>
                    <a:pt x="494" y="1127"/>
                  </a:cubicBezTo>
                  <a:cubicBezTo>
                    <a:pt x="494" y="1127"/>
                    <a:pt x="485" y="1105"/>
                    <a:pt x="452" y="1105"/>
                  </a:cubicBezTo>
                  <a:cubicBezTo>
                    <a:pt x="420" y="1105"/>
                    <a:pt x="416" y="1095"/>
                    <a:pt x="416" y="1095"/>
                  </a:cubicBezTo>
                  <a:cubicBezTo>
                    <a:pt x="416" y="1095"/>
                    <a:pt x="419" y="1085"/>
                    <a:pt x="426" y="1058"/>
                  </a:cubicBezTo>
                  <a:cubicBezTo>
                    <a:pt x="434" y="1030"/>
                    <a:pt x="395" y="1040"/>
                    <a:pt x="395" y="1040"/>
                  </a:cubicBezTo>
                  <a:cubicBezTo>
                    <a:pt x="254" y="1044"/>
                    <a:pt x="287" y="1063"/>
                    <a:pt x="253" y="1070"/>
                  </a:cubicBezTo>
                  <a:cubicBezTo>
                    <a:pt x="226" y="1075"/>
                    <a:pt x="203" y="1065"/>
                    <a:pt x="195" y="1061"/>
                  </a:cubicBezTo>
                  <a:cubicBezTo>
                    <a:pt x="195" y="1060"/>
                    <a:pt x="225" y="1040"/>
                    <a:pt x="244" y="1044"/>
                  </a:cubicBezTo>
                  <a:cubicBezTo>
                    <a:pt x="264" y="1049"/>
                    <a:pt x="279" y="1016"/>
                    <a:pt x="276" y="1004"/>
                  </a:cubicBezTo>
                  <a:cubicBezTo>
                    <a:pt x="274" y="992"/>
                    <a:pt x="286" y="975"/>
                    <a:pt x="298" y="974"/>
                  </a:cubicBezTo>
                  <a:cubicBezTo>
                    <a:pt x="309" y="972"/>
                    <a:pt x="324" y="957"/>
                    <a:pt x="324" y="957"/>
                  </a:cubicBezTo>
                  <a:cubicBezTo>
                    <a:pt x="325" y="932"/>
                    <a:pt x="325" y="932"/>
                    <a:pt x="325" y="932"/>
                  </a:cubicBezTo>
                  <a:cubicBezTo>
                    <a:pt x="343" y="926"/>
                    <a:pt x="365" y="935"/>
                    <a:pt x="369" y="935"/>
                  </a:cubicBezTo>
                  <a:cubicBezTo>
                    <a:pt x="391" y="935"/>
                    <a:pt x="415" y="905"/>
                    <a:pt x="417" y="915"/>
                  </a:cubicBezTo>
                  <a:cubicBezTo>
                    <a:pt x="420" y="926"/>
                    <a:pt x="439" y="955"/>
                    <a:pt x="472" y="973"/>
                  </a:cubicBezTo>
                  <a:cubicBezTo>
                    <a:pt x="504" y="991"/>
                    <a:pt x="503" y="1006"/>
                    <a:pt x="495" y="1013"/>
                  </a:cubicBezTo>
                  <a:cubicBezTo>
                    <a:pt x="487" y="1021"/>
                    <a:pt x="449" y="1024"/>
                    <a:pt x="449" y="1024"/>
                  </a:cubicBezTo>
                  <a:cubicBezTo>
                    <a:pt x="492" y="1049"/>
                    <a:pt x="492" y="1049"/>
                    <a:pt x="492" y="1049"/>
                  </a:cubicBezTo>
                  <a:cubicBezTo>
                    <a:pt x="492" y="1049"/>
                    <a:pt x="490" y="1027"/>
                    <a:pt x="499" y="1027"/>
                  </a:cubicBezTo>
                  <a:cubicBezTo>
                    <a:pt x="508" y="1027"/>
                    <a:pt x="524" y="998"/>
                    <a:pt x="524" y="998"/>
                  </a:cubicBezTo>
                  <a:cubicBezTo>
                    <a:pt x="524" y="998"/>
                    <a:pt x="504" y="988"/>
                    <a:pt x="514" y="983"/>
                  </a:cubicBezTo>
                  <a:cubicBezTo>
                    <a:pt x="524" y="977"/>
                    <a:pt x="536" y="991"/>
                    <a:pt x="536" y="991"/>
                  </a:cubicBezTo>
                  <a:cubicBezTo>
                    <a:pt x="536" y="968"/>
                    <a:pt x="501" y="961"/>
                    <a:pt x="501" y="961"/>
                  </a:cubicBezTo>
                  <a:cubicBezTo>
                    <a:pt x="504" y="951"/>
                    <a:pt x="504" y="951"/>
                    <a:pt x="504" y="951"/>
                  </a:cubicBezTo>
                  <a:cubicBezTo>
                    <a:pt x="504" y="951"/>
                    <a:pt x="499" y="956"/>
                    <a:pt x="490" y="954"/>
                  </a:cubicBezTo>
                  <a:cubicBezTo>
                    <a:pt x="481" y="951"/>
                    <a:pt x="460" y="918"/>
                    <a:pt x="454" y="904"/>
                  </a:cubicBezTo>
                  <a:cubicBezTo>
                    <a:pt x="448" y="889"/>
                    <a:pt x="484" y="892"/>
                    <a:pt x="484" y="892"/>
                  </a:cubicBezTo>
                  <a:cubicBezTo>
                    <a:pt x="488" y="925"/>
                    <a:pt x="546" y="951"/>
                    <a:pt x="546" y="951"/>
                  </a:cubicBezTo>
                  <a:cubicBezTo>
                    <a:pt x="545" y="970"/>
                    <a:pt x="552" y="986"/>
                    <a:pt x="552" y="986"/>
                  </a:cubicBezTo>
                  <a:cubicBezTo>
                    <a:pt x="582" y="1013"/>
                    <a:pt x="581" y="1035"/>
                    <a:pt x="581" y="1035"/>
                  </a:cubicBezTo>
                  <a:cubicBezTo>
                    <a:pt x="614" y="1061"/>
                    <a:pt x="608" y="1028"/>
                    <a:pt x="608" y="1028"/>
                  </a:cubicBezTo>
                  <a:cubicBezTo>
                    <a:pt x="619" y="1032"/>
                    <a:pt x="636" y="1029"/>
                    <a:pt x="636" y="1029"/>
                  </a:cubicBezTo>
                  <a:cubicBezTo>
                    <a:pt x="628" y="1031"/>
                    <a:pt x="583" y="983"/>
                    <a:pt x="605" y="990"/>
                  </a:cubicBezTo>
                  <a:cubicBezTo>
                    <a:pt x="626" y="997"/>
                    <a:pt x="616" y="974"/>
                    <a:pt x="616" y="974"/>
                  </a:cubicBezTo>
                  <a:cubicBezTo>
                    <a:pt x="643" y="977"/>
                    <a:pt x="648" y="990"/>
                    <a:pt x="648" y="990"/>
                  </a:cubicBezTo>
                  <a:cubicBezTo>
                    <a:pt x="661" y="1050"/>
                    <a:pt x="689" y="1059"/>
                    <a:pt x="700" y="1057"/>
                  </a:cubicBezTo>
                  <a:cubicBezTo>
                    <a:pt x="711" y="1055"/>
                    <a:pt x="718" y="1038"/>
                    <a:pt x="718" y="1038"/>
                  </a:cubicBezTo>
                  <a:cubicBezTo>
                    <a:pt x="718" y="1038"/>
                    <a:pt x="724" y="1060"/>
                    <a:pt x="748" y="1056"/>
                  </a:cubicBezTo>
                  <a:cubicBezTo>
                    <a:pt x="772" y="1052"/>
                    <a:pt x="780" y="1043"/>
                    <a:pt x="780" y="1043"/>
                  </a:cubicBezTo>
                  <a:cubicBezTo>
                    <a:pt x="780" y="1043"/>
                    <a:pt x="804" y="1070"/>
                    <a:pt x="787" y="1082"/>
                  </a:cubicBezTo>
                  <a:cubicBezTo>
                    <a:pt x="770" y="1095"/>
                    <a:pt x="779" y="1120"/>
                    <a:pt x="764" y="1131"/>
                  </a:cubicBezTo>
                  <a:cubicBezTo>
                    <a:pt x="749" y="1142"/>
                    <a:pt x="714" y="1138"/>
                    <a:pt x="714" y="1138"/>
                  </a:cubicBezTo>
                  <a:cubicBezTo>
                    <a:pt x="735" y="1149"/>
                    <a:pt x="760" y="1197"/>
                    <a:pt x="760" y="1197"/>
                  </a:cubicBezTo>
                  <a:cubicBezTo>
                    <a:pt x="767" y="1183"/>
                    <a:pt x="777" y="1193"/>
                    <a:pt x="777" y="1193"/>
                  </a:cubicBezTo>
                  <a:cubicBezTo>
                    <a:pt x="777" y="1193"/>
                    <a:pt x="819" y="1236"/>
                    <a:pt x="813" y="1248"/>
                  </a:cubicBezTo>
                  <a:cubicBezTo>
                    <a:pt x="813" y="1248"/>
                    <a:pt x="840" y="1260"/>
                    <a:pt x="841" y="1299"/>
                  </a:cubicBezTo>
                  <a:cubicBezTo>
                    <a:pt x="841" y="1299"/>
                    <a:pt x="873" y="1317"/>
                    <a:pt x="890" y="1360"/>
                  </a:cubicBezTo>
                  <a:cubicBezTo>
                    <a:pt x="907" y="1404"/>
                    <a:pt x="910" y="1429"/>
                    <a:pt x="911" y="1431"/>
                  </a:cubicBezTo>
                  <a:cubicBezTo>
                    <a:pt x="898" y="1413"/>
                    <a:pt x="877" y="1392"/>
                    <a:pt x="850" y="13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2160588" y="3625851"/>
              <a:ext cx="111125" cy="190500"/>
            </a:xfrm>
            <a:custGeom>
              <a:avLst/>
              <a:gdLst/>
              <a:ahLst/>
              <a:cxnLst/>
              <a:rect l="l" t="t" r="r" b="b"/>
              <a:pathLst>
                <a:path w="111" h="191" extrusionOk="0">
                  <a:moveTo>
                    <a:pt x="20" y="64"/>
                  </a:moveTo>
                  <a:cubicBezTo>
                    <a:pt x="15" y="82"/>
                    <a:pt x="23" y="91"/>
                    <a:pt x="23" y="91"/>
                  </a:cubicBezTo>
                  <a:cubicBezTo>
                    <a:pt x="51" y="87"/>
                    <a:pt x="44" y="105"/>
                    <a:pt x="44" y="105"/>
                  </a:cubicBezTo>
                  <a:cubicBezTo>
                    <a:pt x="44" y="105"/>
                    <a:pt x="53" y="116"/>
                    <a:pt x="43" y="117"/>
                  </a:cubicBezTo>
                  <a:cubicBezTo>
                    <a:pt x="34" y="117"/>
                    <a:pt x="29" y="123"/>
                    <a:pt x="31" y="136"/>
                  </a:cubicBezTo>
                  <a:cubicBezTo>
                    <a:pt x="33" y="148"/>
                    <a:pt x="17" y="136"/>
                    <a:pt x="18" y="146"/>
                  </a:cubicBezTo>
                  <a:cubicBezTo>
                    <a:pt x="18" y="156"/>
                    <a:pt x="33" y="163"/>
                    <a:pt x="30" y="163"/>
                  </a:cubicBezTo>
                  <a:cubicBezTo>
                    <a:pt x="27" y="163"/>
                    <a:pt x="2" y="191"/>
                    <a:pt x="2" y="191"/>
                  </a:cubicBezTo>
                  <a:cubicBezTo>
                    <a:pt x="28" y="174"/>
                    <a:pt x="93" y="173"/>
                    <a:pt x="93" y="173"/>
                  </a:cubicBezTo>
                  <a:cubicBezTo>
                    <a:pt x="111" y="172"/>
                    <a:pt x="103" y="167"/>
                    <a:pt x="103" y="167"/>
                  </a:cubicBezTo>
                  <a:cubicBezTo>
                    <a:pt x="98" y="159"/>
                    <a:pt x="98" y="159"/>
                    <a:pt x="98" y="159"/>
                  </a:cubicBezTo>
                  <a:cubicBezTo>
                    <a:pt x="104" y="144"/>
                    <a:pt x="108" y="129"/>
                    <a:pt x="108" y="129"/>
                  </a:cubicBezTo>
                  <a:cubicBezTo>
                    <a:pt x="88" y="129"/>
                    <a:pt x="88" y="129"/>
                    <a:pt x="88" y="129"/>
                  </a:cubicBezTo>
                  <a:cubicBezTo>
                    <a:pt x="89" y="115"/>
                    <a:pt x="83" y="101"/>
                    <a:pt x="72" y="94"/>
                  </a:cubicBezTo>
                  <a:cubicBezTo>
                    <a:pt x="61" y="87"/>
                    <a:pt x="58" y="65"/>
                    <a:pt x="58" y="65"/>
                  </a:cubicBezTo>
                  <a:cubicBezTo>
                    <a:pt x="58" y="65"/>
                    <a:pt x="40" y="72"/>
                    <a:pt x="47" y="58"/>
                  </a:cubicBezTo>
                  <a:cubicBezTo>
                    <a:pt x="53" y="44"/>
                    <a:pt x="65" y="27"/>
                    <a:pt x="58" y="26"/>
                  </a:cubicBezTo>
                  <a:cubicBezTo>
                    <a:pt x="50" y="25"/>
                    <a:pt x="20" y="41"/>
                    <a:pt x="33" y="24"/>
                  </a:cubicBezTo>
                  <a:cubicBezTo>
                    <a:pt x="46" y="8"/>
                    <a:pt x="39" y="0"/>
                    <a:pt x="39" y="0"/>
                  </a:cubicBezTo>
                  <a:cubicBezTo>
                    <a:pt x="9" y="4"/>
                    <a:pt x="12" y="20"/>
                    <a:pt x="6" y="41"/>
                  </a:cubicBezTo>
                  <a:cubicBezTo>
                    <a:pt x="0" y="62"/>
                    <a:pt x="25" y="46"/>
                    <a:pt x="20" y="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2101850" y="3700463"/>
              <a:ext cx="69850" cy="96838"/>
            </a:xfrm>
            <a:custGeom>
              <a:avLst/>
              <a:gdLst/>
              <a:ahLst/>
              <a:cxnLst/>
              <a:rect l="l" t="t" r="r" b="b"/>
              <a:pathLst>
                <a:path w="70" h="98" extrusionOk="0">
                  <a:moveTo>
                    <a:pt x="20" y="58"/>
                  </a:moveTo>
                  <a:cubicBezTo>
                    <a:pt x="9" y="80"/>
                    <a:pt x="0" y="77"/>
                    <a:pt x="12" y="87"/>
                  </a:cubicBezTo>
                  <a:cubicBezTo>
                    <a:pt x="25" y="98"/>
                    <a:pt x="17" y="79"/>
                    <a:pt x="39" y="75"/>
                  </a:cubicBezTo>
                  <a:cubicBezTo>
                    <a:pt x="60" y="71"/>
                    <a:pt x="54" y="37"/>
                    <a:pt x="54" y="37"/>
                  </a:cubicBezTo>
                  <a:cubicBezTo>
                    <a:pt x="70" y="22"/>
                    <a:pt x="67" y="17"/>
                    <a:pt x="56" y="9"/>
                  </a:cubicBezTo>
                  <a:cubicBezTo>
                    <a:pt x="46" y="0"/>
                    <a:pt x="30" y="3"/>
                    <a:pt x="31" y="16"/>
                  </a:cubicBezTo>
                  <a:cubicBezTo>
                    <a:pt x="33" y="28"/>
                    <a:pt x="41" y="30"/>
                    <a:pt x="24" y="31"/>
                  </a:cubicBezTo>
                  <a:cubicBezTo>
                    <a:pt x="7" y="32"/>
                    <a:pt x="2" y="36"/>
                    <a:pt x="8" y="48"/>
                  </a:cubicBezTo>
                  <a:cubicBezTo>
                    <a:pt x="13" y="60"/>
                    <a:pt x="31" y="35"/>
                    <a:pt x="2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9"/>
            <p:cNvSpPr/>
            <p:nvPr/>
          </p:nvSpPr>
          <p:spPr>
            <a:xfrm>
              <a:off x="1924050" y="3424238"/>
              <a:ext cx="144463" cy="90488"/>
            </a:xfrm>
            <a:custGeom>
              <a:avLst/>
              <a:gdLst/>
              <a:ahLst/>
              <a:cxnLst/>
              <a:rect l="l" t="t" r="r" b="b"/>
              <a:pathLst>
                <a:path w="145" h="91" extrusionOk="0">
                  <a:moveTo>
                    <a:pt x="118" y="65"/>
                  </a:moveTo>
                  <a:cubicBezTo>
                    <a:pt x="132" y="50"/>
                    <a:pt x="129" y="67"/>
                    <a:pt x="136" y="50"/>
                  </a:cubicBezTo>
                  <a:cubicBezTo>
                    <a:pt x="143" y="33"/>
                    <a:pt x="145" y="6"/>
                    <a:pt x="113" y="9"/>
                  </a:cubicBezTo>
                  <a:cubicBezTo>
                    <a:pt x="82" y="12"/>
                    <a:pt x="99" y="11"/>
                    <a:pt x="80" y="15"/>
                  </a:cubicBezTo>
                  <a:cubicBezTo>
                    <a:pt x="60" y="20"/>
                    <a:pt x="57" y="33"/>
                    <a:pt x="47" y="27"/>
                  </a:cubicBezTo>
                  <a:cubicBezTo>
                    <a:pt x="38" y="21"/>
                    <a:pt x="52" y="13"/>
                    <a:pt x="35" y="1"/>
                  </a:cubicBezTo>
                  <a:cubicBezTo>
                    <a:pt x="35" y="1"/>
                    <a:pt x="14" y="0"/>
                    <a:pt x="31" y="21"/>
                  </a:cubicBezTo>
                  <a:cubicBezTo>
                    <a:pt x="31" y="21"/>
                    <a:pt x="14" y="13"/>
                    <a:pt x="7" y="26"/>
                  </a:cubicBezTo>
                  <a:cubicBezTo>
                    <a:pt x="0" y="40"/>
                    <a:pt x="35" y="24"/>
                    <a:pt x="35" y="37"/>
                  </a:cubicBezTo>
                  <a:cubicBezTo>
                    <a:pt x="35" y="51"/>
                    <a:pt x="16" y="50"/>
                    <a:pt x="16" y="50"/>
                  </a:cubicBezTo>
                  <a:cubicBezTo>
                    <a:pt x="16" y="50"/>
                    <a:pt x="48" y="60"/>
                    <a:pt x="31" y="70"/>
                  </a:cubicBezTo>
                  <a:cubicBezTo>
                    <a:pt x="14" y="79"/>
                    <a:pt x="29" y="78"/>
                    <a:pt x="40" y="78"/>
                  </a:cubicBezTo>
                  <a:cubicBezTo>
                    <a:pt x="51" y="78"/>
                    <a:pt x="58" y="88"/>
                    <a:pt x="73" y="89"/>
                  </a:cubicBezTo>
                  <a:cubicBezTo>
                    <a:pt x="88" y="91"/>
                    <a:pt x="104" y="81"/>
                    <a:pt x="118" y="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9"/>
            <p:cNvSpPr/>
            <p:nvPr/>
          </p:nvSpPr>
          <p:spPr>
            <a:xfrm>
              <a:off x="3424238" y="4486276"/>
              <a:ext cx="38100" cy="53975"/>
            </a:xfrm>
            <a:custGeom>
              <a:avLst/>
              <a:gdLst/>
              <a:ahLst/>
              <a:cxnLst/>
              <a:rect l="l" t="t" r="r" b="b"/>
              <a:pathLst>
                <a:path w="37" h="54" extrusionOk="0">
                  <a:moveTo>
                    <a:pt x="12" y="0"/>
                  </a:moveTo>
                  <a:cubicBezTo>
                    <a:pt x="12" y="0"/>
                    <a:pt x="0" y="7"/>
                    <a:pt x="3" y="30"/>
                  </a:cubicBezTo>
                  <a:cubicBezTo>
                    <a:pt x="6" y="53"/>
                    <a:pt x="20" y="54"/>
                    <a:pt x="27" y="52"/>
                  </a:cubicBezTo>
                  <a:cubicBezTo>
                    <a:pt x="34" y="50"/>
                    <a:pt x="37" y="40"/>
                    <a:pt x="33" y="26"/>
                  </a:cubicBezTo>
                  <a:cubicBezTo>
                    <a:pt x="29" y="13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9"/>
            <p:cNvSpPr/>
            <p:nvPr/>
          </p:nvSpPr>
          <p:spPr>
            <a:xfrm>
              <a:off x="3665538" y="4548188"/>
              <a:ext cx="200025" cy="190500"/>
            </a:xfrm>
            <a:custGeom>
              <a:avLst/>
              <a:gdLst/>
              <a:ahLst/>
              <a:cxnLst/>
              <a:rect l="l" t="t" r="r" b="b"/>
              <a:pathLst>
                <a:path w="200" h="191" extrusionOk="0">
                  <a:moveTo>
                    <a:pt x="135" y="88"/>
                  </a:moveTo>
                  <a:cubicBezTo>
                    <a:pt x="129" y="65"/>
                    <a:pt x="25" y="2"/>
                    <a:pt x="0" y="0"/>
                  </a:cubicBezTo>
                  <a:cubicBezTo>
                    <a:pt x="0" y="0"/>
                    <a:pt x="68" y="53"/>
                    <a:pt x="79" y="78"/>
                  </a:cubicBezTo>
                  <a:cubicBezTo>
                    <a:pt x="94" y="114"/>
                    <a:pt x="151" y="179"/>
                    <a:pt x="172" y="178"/>
                  </a:cubicBezTo>
                  <a:cubicBezTo>
                    <a:pt x="192" y="177"/>
                    <a:pt x="200" y="191"/>
                    <a:pt x="186" y="132"/>
                  </a:cubicBezTo>
                  <a:cubicBezTo>
                    <a:pt x="186" y="132"/>
                    <a:pt x="141" y="111"/>
                    <a:pt x="13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3856038" y="4725988"/>
              <a:ext cx="165100" cy="50800"/>
            </a:xfrm>
            <a:custGeom>
              <a:avLst/>
              <a:gdLst/>
              <a:ahLst/>
              <a:cxnLst/>
              <a:rect l="l" t="t" r="r" b="b"/>
              <a:pathLst>
                <a:path w="165" h="52" extrusionOk="0">
                  <a:moveTo>
                    <a:pt x="163" y="43"/>
                  </a:moveTo>
                  <a:cubicBezTo>
                    <a:pt x="161" y="43"/>
                    <a:pt x="138" y="37"/>
                    <a:pt x="116" y="26"/>
                  </a:cubicBezTo>
                  <a:cubicBezTo>
                    <a:pt x="94" y="15"/>
                    <a:pt x="87" y="18"/>
                    <a:pt x="72" y="19"/>
                  </a:cubicBezTo>
                  <a:cubicBezTo>
                    <a:pt x="56" y="20"/>
                    <a:pt x="43" y="14"/>
                    <a:pt x="35" y="7"/>
                  </a:cubicBezTo>
                  <a:cubicBezTo>
                    <a:pt x="28" y="0"/>
                    <a:pt x="0" y="4"/>
                    <a:pt x="7" y="15"/>
                  </a:cubicBezTo>
                  <a:cubicBezTo>
                    <a:pt x="7" y="15"/>
                    <a:pt x="27" y="37"/>
                    <a:pt x="64" y="38"/>
                  </a:cubicBezTo>
                  <a:cubicBezTo>
                    <a:pt x="101" y="38"/>
                    <a:pt x="117" y="52"/>
                    <a:pt x="138" y="49"/>
                  </a:cubicBezTo>
                  <a:cubicBezTo>
                    <a:pt x="159" y="46"/>
                    <a:pt x="165" y="43"/>
                    <a:pt x="163" y="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9"/>
            <p:cNvSpPr/>
            <p:nvPr/>
          </p:nvSpPr>
          <p:spPr>
            <a:xfrm>
              <a:off x="3878263" y="4530726"/>
              <a:ext cx="171450" cy="168275"/>
            </a:xfrm>
            <a:custGeom>
              <a:avLst/>
              <a:gdLst/>
              <a:ahLst/>
              <a:cxnLst/>
              <a:rect l="l" t="t" r="r" b="b"/>
              <a:pathLst>
                <a:path w="171" h="169" extrusionOk="0">
                  <a:moveTo>
                    <a:pt x="159" y="83"/>
                  </a:moveTo>
                  <a:cubicBezTo>
                    <a:pt x="148" y="83"/>
                    <a:pt x="126" y="61"/>
                    <a:pt x="127" y="51"/>
                  </a:cubicBezTo>
                  <a:cubicBezTo>
                    <a:pt x="128" y="40"/>
                    <a:pt x="153" y="38"/>
                    <a:pt x="148" y="38"/>
                  </a:cubicBezTo>
                  <a:cubicBezTo>
                    <a:pt x="144" y="38"/>
                    <a:pt x="141" y="32"/>
                    <a:pt x="141" y="32"/>
                  </a:cubicBezTo>
                  <a:cubicBezTo>
                    <a:pt x="150" y="25"/>
                    <a:pt x="147" y="21"/>
                    <a:pt x="147" y="21"/>
                  </a:cubicBezTo>
                  <a:cubicBezTo>
                    <a:pt x="134" y="19"/>
                    <a:pt x="126" y="8"/>
                    <a:pt x="120" y="5"/>
                  </a:cubicBezTo>
                  <a:cubicBezTo>
                    <a:pt x="113" y="2"/>
                    <a:pt x="105" y="0"/>
                    <a:pt x="104" y="5"/>
                  </a:cubicBezTo>
                  <a:cubicBezTo>
                    <a:pt x="102" y="10"/>
                    <a:pt x="94" y="31"/>
                    <a:pt x="83" y="31"/>
                  </a:cubicBezTo>
                  <a:cubicBezTo>
                    <a:pt x="72" y="30"/>
                    <a:pt x="77" y="32"/>
                    <a:pt x="72" y="34"/>
                  </a:cubicBezTo>
                  <a:cubicBezTo>
                    <a:pt x="66" y="36"/>
                    <a:pt x="80" y="49"/>
                    <a:pt x="66" y="50"/>
                  </a:cubicBezTo>
                  <a:cubicBezTo>
                    <a:pt x="52" y="51"/>
                    <a:pt x="55" y="54"/>
                    <a:pt x="45" y="70"/>
                  </a:cubicBezTo>
                  <a:cubicBezTo>
                    <a:pt x="35" y="85"/>
                    <a:pt x="32" y="71"/>
                    <a:pt x="17" y="73"/>
                  </a:cubicBezTo>
                  <a:cubicBezTo>
                    <a:pt x="3" y="76"/>
                    <a:pt x="0" y="102"/>
                    <a:pt x="18" y="112"/>
                  </a:cubicBezTo>
                  <a:cubicBezTo>
                    <a:pt x="36" y="122"/>
                    <a:pt x="38" y="150"/>
                    <a:pt x="38" y="150"/>
                  </a:cubicBezTo>
                  <a:cubicBezTo>
                    <a:pt x="55" y="145"/>
                    <a:pt x="52" y="149"/>
                    <a:pt x="77" y="153"/>
                  </a:cubicBezTo>
                  <a:cubicBezTo>
                    <a:pt x="103" y="158"/>
                    <a:pt x="95" y="166"/>
                    <a:pt x="117" y="168"/>
                  </a:cubicBezTo>
                  <a:cubicBezTo>
                    <a:pt x="139" y="169"/>
                    <a:pt x="132" y="131"/>
                    <a:pt x="132" y="131"/>
                  </a:cubicBezTo>
                  <a:cubicBezTo>
                    <a:pt x="150" y="126"/>
                    <a:pt x="145" y="92"/>
                    <a:pt x="145" y="92"/>
                  </a:cubicBezTo>
                  <a:cubicBezTo>
                    <a:pt x="168" y="100"/>
                    <a:pt x="171" y="82"/>
                    <a:pt x="159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9"/>
            <p:cNvSpPr/>
            <p:nvPr/>
          </p:nvSpPr>
          <p:spPr>
            <a:xfrm>
              <a:off x="4044950" y="4600576"/>
              <a:ext cx="96838" cy="133350"/>
            </a:xfrm>
            <a:custGeom>
              <a:avLst/>
              <a:gdLst/>
              <a:ahLst/>
              <a:cxnLst/>
              <a:rect l="l" t="t" r="r" b="b"/>
              <a:pathLst>
                <a:path w="96" h="133" extrusionOk="0">
                  <a:moveTo>
                    <a:pt x="9" y="88"/>
                  </a:moveTo>
                  <a:cubicBezTo>
                    <a:pt x="18" y="89"/>
                    <a:pt x="17" y="90"/>
                    <a:pt x="22" y="109"/>
                  </a:cubicBezTo>
                  <a:cubicBezTo>
                    <a:pt x="26" y="128"/>
                    <a:pt x="32" y="127"/>
                    <a:pt x="32" y="127"/>
                  </a:cubicBezTo>
                  <a:cubicBezTo>
                    <a:pt x="40" y="127"/>
                    <a:pt x="37" y="119"/>
                    <a:pt x="37" y="119"/>
                  </a:cubicBezTo>
                  <a:cubicBezTo>
                    <a:pt x="33" y="101"/>
                    <a:pt x="27" y="82"/>
                    <a:pt x="37" y="85"/>
                  </a:cubicBezTo>
                  <a:cubicBezTo>
                    <a:pt x="46" y="88"/>
                    <a:pt x="51" y="104"/>
                    <a:pt x="66" y="118"/>
                  </a:cubicBezTo>
                  <a:cubicBezTo>
                    <a:pt x="82" y="133"/>
                    <a:pt x="79" y="116"/>
                    <a:pt x="78" y="110"/>
                  </a:cubicBezTo>
                  <a:cubicBezTo>
                    <a:pt x="77" y="104"/>
                    <a:pt x="72" y="102"/>
                    <a:pt x="72" y="102"/>
                  </a:cubicBezTo>
                  <a:cubicBezTo>
                    <a:pt x="60" y="102"/>
                    <a:pt x="69" y="86"/>
                    <a:pt x="61" y="85"/>
                  </a:cubicBezTo>
                  <a:cubicBezTo>
                    <a:pt x="52" y="85"/>
                    <a:pt x="48" y="70"/>
                    <a:pt x="48" y="70"/>
                  </a:cubicBezTo>
                  <a:cubicBezTo>
                    <a:pt x="48" y="70"/>
                    <a:pt x="42" y="60"/>
                    <a:pt x="54" y="57"/>
                  </a:cubicBezTo>
                  <a:cubicBezTo>
                    <a:pt x="65" y="54"/>
                    <a:pt x="70" y="46"/>
                    <a:pt x="70" y="46"/>
                  </a:cubicBezTo>
                  <a:cubicBezTo>
                    <a:pt x="55" y="39"/>
                    <a:pt x="44" y="48"/>
                    <a:pt x="36" y="48"/>
                  </a:cubicBezTo>
                  <a:cubicBezTo>
                    <a:pt x="28" y="47"/>
                    <a:pt x="21" y="68"/>
                    <a:pt x="20" y="46"/>
                  </a:cubicBezTo>
                  <a:cubicBezTo>
                    <a:pt x="19" y="24"/>
                    <a:pt x="41" y="33"/>
                    <a:pt x="58" y="33"/>
                  </a:cubicBezTo>
                  <a:cubicBezTo>
                    <a:pt x="76" y="32"/>
                    <a:pt x="79" y="28"/>
                    <a:pt x="88" y="20"/>
                  </a:cubicBezTo>
                  <a:cubicBezTo>
                    <a:pt x="96" y="12"/>
                    <a:pt x="84" y="0"/>
                    <a:pt x="81" y="9"/>
                  </a:cubicBezTo>
                  <a:cubicBezTo>
                    <a:pt x="79" y="18"/>
                    <a:pt x="72" y="19"/>
                    <a:pt x="58" y="21"/>
                  </a:cubicBezTo>
                  <a:cubicBezTo>
                    <a:pt x="44" y="23"/>
                    <a:pt x="50" y="19"/>
                    <a:pt x="30" y="16"/>
                  </a:cubicBezTo>
                  <a:cubicBezTo>
                    <a:pt x="10" y="14"/>
                    <a:pt x="10" y="31"/>
                    <a:pt x="12" y="40"/>
                  </a:cubicBezTo>
                  <a:cubicBezTo>
                    <a:pt x="13" y="49"/>
                    <a:pt x="8" y="41"/>
                    <a:pt x="10" y="51"/>
                  </a:cubicBezTo>
                  <a:cubicBezTo>
                    <a:pt x="13" y="61"/>
                    <a:pt x="14" y="66"/>
                    <a:pt x="8" y="75"/>
                  </a:cubicBezTo>
                  <a:cubicBezTo>
                    <a:pt x="2" y="84"/>
                    <a:pt x="0" y="87"/>
                    <a:pt x="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9"/>
            <p:cNvSpPr/>
            <p:nvPr/>
          </p:nvSpPr>
          <p:spPr>
            <a:xfrm>
              <a:off x="4024313" y="4760913"/>
              <a:ext cx="57150" cy="22225"/>
            </a:xfrm>
            <a:custGeom>
              <a:avLst/>
              <a:gdLst/>
              <a:ahLst/>
              <a:cxnLst/>
              <a:rect l="l" t="t" r="r" b="b"/>
              <a:pathLst>
                <a:path w="57" h="22" extrusionOk="0">
                  <a:moveTo>
                    <a:pt x="46" y="16"/>
                  </a:moveTo>
                  <a:cubicBezTo>
                    <a:pt x="57" y="15"/>
                    <a:pt x="52" y="6"/>
                    <a:pt x="36" y="8"/>
                  </a:cubicBezTo>
                  <a:cubicBezTo>
                    <a:pt x="20" y="10"/>
                    <a:pt x="14" y="0"/>
                    <a:pt x="0" y="16"/>
                  </a:cubicBezTo>
                  <a:cubicBezTo>
                    <a:pt x="0" y="16"/>
                    <a:pt x="3" y="22"/>
                    <a:pt x="15" y="22"/>
                  </a:cubicBezTo>
                  <a:cubicBezTo>
                    <a:pt x="27" y="21"/>
                    <a:pt x="35" y="16"/>
                    <a:pt x="4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4071938" y="4783138"/>
              <a:ext cx="39688" cy="25400"/>
            </a:xfrm>
            <a:custGeom>
              <a:avLst/>
              <a:gdLst/>
              <a:ahLst/>
              <a:cxnLst/>
              <a:rect l="l" t="t" r="r" b="b"/>
              <a:pathLst>
                <a:path w="39" h="26" extrusionOk="0">
                  <a:moveTo>
                    <a:pt x="10" y="4"/>
                  </a:moveTo>
                  <a:cubicBezTo>
                    <a:pt x="1" y="5"/>
                    <a:pt x="1" y="0"/>
                    <a:pt x="0" y="6"/>
                  </a:cubicBezTo>
                  <a:cubicBezTo>
                    <a:pt x="0" y="6"/>
                    <a:pt x="2" y="13"/>
                    <a:pt x="12" y="13"/>
                  </a:cubicBezTo>
                  <a:cubicBezTo>
                    <a:pt x="22" y="13"/>
                    <a:pt x="21" y="26"/>
                    <a:pt x="26" y="24"/>
                  </a:cubicBezTo>
                  <a:cubicBezTo>
                    <a:pt x="31" y="21"/>
                    <a:pt x="39" y="20"/>
                    <a:pt x="27" y="11"/>
                  </a:cubicBezTo>
                  <a:cubicBezTo>
                    <a:pt x="16" y="2"/>
                    <a:pt x="20" y="2"/>
                    <a:pt x="10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9"/>
            <p:cNvSpPr/>
            <p:nvPr/>
          </p:nvSpPr>
          <p:spPr>
            <a:xfrm>
              <a:off x="4141788" y="4770438"/>
              <a:ext cx="57150" cy="44450"/>
            </a:xfrm>
            <a:custGeom>
              <a:avLst/>
              <a:gdLst/>
              <a:ahLst/>
              <a:cxnLst/>
              <a:rect l="l" t="t" r="r" b="b"/>
              <a:pathLst>
                <a:path w="57" h="45" extrusionOk="0">
                  <a:moveTo>
                    <a:pt x="10" y="34"/>
                  </a:moveTo>
                  <a:cubicBezTo>
                    <a:pt x="14" y="34"/>
                    <a:pt x="26" y="29"/>
                    <a:pt x="29" y="19"/>
                  </a:cubicBezTo>
                  <a:cubicBezTo>
                    <a:pt x="31" y="8"/>
                    <a:pt x="46" y="17"/>
                    <a:pt x="54" y="7"/>
                  </a:cubicBezTo>
                  <a:cubicBezTo>
                    <a:pt x="54" y="7"/>
                    <a:pt x="57" y="0"/>
                    <a:pt x="41" y="1"/>
                  </a:cubicBezTo>
                  <a:cubicBezTo>
                    <a:pt x="24" y="1"/>
                    <a:pt x="25" y="6"/>
                    <a:pt x="20" y="17"/>
                  </a:cubicBezTo>
                  <a:cubicBezTo>
                    <a:pt x="14" y="27"/>
                    <a:pt x="9" y="12"/>
                    <a:pt x="0" y="45"/>
                  </a:cubicBezTo>
                  <a:cubicBezTo>
                    <a:pt x="0" y="45"/>
                    <a:pt x="5" y="35"/>
                    <a:pt x="10" y="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9"/>
            <p:cNvSpPr/>
            <p:nvPr/>
          </p:nvSpPr>
          <p:spPr>
            <a:xfrm>
              <a:off x="4202113" y="4643438"/>
              <a:ext cx="393700" cy="173038"/>
            </a:xfrm>
            <a:custGeom>
              <a:avLst/>
              <a:gdLst/>
              <a:ahLst/>
              <a:cxnLst/>
              <a:rect l="l" t="t" r="r" b="b"/>
              <a:pathLst>
                <a:path w="392" h="173" extrusionOk="0">
                  <a:moveTo>
                    <a:pt x="82" y="23"/>
                  </a:moveTo>
                  <a:cubicBezTo>
                    <a:pt x="77" y="1"/>
                    <a:pt x="78" y="0"/>
                    <a:pt x="52" y="0"/>
                  </a:cubicBezTo>
                  <a:cubicBezTo>
                    <a:pt x="25" y="1"/>
                    <a:pt x="0" y="7"/>
                    <a:pt x="27" y="16"/>
                  </a:cubicBezTo>
                  <a:cubicBezTo>
                    <a:pt x="53" y="25"/>
                    <a:pt x="41" y="35"/>
                    <a:pt x="54" y="40"/>
                  </a:cubicBezTo>
                  <a:cubicBezTo>
                    <a:pt x="67" y="44"/>
                    <a:pt x="69" y="62"/>
                    <a:pt x="71" y="62"/>
                  </a:cubicBezTo>
                  <a:cubicBezTo>
                    <a:pt x="73" y="62"/>
                    <a:pt x="78" y="51"/>
                    <a:pt x="78" y="51"/>
                  </a:cubicBezTo>
                  <a:cubicBezTo>
                    <a:pt x="88" y="58"/>
                    <a:pt x="104" y="69"/>
                    <a:pt x="127" y="70"/>
                  </a:cubicBezTo>
                  <a:cubicBezTo>
                    <a:pt x="149" y="72"/>
                    <a:pt x="172" y="95"/>
                    <a:pt x="176" y="110"/>
                  </a:cubicBezTo>
                  <a:cubicBezTo>
                    <a:pt x="180" y="126"/>
                    <a:pt x="144" y="104"/>
                    <a:pt x="156" y="120"/>
                  </a:cubicBezTo>
                  <a:cubicBezTo>
                    <a:pt x="168" y="136"/>
                    <a:pt x="181" y="120"/>
                    <a:pt x="193" y="121"/>
                  </a:cubicBezTo>
                  <a:cubicBezTo>
                    <a:pt x="205" y="123"/>
                    <a:pt x="217" y="142"/>
                    <a:pt x="217" y="142"/>
                  </a:cubicBezTo>
                  <a:cubicBezTo>
                    <a:pt x="217" y="142"/>
                    <a:pt x="245" y="149"/>
                    <a:pt x="247" y="136"/>
                  </a:cubicBezTo>
                  <a:cubicBezTo>
                    <a:pt x="249" y="123"/>
                    <a:pt x="253" y="102"/>
                    <a:pt x="284" y="122"/>
                  </a:cubicBezTo>
                  <a:cubicBezTo>
                    <a:pt x="315" y="142"/>
                    <a:pt x="323" y="160"/>
                    <a:pt x="347" y="159"/>
                  </a:cubicBezTo>
                  <a:cubicBezTo>
                    <a:pt x="372" y="158"/>
                    <a:pt x="392" y="173"/>
                    <a:pt x="316" y="118"/>
                  </a:cubicBezTo>
                  <a:cubicBezTo>
                    <a:pt x="241" y="64"/>
                    <a:pt x="298" y="56"/>
                    <a:pt x="186" y="34"/>
                  </a:cubicBezTo>
                  <a:cubicBezTo>
                    <a:pt x="181" y="27"/>
                    <a:pt x="161" y="31"/>
                    <a:pt x="143" y="23"/>
                  </a:cubicBezTo>
                  <a:cubicBezTo>
                    <a:pt x="124" y="16"/>
                    <a:pt x="113" y="27"/>
                    <a:pt x="107" y="37"/>
                  </a:cubicBezTo>
                  <a:cubicBezTo>
                    <a:pt x="100" y="48"/>
                    <a:pt x="88" y="46"/>
                    <a:pt x="82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4078288" y="4764088"/>
              <a:ext cx="79375" cy="19050"/>
            </a:xfrm>
            <a:custGeom>
              <a:avLst/>
              <a:gdLst/>
              <a:ahLst/>
              <a:cxnLst/>
              <a:rect l="l" t="t" r="r" b="b"/>
              <a:pathLst>
                <a:path w="79" h="18" extrusionOk="0">
                  <a:moveTo>
                    <a:pt x="34" y="15"/>
                  </a:moveTo>
                  <a:cubicBezTo>
                    <a:pt x="48" y="13"/>
                    <a:pt x="58" y="9"/>
                    <a:pt x="79" y="7"/>
                  </a:cubicBezTo>
                  <a:cubicBezTo>
                    <a:pt x="79" y="7"/>
                    <a:pt x="65" y="0"/>
                    <a:pt x="35" y="8"/>
                  </a:cubicBezTo>
                  <a:cubicBezTo>
                    <a:pt x="35" y="8"/>
                    <a:pt x="28" y="4"/>
                    <a:pt x="11" y="4"/>
                  </a:cubicBezTo>
                  <a:cubicBezTo>
                    <a:pt x="0" y="4"/>
                    <a:pt x="9" y="8"/>
                    <a:pt x="9" y="8"/>
                  </a:cubicBezTo>
                  <a:cubicBezTo>
                    <a:pt x="9" y="8"/>
                    <a:pt x="21" y="18"/>
                    <a:pt x="34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4162425" y="4684713"/>
              <a:ext cx="17463" cy="14288"/>
            </a:xfrm>
            <a:custGeom>
              <a:avLst/>
              <a:gdLst/>
              <a:ahLst/>
              <a:cxnLst/>
              <a:rect l="l" t="t" r="r" b="b"/>
              <a:pathLst>
                <a:path w="18" h="14" extrusionOk="0">
                  <a:moveTo>
                    <a:pt x="9" y="2"/>
                  </a:moveTo>
                  <a:cubicBezTo>
                    <a:pt x="0" y="0"/>
                    <a:pt x="8" y="2"/>
                    <a:pt x="0" y="5"/>
                  </a:cubicBezTo>
                  <a:cubicBezTo>
                    <a:pt x="0" y="5"/>
                    <a:pt x="5" y="14"/>
                    <a:pt x="12" y="14"/>
                  </a:cubicBezTo>
                  <a:cubicBezTo>
                    <a:pt x="18" y="14"/>
                    <a:pt x="18" y="4"/>
                    <a:pt x="9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4191000" y="4681538"/>
              <a:ext cx="53975" cy="19050"/>
            </a:xfrm>
            <a:custGeom>
              <a:avLst/>
              <a:gdLst/>
              <a:ahLst/>
              <a:cxnLst/>
              <a:rect l="l" t="t" r="r" b="b"/>
              <a:pathLst>
                <a:path w="53" h="19" extrusionOk="0">
                  <a:moveTo>
                    <a:pt x="6" y="16"/>
                  </a:moveTo>
                  <a:cubicBezTo>
                    <a:pt x="12" y="13"/>
                    <a:pt x="19" y="8"/>
                    <a:pt x="34" y="12"/>
                  </a:cubicBezTo>
                  <a:cubicBezTo>
                    <a:pt x="48" y="16"/>
                    <a:pt x="53" y="12"/>
                    <a:pt x="47" y="8"/>
                  </a:cubicBezTo>
                  <a:cubicBezTo>
                    <a:pt x="41" y="4"/>
                    <a:pt x="26" y="2"/>
                    <a:pt x="0" y="0"/>
                  </a:cubicBezTo>
                  <a:cubicBezTo>
                    <a:pt x="0" y="0"/>
                    <a:pt x="1" y="19"/>
                    <a:pt x="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4159250" y="4595813"/>
              <a:ext cx="38100" cy="65088"/>
            </a:xfrm>
            <a:custGeom>
              <a:avLst/>
              <a:gdLst/>
              <a:ahLst/>
              <a:cxnLst/>
              <a:rect l="l" t="t" r="r" b="b"/>
              <a:pathLst>
                <a:path w="37" h="66" extrusionOk="0">
                  <a:moveTo>
                    <a:pt x="2" y="22"/>
                  </a:moveTo>
                  <a:cubicBezTo>
                    <a:pt x="0" y="29"/>
                    <a:pt x="16" y="26"/>
                    <a:pt x="17" y="38"/>
                  </a:cubicBezTo>
                  <a:cubicBezTo>
                    <a:pt x="19" y="51"/>
                    <a:pt x="23" y="66"/>
                    <a:pt x="26" y="53"/>
                  </a:cubicBezTo>
                  <a:cubicBezTo>
                    <a:pt x="29" y="39"/>
                    <a:pt x="37" y="41"/>
                    <a:pt x="27" y="29"/>
                  </a:cubicBezTo>
                  <a:cubicBezTo>
                    <a:pt x="17" y="17"/>
                    <a:pt x="13" y="12"/>
                    <a:pt x="21" y="0"/>
                  </a:cubicBezTo>
                  <a:cubicBezTo>
                    <a:pt x="21" y="0"/>
                    <a:pt x="4" y="15"/>
                    <a:pt x="2" y="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4281488" y="4719638"/>
              <a:ext cx="31750" cy="36513"/>
            </a:xfrm>
            <a:custGeom>
              <a:avLst/>
              <a:gdLst/>
              <a:ahLst/>
              <a:cxnLst/>
              <a:rect l="l" t="t" r="r" b="b"/>
              <a:pathLst>
                <a:path w="32" h="36" extrusionOk="0">
                  <a:moveTo>
                    <a:pt x="18" y="0"/>
                  </a:moveTo>
                  <a:cubicBezTo>
                    <a:pt x="18" y="0"/>
                    <a:pt x="19" y="23"/>
                    <a:pt x="10" y="25"/>
                  </a:cubicBezTo>
                  <a:cubicBezTo>
                    <a:pt x="0" y="26"/>
                    <a:pt x="28" y="36"/>
                    <a:pt x="26" y="21"/>
                  </a:cubicBezTo>
                  <a:cubicBezTo>
                    <a:pt x="24" y="6"/>
                    <a:pt x="32" y="9"/>
                    <a:pt x="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4246563" y="4738688"/>
              <a:ext cx="26988" cy="31750"/>
            </a:xfrm>
            <a:custGeom>
              <a:avLst/>
              <a:gdLst/>
              <a:ahLst/>
              <a:cxnLst/>
              <a:rect l="l" t="t" r="r" b="b"/>
              <a:pathLst>
                <a:path w="27" h="31" extrusionOk="0">
                  <a:moveTo>
                    <a:pt x="9" y="20"/>
                  </a:moveTo>
                  <a:cubicBezTo>
                    <a:pt x="9" y="20"/>
                    <a:pt x="0" y="31"/>
                    <a:pt x="14" y="28"/>
                  </a:cubicBezTo>
                  <a:cubicBezTo>
                    <a:pt x="27" y="24"/>
                    <a:pt x="10" y="0"/>
                    <a:pt x="13" y="9"/>
                  </a:cubicBezTo>
                  <a:cubicBezTo>
                    <a:pt x="15" y="18"/>
                    <a:pt x="9" y="20"/>
                    <a:pt x="9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4021138" y="4803776"/>
              <a:ext cx="687388" cy="560388"/>
            </a:xfrm>
            <a:custGeom>
              <a:avLst/>
              <a:gdLst/>
              <a:ahLst/>
              <a:cxnLst/>
              <a:rect l="l" t="t" r="r" b="b"/>
              <a:pathLst>
                <a:path w="688" h="560" extrusionOk="0">
                  <a:moveTo>
                    <a:pt x="673" y="318"/>
                  </a:moveTo>
                  <a:cubicBezTo>
                    <a:pt x="658" y="252"/>
                    <a:pt x="617" y="237"/>
                    <a:pt x="617" y="237"/>
                  </a:cubicBezTo>
                  <a:cubicBezTo>
                    <a:pt x="607" y="207"/>
                    <a:pt x="590" y="214"/>
                    <a:pt x="590" y="214"/>
                  </a:cubicBezTo>
                  <a:cubicBezTo>
                    <a:pt x="590" y="214"/>
                    <a:pt x="571" y="167"/>
                    <a:pt x="548" y="162"/>
                  </a:cubicBezTo>
                  <a:cubicBezTo>
                    <a:pt x="525" y="158"/>
                    <a:pt x="504" y="127"/>
                    <a:pt x="489" y="93"/>
                  </a:cubicBezTo>
                  <a:cubicBezTo>
                    <a:pt x="474" y="60"/>
                    <a:pt x="461" y="83"/>
                    <a:pt x="457" y="66"/>
                  </a:cubicBezTo>
                  <a:cubicBezTo>
                    <a:pt x="452" y="49"/>
                    <a:pt x="425" y="0"/>
                    <a:pt x="417" y="8"/>
                  </a:cubicBezTo>
                  <a:cubicBezTo>
                    <a:pt x="409" y="15"/>
                    <a:pt x="424" y="82"/>
                    <a:pt x="424" y="112"/>
                  </a:cubicBezTo>
                  <a:cubicBezTo>
                    <a:pt x="424" y="143"/>
                    <a:pt x="370" y="107"/>
                    <a:pt x="345" y="88"/>
                  </a:cubicBezTo>
                  <a:cubicBezTo>
                    <a:pt x="320" y="69"/>
                    <a:pt x="347" y="60"/>
                    <a:pt x="345" y="41"/>
                  </a:cubicBezTo>
                  <a:cubicBezTo>
                    <a:pt x="344" y="22"/>
                    <a:pt x="312" y="27"/>
                    <a:pt x="287" y="27"/>
                  </a:cubicBezTo>
                  <a:cubicBezTo>
                    <a:pt x="262" y="27"/>
                    <a:pt x="236" y="31"/>
                    <a:pt x="233" y="60"/>
                  </a:cubicBezTo>
                  <a:cubicBezTo>
                    <a:pt x="230" y="90"/>
                    <a:pt x="212" y="77"/>
                    <a:pt x="212" y="77"/>
                  </a:cubicBezTo>
                  <a:cubicBezTo>
                    <a:pt x="212" y="77"/>
                    <a:pt x="220" y="63"/>
                    <a:pt x="193" y="61"/>
                  </a:cubicBezTo>
                  <a:cubicBezTo>
                    <a:pt x="167" y="59"/>
                    <a:pt x="169" y="82"/>
                    <a:pt x="156" y="94"/>
                  </a:cubicBezTo>
                  <a:cubicBezTo>
                    <a:pt x="142" y="107"/>
                    <a:pt x="155" y="129"/>
                    <a:pt x="145" y="112"/>
                  </a:cubicBezTo>
                  <a:cubicBezTo>
                    <a:pt x="136" y="95"/>
                    <a:pt x="125" y="107"/>
                    <a:pt x="127" y="120"/>
                  </a:cubicBezTo>
                  <a:cubicBezTo>
                    <a:pt x="129" y="132"/>
                    <a:pt x="129" y="159"/>
                    <a:pt x="110" y="161"/>
                  </a:cubicBezTo>
                  <a:cubicBezTo>
                    <a:pt x="90" y="163"/>
                    <a:pt x="50" y="174"/>
                    <a:pt x="25" y="202"/>
                  </a:cubicBezTo>
                  <a:cubicBezTo>
                    <a:pt x="0" y="230"/>
                    <a:pt x="13" y="227"/>
                    <a:pt x="22" y="259"/>
                  </a:cubicBezTo>
                  <a:cubicBezTo>
                    <a:pt x="31" y="291"/>
                    <a:pt x="20" y="282"/>
                    <a:pt x="23" y="295"/>
                  </a:cubicBezTo>
                  <a:cubicBezTo>
                    <a:pt x="25" y="308"/>
                    <a:pt x="71" y="373"/>
                    <a:pt x="81" y="398"/>
                  </a:cubicBezTo>
                  <a:cubicBezTo>
                    <a:pt x="91" y="423"/>
                    <a:pt x="78" y="431"/>
                    <a:pt x="78" y="431"/>
                  </a:cubicBezTo>
                  <a:cubicBezTo>
                    <a:pt x="83" y="462"/>
                    <a:pt x="96" y="469"/>
                    <a:pt x="127" y="468"/>
                  </a:cubicBezTo>
                  <a:cubicBezTo>
                    <a:pt x="157" y="466"/>
                    <a:pt x="138" y="434"/>
                    <a:pt x="164" y="439"/>
                  </a:cubicBezTo>
                  <a:cubicBezTo>
                    <a:pt x="189" y="443"/>
                    <a:pt x="217" y="434"/>
                    <a:pt x="217" y="434"/>
                  </a:cubicBezTo>
                  <a:cubicBezTo>
                    <a:pt x="233" y="399"/>
                    <a:pt x="271" y="415"/>
                    <a:pt x="284" y="404"/>
                  </a:cubicBezTo>
                  <a:cubicBezTo>
                    <a:pt x="297" y="392"/>
                    <a:pt x="324" y="391"/>
                    <a:pt x="341" y="391"/>
                  </a:cubicBezTo>
                  <a:cubicBezTo>
                    <a:pt x="358" y="391"/>
                    <a:pt x="403" y="428"/>
                    <a:pt x="404" y="440"/>
                  </a:cubicBezTo>
                  <a:cubicBezTo>
                    <a:pt x="405" y="453"/>
                    <a:pt x="427" y="474"/>
                    <a:pt x="422" y="461"/>
                  </a:cubicBezTo>
                  <a:cubicBezTo>
                    <a:pt x="416" y="447"/>
                    <a:pt x="443" y="418"/>
                    <a:pt x="443" y="418"/>
                  </a:cubicBezTo>
                  <a:cubicBezTo>
                    <a:pt x="457" y="423"/>
                    <a:pt x="453" y="460"/>
                    <a:pt x="453" y="460"/>
                  </a:cubicBezTo>
                  <a:cubicBezTo>
                    <a:pt x="462" y="446"/>
                    <a:pt x="467" y="478"/>
                    <a:pt x="467" y="478"/>
                  </a:cubicBezTo>
                  <a:cubicBezTo>
                    <a:pt x="477" y="481"/>
                    <a:pt x="483" y="468"/>
                    <a:pt x="495" y="503"/>
                  </a:cubicBezTo>
                  <a:cubicBezTo>
                    <a:pt x="506" y="539"/>
                    <a:pt x="552" y="548"/>
                    <a:pt x="562" y="554"/>
                  </a:cubicBezTo>
                  <a:cubicBezTo>
                    <a:pt x="572" y="560"/>
                    <a:pt x="580" y="535"/>
                    <a:pt x="580" y="535"/>
                  </a:cubicBezTo>
                  <a:cubicBezTo>
                    <a:pt x="605" y="558"/>
                    <a:pt x="622" y="553"/>
                    <a:pt x="622" y="553"/>
                  </a:cubicBezTo>
                  <a:cubicBezTo>
                    <a:pt x="631" y="518"/>
                    <a:pt x="679" y="532"/>
                    <a:pt x="679" y="532"/>
                  </a:cubicBezTo>
                  <a:cubicBezTo>
                    <a:pt x="670" y="513"/>
                    <a:pt x="665" y="450"/>
                    <a:pt x="672" y="420"/>
                  </a:cubicBezTo>
                  <a:cubicBezTo>
                    <a:pt x="680" y="389"/>
                    <a:pt x="688" y="386"/>
                    <a:pt x="673" y="3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4619625" y="5403851"/>
              <a:ext cx="76200" cy="77788"/>
            </a:xfrm>
            <a:custGeom>
              <a:avLst/>
              <a:gdLst/>
              <a:ahLst/>
              <a:cxnLst/>
              <a:rect l="l" t="t" r="r" b="b"/>
              <a:pathLst>
                <a:path w="76" h="77" extrusionOk="0">
                  <a:moveTo>
                    <a:pt x="37" y="10"/>
                  </a:moveTo>
                  <a:cubicBezTo>
                    <a:pt x="19" y="10"/>
                    <a:pt x="0" y="0"/>
                    <a:pt x="0" y="0"/>
                  </a:cubicBezTo>
                  <a:cubicBezTo>
                    <a:pt x="3" y="21"/>
                    <a:pt x="22" y="31"/>
                    <a:pt x="22" y="31"/>
                  </a:cubicBezTo>
                  <a:cubicBezTo>
                    <a:pt x="28" y="57"/>
                    <a:pt x="36" y="67"/>
                    <a:pt x="49" y="72"/>
                  </a:cubicBezTo>
                  <a:cubicBezTo>
                    <a:pt x="63" y="77"/>
                    <a:pt x="63" y="61"/>
                    <a:pt x="69" y="46"/>
                  </a:cubicBezTo>
                  <a:cubicBezTo>
                    <a:pt x="76" y="30"/>
                    <a:pt x="59" y="5"/>
                    <a:pt x="59" y="5"/>
                  </a:cubicBezTo>
                  <a:cubicBezTo>
                    <a:pt x="59" y="5"/>
                    <a:pt x="55" y="10"/>
                    <a:pt x="37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4094163" y="4102101"/>
              <a:ext cx="49213" cy="57150"/>
            </a:xfrm>
            <a:custGeom>
              <a:avLst/>
              <a:gdLst/>
              <a:ahLst/>
              <a:cxnLst/>
              <a:rect l="l" t="t" r="r" b="b"/>
              <a:pathLst>
                <a:path w="49" h="57" extrusionOk="0">
                  <a:moveTo>
                    <a:pt x="0" y="20"/>
                  </a:moveTo>
                  <a:cubicBezTo>
                    <a:pt x="0" y="20"/>
                    <a:pt x="5" y="23"/>
                    <a:pt x="12" y="20"/>
                  </a:cubicBezTo>
                  <a:cubicBezTo>
                    <a:pt x="19" y="17"/>
                    <a:pt x="3" y="28"/>
                    <a:pt x="11" y="42"/>
                  </a:cubicBezTo>
                  <a:cubicBezTo>
                    <a:pt x="19" y="55"/>
                    <a:pt x="23" y="57"/>
                    <a:pt x="29" y="51"/>
                  </a:cubicBezTo>
                  <a:cubicBezTo>
                    <a:pt x="35" y="44"/>
                    <a:pt x="49" y="37"/>
                    <a:pt x="37" y="19"/>
                  </a:cubicBezTo>
                  <a:cubicBezTo>
                    <a:pt x="25" y="1"/>
                    <a:pt x="10" y="0"/>
                    <a:pt x="0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4108450" y="3983038"/>
              <a:ext cx="149225" cy="142875"/>
            </a:xfrm>
            <a:custGeom>
              <a:avLst/>
              <a:gdLst/>
              <a:ahLst/>
              <a:cxnLst/>
              <a:rect l="l" t="t" r="r" b="b"/>
              <a:pathLst>
                <a:path w="149" h="144" extrusionOk="0">
                  <a:moveTo>
                    <a:pt x="23" y="100"/>
                  </a:moveTo>
                  <a:cubicBezTo>
                    <a:pt x="10" y="101"/>
                    <a:pt x="0" y="118"/>
                    <a:pt x="0" y="118"/>
                  </a:cubicBezTo>
                  <a:cubicBezTo>
                    <a:pt x="13" y="122"/>
                    <a:pt x="16" y="120"/>
                    <a:pt x="16" y="120"/>
                  </a:cubicBezTo>
                  <a:cubicBezTo>
                    <a:pt x="35" y="102"/>
                    <a:pt x="60" y="113"/>
                    <a:pt x="60" y="113"/>
                  </a:cubicBezTo>
                  <a:cubicBezTo>
                    <a:pt x="61" y="119"/>
                    <a:pt x="60" y="121"/>
                    <a:pt x="63" y="124"/>
                  </a:cubicBezTo>
                  <a:cubicBezTo>
                    <a:pt x="82" y="144"/>
                    <a:pt x="82" y="104"/>
                    <a:pt x="82" y="104"/>
                  </a:cubicBezTo>
                  <a:cubicBezTo>
                    <a:pt x="93" y="107"/>
                    <a:pt x="91" y="110"/>
                    <a:pt x="103" y="113"/>
                  </a:cubicBezTo>
                  <a:cubicBezTo>
                    <a:pt x="114" y="115"/>
                    <a:pt x="119" y="96"/>
                    <a:pt x="119" y="96"/>
                  </a:cubicBezTo>
                  <a:cubicBezTo>
                    <a:pt x="119" y="96"/>
                    <a:pt x="123" y="110"/>
                    <a:pt x="136" y="103"/>
                  </a:cubicBezTo>
                  <a:cubicBezTo>
                    <a:pt x="149" y="95"/>
                    <a:pt x="127" y="51"/>
                    <a:pt x="127" y="51"/>
                  </a:cubicBezTo>
                  <a:cubicBezTo>
                    <a:pt x="127" y="51"/>
                    <a:pt x="143" y="40"/>
                    <a:pt x="137" y="25"/>
                  </a:cubicBezTo>
                  <a:cubicBezTo>
                    <a:pt x="130" y="9"/>
                    <a:pt x="122" y="0"/>
                    <a:pt x="113" y="0"/>
                  </a:cubicBezTo>
                  <a:cubicBezTo>
                    <a:pt x="103" y="0"/>
                    <a:pt x="104" y="8"/>
                    <a:pt x="104" y="8"/>
                  </a:cubicBezTo>
                  <a:cubicBezTo>
                    <a:pt x="110" y="28"/>
                    <a:pt x="104" y="69"/>
                    <a:pt x="93" y="71"/>
                  </a:cubicBezTo>
                  <a:cubicBezTo>
                    <a:pt x="81" y="73"/>
                    <a:pt x="76" y="75"/>
                    <a:pt x="71" y="86"/>
                  </a:cubicBezTo>
                  <a:cubicBezTo>
                    <a:pt x="66" y="98"/>
                    <a:pt x="37" y="98"/>
                    <a:pt x="23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4197350" y="3900488"/>
              <a:ext cx="87313" cy="74613"/>
            </a:xfrm>
            <a:custGeom>
              <a:avLst/>
              <a:gdLst/>
              <a:ahLst/>
              <a:cxnLst/>
              <a:rect l="l" t="t" r="r" b="b"/>
              <a:pathLst>
                <a:path w="87" h="74" extrusionOk="0">
                  <a:moveTo>
                    <a:pt x="68" y="27"/>
                  </a:moveTo>
                  <a:cubicBezTo>
                    <a:pt x="49" y="21"/>
                    <a:pt x="32" y="16"/>
                    <a:pt x="23" y="0"/>
                  </a:cubicBezTo>
                  <a:cubicBezTo>
                    <a:pt x="23" y="0"/>
                    <a:pt x="12" y="2"/>
                    <a:pt x="22" y="34"/>
                  </a:cubicBezTo>
                  <a:cubicBezTo>
                    <a:pt x="22" y="34"/>
                    <a:pt x="24" y="44"/>
                    <a:pt x="13" y="45"/>
                  </a:cubicBezTo>
                  <a:cubicBezTo>
                    <a:pt x="1" y="46"/>
                    <a:pt x="0" y="61"/>
                    <a:pt x="26" y="67"/>
                  </a:cubicBezTo>
                  <a:cubicBezTo>
                    <a:pt x="26" y="67"/>
                    <a:pt x="5" y="56"/>
                    <a:pt x="23" y="56"/>
                  </a:cubicBezTo>
                  <a:cubicBezTo>
                    <a:pt x="41" y="56"/>
                    <a:pt x="43" y="74"/>
                    <a:pt x="57" y="67"/>
                  </a:cubicBezTo>
                  <a:cubicBezTo>
                    <a:pt x="70" y="59"/>
                    <a:pt x="49" y="48"/>
                    <a:pt x="81" y="49"/>
                  </a:cubicBezTo>
                  <a:cubicBezTo>
                    <a:pt x="81" y="49"/>
                    <a:pt x="87" y="34"/>
                    <a:pt x="68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4183063" y="3716338"/>
              <a:ext cx="63500" cy="174625"/>
            </a:xfrm>
            <a:custGeom>
              <a:avLst/>
              <a:gdLst/>
              <a:ahLst/>
              <a:cxnLst/>
              <a:rect l="l" t="t" r="r" b="b"/>
              <a:pathLst>
                <a:path w="63" h="174" extrusionOk="0">
                  <a:moveTo>
                    <a:pt x="63" y="120"/>
                  </a:moveTo>
                  <a:cubicBezTo>
                    <a:pt x="55" y="114"/>
                    <a:pt x="35" y="93"/>
                    <a:pt x="24" y="63"/>
                  </a:cubicBezTo>
                  <a:cubicBezTo>
                    <a:pt x="14" y="33"/>
                    <a:pt x="7" y="0"/>
                    <a:pt x="4" y="8"/>
                  </a:cubicBezTo>
                  <a:cubicBezTo>
                    <a:pt x="1" y="16"/>
                    <a:pt x="0" y="11"/>
                    <a:pt x="1" y="32"/>
                  </a:cubicBezTo>
                  <a:cubicBezTo>
                    <a:pt x="2" y="53"/>
                    <a:pt x="4" y="51"/>
                    <a:pt x="10" y="71"/>
                  </a:cubicBezTo>
                  <a:cubicBezTo>
                    <a:pt x="16" y="91"/>
                    <a:pt x="10" y="93"/>
                    <a:pt x="15" y="115"/>
                  </a:cubicBezTo>
                  <a:cubicBezTo>
                    <a:pt x="21" y="138"/>
                    <a:pt x="34" y="174"/>
                    <a:pt x="34" y="174"/>
                  </a:cubicBezTo>
                  <a:cubicBezTo>
                    <a:pt x="34" y="174"/>
                    <a:pt x="30" y="163"/>
                    <a:pt x="41" y="161"/>
                  </a:cubicBezTo>
                  <a:cubicBezTo>
                    <a:pt x="51" y="159"/>
                    <a:pt x="61" y="174"/>
                    <a:pt x="61" y="174"/>
                  </a:cubicBezTo>
                  <a:cubicBezTo>
                    <a:pt x="63" y="162"/>
                    <a:pt x="32" y="147"/>
                    <a:pt x="32" y="124"/>
                  </a:cubicBezTo>
                  <a:cubicBezTo>
                    <a:pt x="32" y="102"/>
                    <a:pt x="63" y="120"/>
                    <a:pt x="63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4319588" y="3883026"/>
              <a:ext cx="22225" cy="19050"/>
            </a:xfrm>
            <a:custGeom>
              <a:avLst/>
              <a:gdLst/>
              <a:ahLst/>
              <a:cxnLst/>
              <a:rect l="l" t="t" r="r" b="b"/>
              <a:pathLst>
                <a:path w="22" h="19" extrusionOk="0">
                  <a:moveTo>
                    <a:pt x="22" y="8"/>
                  </a:moveTo>
                  <a:cubicBezTo>
                    <a:pt x="7" y="0"/>
                    <a:pt x="0" y="19"/>
                    <a:pt x="5" y="18"/>
                  </a:cubicBezTo>
                  <a:cubicBezTo>
                    <a:pt x="10" y="17"/>
                    <a:pt x="22" y="8"/>
                    <a:pt x="22" y="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4291013" y="3892551"/>
              <a:ext cx="28575" cy="26988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25" y="13"/>
                  </a:moveTo>
                  <a:cubicBezTo>
                    <a:pt x="28" y="0"/>
                    <a:pt x="0" y="16"/>
                    <a:pt x="2" y="28"/>
                  </a:cubicBezTo>
                  <a:cubicBezTo>
                    <a:pt x="2" y="28"/>
                    <a:pt x="21" y="26"/>
                    <a:pt x="2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4132263" y="4097338"/>
              <a:ext cx="34925" cy="39688"/>
            </a:xfrm>
            <a:custGeom>
              <a:avLst/>
              <a:gdLst/>
              <a:ahLst/>
              <a:cxnLst/>
              <a:rect l="l" t="t" r="r" b="b"/>
              <a:pathLst>
                <a:path w="35" h="39" extrusionOk="0">
                  <a:moveTo>
                    <a:pt x="18" y="1"/>
                  </a:moveTo>
                  <a:cubicBezTo>
                    <a:pt x="14" y="0"/>
                    <a:pt x="0" y="5"/>
                    <a:pt x="1" y="15"/>
                  </a:cubicBezTo>
                  <a:cubicBezTo>
                    <a:pt x="1" y="15"/>
                    <a:pt x="10" y="29"/>
                    <a:pt x="11" y="34"/>
                  </a:cubicBezTo>
                  <a:cubicBezTo>
                    <a:pt x="12" y="39"/>
                    <a:pt x="14" y="25"/>
                    <a:pt x="14" y="18"/>
                  </a:cubicBezTo>
                  <a:cubicBezTo>
                    <a:pt x="13" y="11"/>
                    <a:pt x="27" y="17"/>
                    <a:pt x="31" y="17"/>
                  </a:cubicBezTo>
                  <a:cubicBezTo>
                    <a:pt x="34" y="17"/>
                    <a:pt x="35" y="5"/>
                    <a:pt x="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3986213" y="4237038"/>
              <a:ext cx="31750" cy="60325"/>
            </a:xfrm>
            <a:custGeom>
              <a:avLst/>
              <a:gdLst/>
              <a:ahLst/>
              <a:cxnLst/>
              <a:rect l="l" t="t" r="r" b="b"/>
              <a:pathLst>
                <a:path w="31" h="60" extrusionOk="0">
                  <a:moveTo>
                    <a:pt x="0" y="30"/>
                  </a:moveTo>
                  <a:cubicBezTo>
                    <a:pt x="0" y="30"/>
                    <a:pt x="7" y="60"/>
                    <a:pt x="17" y="60"/>
                  </a:cubicBezTo>
                  <a:cubicBezTo>
                    <a:pt x="27" y="60"/>
                    <a:pt x="14" y="50"/>
                    <a:pt x="19" y="38"/>
                  </a:cubicBezTo>
                  <a:cubicBezTo>
                    <a:pt x="24" y="27"/>
                    <a:pt x="31" y="20"/>
                    <a:pt x="25" y="10"/>
                  </a:cubicBezTo>
                  <a:cubicBezTo>
                    <a:pt x="18" y="0"/>
                    <a:pt x="5" y="14"/>
                    <a:pt x="0" y="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3833813" y="4316413"/>
              <a:ext cx="34925" cy="44450"/>
            </a:xfrm>
            <a:custGeom>
              <a:avLst/>
              <a:gdLst/>
              <a:ahLst/>
              <a:cxnLst/>
              <a:rect l="l" t="t" r="r" b="b"/>
              <a:pathLst>
                <a:path w="36" h="45" extrusionOk="0">
                  <a:moveTo>
                    <a:pt x="18" y="12"/>
                  </a:moveTo>
                  <a:cubicBezTo>
                    <a:pt x="18" y="12"/>
                    <a:pt x="2" y="18"/>
                    <a:pt x="1" y="29"/>
                  </a:cubicBezTo>
                  <a:cubicBezTo>
                    <a:pt x="0" y="40"/>
                    <a:pt x="13" y="45"/>
                    <a:pt x="24" y="42"/>
                  </a:cubicBezTo>
                  <a:cubicBezTo>
                    <a:pt x="34" y="39"/>
                    <a:pt x="35" y="25"/>
                    <a:pt x="36" y="12"/>
                  </a:cubicBezTo>
                  <a:cubicBezTo>
                    <a:pt x="36" y="0"/>
                    <a:pt x="33" y="15"/>
                    <a:pt x="18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4513263" y="4676776"/>
              <a:ext cx="77788" cy="69850"/>
            </a:xfrm>
            <a:custGeom>
              <a:avLst/>
              <a:gdLst/>
              <a:ahLst/>
              <a:cxnLst/>
              <a:rect l="l" t="t" r="r" b="b"/>
              <a:pathLst>
                <a:path w="77" h="69" extrusionOk="0">
                  <a:moveTo>
                    <a:pt x="40" y="36"/>
                  </a:moveTo>
                  <a:cubicBezTo>
                    <a:pt x="35" y="53"/>
                    <a:pt x="0" y="36"/>
                    <a:pt x="0" y="36"/>
                  </a:cubicBezTo>
                  <a:cubicBezTo>
                    <a:pt x="28" y="69"/>
                    <a:pt x="34" y="67"/>
                    <a:pt x="56" y="44"/>
                  </a:cubicBezTo>
                  <a:cubicBezTo>
                    <a:pt x="77" y="21"/>
                    <a:pt x="69" y="26"/>
                    <a:pt x="62" y="14"/>
                  </a:cubicBezTo>
                  <a:cubicBezTo>
                    <a:pt x="55" y="2"/>
                    <a:pt x="22" y="0"/>
                    <a:pt x="22" y="0"/>
                  </a:cubicBezTo>
                  <a:cubicBezTo>
                    <a:pt x="69" y="26"/>
                    <a:pt x="46" y="19"/>
                    <a:pt x="4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2903538" y="4829176"/>
              <a:ext cx="106363" cy="254000"/>
            </a:xfrm>
            <a:custGeom>
              <a:avLst/>
              <a:gdLst/>
              <a:ahLst/>
              <a:cxnLst/>
              <a:rect l="l" t="t" r="r" b="b"/>
              <a:pathLst>
                <a:path w="106" h="253" extrusionOk="0">
                  <a:moveTo>
                    <a:pt x="82" y="21"/>
                  </a:moveTo>
                  <a:cubicBezTo>
                    <a:pt x="78" y="42"/>
                    <a:pt x="66" y="65"/>
                    <a:pt x="34" y="68"/>
                  </a:cubicBezTo>
                  <a:cubicBezTo>
                    <a:pt x="3" y="71"/>
                    <a:pt x="6" y="80"/>
                    <a:pt x="12" y="104"/>
                  </a:cubicBezTo>
                  <a:cubicBezTo>
                    <a:pt x="17" y="129"/>
                    <a:pt x="24" y="135"/>
                    <a:pt x="12" y="159"/>
                  </a:cubicBezTo>
                  <a:cubicBezTo>
                    <a:pt x="0" y="183"/>
                    <a:pt x="4" y="169"/>
                    <a:pt x="9" y="199"/>
                  </a:cubicBezTo>
                  <a:cubicBezTo>
                    <a:pt x="15" y="230"/>
                    <a:pt x="32" y="245"/>
                    <a:pt x="32" y="245"/>
                  </a:cubicBezTo>
                  <a:cubicBezTo>
                    <a:pt x="77" y="253"/>
                    <a:pt x="80" y="188"/>
                    <a:pt x="89" y="141"/>
                  </a:cubicBezTo>
                  <a:cubicBezTo>
                    <a:pt x="98" y="94"/>
                    <a:pt x="106" y="66"/>
                    <a:pt x="103" y="34"/>
                  </a:cubicBezTo>
                  <a:cubicBezTo>
                    <a:pt x="100" y="1"/>
                    <a:pt x="85" y="0"/>
                    <a:pt x="82" y="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2903538" y="3051176"/>
              <a:ext cx="215900" cy="244475"/>
            </a:xfrm>
            <a:custGeom>
              <a:avLst/>
              <a:gdLst/>
              <a:ahLst/>
              <a:cxnLst/>
              <a:rect l="l" t="t" r="r" b="b"/>
              <a:pathLst>
                <a:path w="215" h="245" extrusionOk="0">
                  <a:moveTo>
                    <a:pt x="21" y="212"/>
                  </a:moveTo>
                  <a:cubicBezTo>
                    <a:pt x="33" y="210"/>
                    <a:pt x="45" y="228"/>
                    <a:pt x="43" y="232"/>
                  </a:cubicBezTo>
                  <a:cubicBezTo>
                    <a:pt x="41" y="236"/>
                    <a:pt x="53" y="245"/>
                    <a:pt x="65" y="244"/>
                  </a:cubicBezTo>
                  <a:cubicBezTo>
                    <a:pt x="76" y="243"/>
                    <a:pt x="88" y="244"/>
                    <a:pt x="88" y="244"/>
                  </a:cubicBezTo>
                  <a:cubicBezTo>
                    <a:pt x="88" y="244"/>
                    <a:pt x="53" y="223"/>
                    <a:pt x="59" y="182"/>
                  </a:cubicBezTo>
                  <a:cubicBezTo>
                    <a:pt x="64" y="142"/>
                    <a:pt x="125" y="67"/>
                    <a:pt x="142" y="61"/>
                  </a:cubicBezTo>
                  <a:cubicBezTo>
                    <a:pt x="159" y="56"/>
                    <a:pt x="205" y="38"/>
                    <a:pt x="210" y="24"/>
                  </a:cubicBezTo>
                  <a:cubicBezTo>
                    <a:pt x="215" y="10"/>
                    <a:pt x="211" y="2"/>
                    <a:pt x="187" y="1"/>
                  </a:cubicBezTo>
                  <a:cubicBezTo>
                    <a:pt x="163" y="0"/>
                    <a:pt x="168" y="23"/>
                    <a:pt x="168" y="23"/>
                  </a:cubicBezTo>
                  <a:cubicBezTo>
                    <a:pt x="168" y="23"/>
                    <a:pt x="138" y="38"/>
                    <a:pt x="130" y="33"/>
                  </a:cubicBezTo>
                  <a:cubicBezTo>
                    <a:pt x="121" y="28"/>
                    <a:pt x="111" y="35"/>
                    <a:pt x="107" y="43"/>
                  </a:cubicBezTo>
                  <a:cubicBezTo>
                    <a:pt x="102" y="51"/>
                    <a:pt x="87" y="43"/>
                    <a:pt x="85" y="52"/>
                  </a:cubicBezTo>
                  <a:cubicBezTo>
                    <a:pt x="82" y="60"/>
                    <a:pt x="72" y="67"/>
                    <a:pt x="68" y="75"/>
                  </a:cubicBezTo>
                  <a:cubicBezTo>
                    <a:pt x="63" y="82"/>
                    <a:pt x="50" y="81"/>
                    <a:pt x="59" y="97"/>
                  </a:cubicBezTo>
                  <a:cubicBezTo>
                    <a:pt x="59" y="97"/>
                    <a:pt x="49" y="110"/>
                    <a:pt x="47" y="120"/>
                  </a:cubicBezTo>
                  <a:cubicBezTo>
                    <a:pt x="46" y="130"/>
                    <a:pt x="18" y="126"/>
                    <a:pt x="26" y="135"/>
                  </a:cubicBezTo>
                  <a:cubicBezTo>
                    <a:pt x="34" y="144"/>
                    <a:pt x="36" y="147"/>
                    <a:pt x="27" y="157"/>
                  </a:cubicBezTo>
                  <a:cubicBezTo>
                    <a:pt x="17" y="167"/>
                    <a:pt x="15" y="177"/>
                    <a:pt x="22" y="177"/>
                  </a:cubicBezTo>
                  <a:cubicBezTo>
                    <a:pt x="29" y="177"/>
                    <a:pt x="17" y="193"/>
                    <a:pt x="8" y="192"/>
                  </a:cubicBezTo>
                  <a:cubicBezTo>
                    <a:pt x="0" y="191"/>
                    <a:pt x="10" y="214"/>
                    <a:pt x="21" y="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4065588" y="4494213"/>
              <a:ext cx="74613" cy="63500"/>
            </a:xfrm>
            <a:custGeom>
              <a:avLst/>
              <a:gdLst/>
              <a:ahLst/>
              <a:cxnLst/>
              <a:rect l="l" t="t" r="r" b="b"/>
              <a:pathLst>
                <a:path w="74" h="63" extrusionOk="0">
                  <a:moveTo>
                    <a:pt x="67" y="38"/>
                  </a:moveTo>
                  <a:cubicBezTo>
                    <a:pt x="74" y="48"/>
                    <a:pt x="65" y="0"/>
                    <a:pt x="55" y="0"/>
                  </a:cubicBezTo>
                  <a:cubicBezTo>
                    <a:pt x="45" y="0"/>
                    <a:pt x="44" y="13"/>
                    <a:pt x="30" y="10"/>
                  </a:cubicBezTo>
                  <a:cubicBezTo>
                    <a:pt x="16" y="8"/>
                    <a:pt x="0" y="7"/>
                    <a:pt x="4" y="35"/>
                  </a:cubicBezTo>
                  <a:cubicBezTo>
                    <a:pt x="9" y="63"/>
                    <a:pt x="3" y="30"/>
                    <a:pt x="13" y="26"/>
                  </a:cubicBezTo>
                  <a:cubicBezTo>
                    <a:pt x="23" y="22"/>
                    <a:pt x="36" y="20"/>
                    <a:pt x="35" y="27"/>
                  </a:cubicBezTo>
                  <a:cubicBezTo>
                    <a:pt x="35" y="27"/>
                    <a:pt x="30" y="45"/>
                    <a:pt x="51" y="51"/>
                  </a:cubicBezTo>
                  <a:cubicBezTo>
                    <a:pt x="72" y="57"/>
                    <a:pt x="47" y="41"/>
                    <a:pt x="52" y="30"/>
                  </a:cubicBezTo>
                  <a:cubicBezTo>
                    <a:pt x="57" y="19"/>
                    <a:pt x="60" y="29"/>
                    <a:pt x="6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9"/>
            <p:cNvSpPr/>
            <p:nvPr/>
          </p:nvSpPr>
          <p:spPr>
            <a:xfrm>
              <a:off x="4000500" y="4348163"/>
              <a:ext cx="47625" cy="87313"/>
            </a:xfrm>
            <a:custGeom>
              <a:avLst/>
              <a:gdLst/>
              <a:ahLst/>
              <a:cxnLst/>
              <a:rect l="l" t="t" r="r" b="b"/>
              <a:pathLst>
                <a:path w="47" h="88" extrusionOk="0">
                  <a:moveTo>
                    <a:pt x="37" y="39"/>
                  </a:moveTo>
                  <a:cubicBezTo>
                    <a:pt x="42" y="36"/>
                    <a:pt x="46" y="37"/>
                    <a:pt x="43" y="27"/>
                  </a:cubicBezTo>
                  <a:cubicBezTo>
                    <a:pt x="41" y="17"/>
                    <a:pt x="36" y="18"/>
                    <a:pt x="36" y="18"/>
                  </a:cubicBezTo>
                  <a:cubicBezTo>
                    <a:pt x="32" y="0"/>
                    <a:pt x="10" y="2"/>
                    <a:pt x="10" y="2"/>
                  </a:cubicBezTo>
                  <a:cubicBezTo>
                    <a:pt x="5" y="9"/>
                    <a:pt x="20" y="34"/>
                    <a:pt x="18" y="41"/>
                  </a:cubicBezTo>
                  <a:cubicBezTo>
                    <a:pt x="16" y="48"/>
                    <a:pt x="0" y="47"/>
                    <a:pt x="18" y="59"/>
                  </a:cubicBezTo>
                  <a:cubicBezTo>
                    <a:pt x="36" y="70"/>
                    <a:pt x="14" y="67"/>
                    <a:pt x="31" y="77"/>
                  </a:cubicBezTo>
                  <a:cubicBezTo>
                    <a:pt x="47" y="88"/>
                    <a:pt x="44" y="66"/>
                    <a:pt x="37" y="65"/>
                  </a:cubicBezTo>
                  <a:cubicBezTo>
                    <a:pt x="29" y="64"/>
                    <a:pt x="32" y="42"/>
                    <a:pt x="37" y="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4048125" y="4421188"/>
              <a:ext cx="69850" cy="84138"/>
            </a:xfrm>
            <a:custGeom>
              <a:avLst/>
              <a:gdLst/>
              <a:ahLst/>
              <a:cxnLst/>
              <a:rect l="l" t="t" r="r" b="b"/>
              <a:pathLst>
                <a:path w="70" h="83" extrusionOk="0">
                  <a:moveTo>
                    <a:pt x="15" y="36"/>
                  </a:moveTo>
                  <a:cubicBezTo>
                    <a:pt x="0" y="33"/>
                    <a:pt x="1" y="34"/>
                    <a:pt x="8" y="51"/>
                  </a:cubicBezTo>
                  <a:cubicBezTo>
                    <a:pt x="16" y="68"/>
                    <a:pt x="16" y="60"/>
                    <a:pt x="12" y="72"/>
                  </a:cubicBezTo>
                  <a:cubicBezTo>
                    <a:pt x="8" y="83"/>
                    <a:pt x="20" y="73"/>
                    <a:pt x="30" y="68"/>
                  </a:cubicBezTo>
                  <a:cubicBezTo>
                    <a:pt x="39" y="64"/>
                    <a:pt x="36" y="57"/>
                    <a:pt x="53" y="54"/>
                  </a:cubicBezTo>
                  <a:cubicBezTo>
                    <a:pt x="70" y="51"/>
                    <a:pt x="62" y="28"/>
                    <a:pt x="53" y="24"/>
                  </a:cubicBezTo>
                  <a:cubicBezTo>
                    <a:pt x="44" y="20"/>
                    <a:pt x="31" y="18"/>
                    <a:pt x="30" y="11"/>
                  </a:cubicBezTo>
                  <a:cubicBezTo>
                    <a:pt x="29" y="4"/>
                    <a:pt x="10" y="0"/>
                    <a:pt x="5" y="3"/>
                  </a:cubicBezTo>
                  <a:cubicBezTo>
                    <a:pt x="5" y="3"/>
                    <a:pt x="21" y="11"/>
                    <a:pt x="26" y="23"/>
                  </a:cubicBezTo>
                  <a:cubicBezTo>
                    <a:pt x="31" y="35"/>
                    <a:pt x="31" y="30"/>
                    <a:pt x="37" y="28"/>
                  </a:cubicBezTo>
                  <a:cubicBezTo>
                    <a:pt x="44" y="26"/>
                    <a:pt x="44" y="32"/>
                    <a:pt x="34" y="43"/>
                  </a:cubicBezTo>
                  <a:cubicBezTo>
                    <a:pt x="25" y="53"/>
                    <a:pt x="30" y="39"/>
                    <a:pt x="1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4019550" y="4427538"/>
              <a:ext cx="25400" cy="31750"/>
            </a:xfrm>
            <a:custGeom>
              <a:avLst/>
              <a:gdLst/>
              <a:ahLst/>
              <a:cxnLst/>
              <a:rect l="l" t="t" r="r" b="b"/>
              <a:pathLst>
                <a:path w="26" h="32" extrusionOk="0">
                  <a:moveTo>
                    <a:pt x="17" y="6"/>
                  </a:moveTo>
                  <a:cubicBezTo>
                    <a:pt x="7" y="0"/>
                    <a:pt x="0" y="4"/>
                    <a:pt x="0" y="4"/>
                  </a:cubicBezTo>
                  <a:cubicBezTo>
                    <a:pt x="0" y="4"/>
                    <a:pt x="20" y="15"/>
                    <a:pt x="20" y="23"/>
                  </a:cubicBezTo>
                  <a:cubicBezTo>
                    <a:pt x="21" y="32"/>
                    <a:pt x="26" y="12"/>
                    <a:pt x="17" y="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3979863" y="4452938"/>
              <a:ext cx="39688" cy="55563"/>
            </a:xfrm>
            <a:custGeom>
              <a:avLst/>
              <a:gdLst/>
              <a:ahLst/>
              <a:cxnLst/>
              <a:rect l="l" t="t" r="r" b="b"/>
              <a:pathLst>
                <a:path w="39" h="56" extrusionOk="0">
                  <a:moveTo>
                    <a:pt x="7" y="54"/>
                  </a:moveTo>
                  <a:cubicBezTo>
                    <a:pt x="10" y="56"/>
                    <a:pt x="12" y="54"/>
                    <a:pt x="12" y="54"/>
                  </a:cubicBezTo>
                  <a:cubicBezTo>
                    <a:pt x="12" y="54"/>
                    <a:pt x="29" y="42"/>
                    <a:pt x="33" y="34"/>
                  </a:cubicBezTo>
                  <a:cubicBezTo>
                    <a:pt x="36" y="26"/>
                    <a:pt x="39" y="16"/>
                    <a:pt x="35" y="8"/>
                  </a:cubicBezTo>
                  <a:cubicBezTo>
                    <a:pt x="31" y="0"/>
                    <a:pt x="31" y="26"/>
                    <a:pt x="24" y="31"/>
                  </a:cubicBezTo>
                  <a:cubicBezTo>
                    <a:pt x="17" y="36"/>
                    <a:pt x="0" y="48"/>
                    <a:pt x="7" y="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944563" y="4333876"/>
              <a:ext cx="1500" cy="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0" y="3252788"/>
              <a:ext cx="1682748" cy="2581274"/>
            </a:xfrm>
            <a:custGeom>
              <a:avLst/>
              <a:gdLst/>
              <a:ahLst/>
              <a:cxnLst/>
              <a:rect l="l" t="t" r="r" b="b"/>
              <a:pathLst>
                <a:path w="1681" h="2578" extrusionOk="0">
                  <a:moveTo>
                    <a:pt x="1651" y="1463"/>
                  </a:moveTo>
                  <a:cubicBezTo>
                    <a:pt x="1630" y="1455"/>
                    <a:pt x="1632" y="1431"/>
                    <a:pt x="1592" y="1422"/>
                  </a:cubicBezTo>
                  <a:cubicBezTo>
                    <a:pt x="1551" y="1413"/>
                    <a:pt x="1546" y="1421"/>
                    <a:pt x="1518" y="1397"/>
                  </a:cubicBezTo>
                  <a:cubicBezTo>
                    <a:pt x="1491" y="1373"/>
                    <a:pt x="1457" y="1396"/>
                    <a:pt x="1466" y="1356"/>
                  </a:cubicBezTo>
                  <a:cubicBezTo>
                    <a:pt x="1475" y="1315"/>
                    <a:pt x="1400" y="1289"/>
                    <a:pt x="1370" y="1291"/>
                  </a:cubicBezTo>
                  <a:cubicBezTo>
                    <a:pt x="1370" y="1291"/>
                    <a:pt x="1321" y="1245"/>
                    <a:pt x="1296" y="1227"/>
                  </a:cubicBezTo>
                  <a:cubicBezTo>
                    <a:pt x="1271" y="1210"/>
                    <a:pt x="1266" y="1232"/>
                    <a:pt x="1246" y="1227"/>
                  </a:cubicBezTo>
                  <a:cubicBezTo>
                    <a:pt x="1226" y="1223"/>
                    <a:pt x="1202" y="1207"/>
                    <a:pt x="1185" y="1192"/>
                  </a:cubicBezTo>
                  <a:cubicBezTo>
                    <a:pt x="1169" y="1177"/>
                    <a:pt x="1133" y="1222"/>
                    <a:pt x="1108" y="1213"/>
                  </a:cubicBezTo>
                  <a:cubicBezTo>
                    <a:pt x="1083" y="1204"/>
                    <a:pt x="1100" y="1232"/>
                    <a:pt x="1069" y="1253"/>
                  </a:cubicBezTo>
                  <a:cubicBezTo>
                    <a:pt x="1069" y="1253"/>
                    <a:pt x="1047" y="1212"/>
                    <a:pt x="1015" y="1239"/>
                  </a:cubicBezTo>
                  <a:cubicBezTo>
                    <a:pt x="983" y="1266"/>
                    <a:pt x="980" y="1218"/>
                    <a:pt x="980" y="1207"/>
                  </a:cubicBezTo>
                  <a:cubicBezTo>
                    <a:pt x="981" y="1196"/>
                    <a:pt x="1003" y="1149"/>
                    <a:pt x="990" y="1144"/>
                  </a:cubicBezTo>
                  <a:cubicBezTo>
                    <a:pt x="977" y="1139"/>
                    <a:pt x="917" y="1150"/>
                    <a:pt x="920" y="1137"/>
                  </a:cubicBezTo>
                  <a:cubicBezTo>
                    <a:pt x="924" y="1123"/>
                    <a:pt x="943" y="1100"/>
                    <a:pt x="943" y="1080"/>
                  </a:cubicBezTo>
                  <a:cubicBezTo>
                    <a:pt x="942" y="1080"/>
                    <a:pt x="942" y="1080"/>
                    <a:pt x="942" y="1081"/>
                  </a:cubicBezTo>
                  <a:cubicBezTo>
                    <a:pt x="948" y="1073"/>
                    <a:pt x="954" y="1066"/>
                    <a:pt x="956" y="1061"/>
                  </a:cubicBezTo>
                  <a:cubicBezTo>
                    <a:pt x="961" y="1051"/>
                    <a:pt x="936" y="1045"/>
                    <a:pt x="903" y="1055"/>
                  </a:cubicBezTo>
                  <a:cubicBezTo>
                    <a:pt x="903" y="1055"/>
                    <a:pt x="887" y="1099"/>
                    <a:pt x="872" y="1098"/>
                  </a:cubicBezTo>
                  <a:cubicBezTo>
                    <a:pt x="858" y="1097"/>
                    <a:pt x="816" y="1110"/>
                    <a:pt x="807" y="1061"/>
                  </a:cubicBezTo>
                  <a:cubicBezTo>
                    <a:pt x="799" y="1012"/>
                    <a:pt x="822" y="974"/>
                    <a:pt x="822" y="974"/>
                  </a:cubicBezTo>
                  <a:cubicBezTo>
                    <a:pt x="822" y="974"/>
                    <a:pt x="830" y="942"/>
                    <a:pt x="849" y="941"/>
                  </a:cubicBezTo>
                  <a:cubicBezTo>
                    <a:pt x="869" y="940"/>
                    <a:pt x="852" y="921"/>
                    <a:pt x="870" y="921"/>
                  </a:cubicBezTo>
                  <a:cubicBezTo>
                    <a:pt x="888" y="921"/>
                    <a:pt x="911" y="928"/>
                    <a:pt x="930" y="930"/>
                  </a:cubicBezTo>
                  <a:cubicBezTo>
                    <a:pt x="949" y="932"/>
                    <a:pt x="939" y="903"/>
                    <a:pt x="951" y="906"/>
                  </a:cubicBezTo>
                  <a:cubicBezTo>
                    <a:pt x="964" y="909"/>
                    <a:pt x="996" y="922"/>
                    <a:pt x="1024" y="914"/>
                  </a:cubicBezTo>
                  <a:cubicBezTo>
                    <a:pt x="1052" y="905"/>
                    <a:pt x="1034" y="951"/>
                    <a:pt x="1034" y="951"/>
                  </a:cubicBezTo>
                  <a:cubicBezTo>
                    <a:pt x="1034" y="951"/>
                    <a:pt x="1029" y="983"/>
                    <a:pt x="1051" y="995"/>
                  </a:cubicBezTo>
                  <a:cubicBezTo>
                    <a:pt x="1074" y="1007"/>
                    <a:pt x="1057" y="973"/>
                    <a:pt x="1059" y="945"/>
                  </a:cubicBezTo>
                  <a:cubicBezTo>
                    <a:pt x="1062" y="918"/>
                    <a:pt x="1066" y="888"/>
                    <a:pt x="1088" y="876"/>
                  </a:cubicBezTo>
                  <a:cubicBezTo>
                    <a:pt x="1110" y="864"/>
                    <a:pt x="1149" y="850"/>
                    <a:pt x="1160" y="811"/>
                  </a:cubicBezTo>
                  <a:cubicBezTo>
                    <a:pt x="1171" y="772"/>
                    <a:pt x="1180" y="775"/>
                    <a:pt x="1184" y="762"/>
                  </a:cubicBezTo>
                  <a:cubicBezTo>
                    <a:pt x="1188" y="750"/>
                    <a:pt x="1198" y="730"/>
                    <a:pt x="1221" y="729"/>
                  </a:cubicBezTo>
                  <a:cubicBezTo>
                    <a:pt x="1244" y="728"/>
                    <a:pt x="1251" y="717"/>
                    <a:pt x="1254" y="698"/>
                  </a:cubicBezTo>
                  <a:cubicBezTo>
                    <a:pt x="1257" y="679"/>
                    <a:pt x="1297" y="668"/>
                    <a:pt x="1302" y="667"/>
                  </a:cubicBezTo>
                  <a:cubicBezTo>
                    <a:pt x="1305" y="666"/>
                    <a:pt x="1308" y="661"/>
                    <a:pt x="1306" y="655"/>
                  </a:cubicBezTo>
                  <a:cubicBezTo>
                    <a:pt x="1306" y="655"/>
                    <a:pt x="1306" y="656"/>
                    <a:pt x="1306" y="656"/>
                  </a:cubicBezTo>
                  <a:cubicBezTo>
                    <a:pt x="1307" y="656"/>
                    <a:pt x="1307" y="656"/>
                    <a:pt x="1307" y="656"/>
                  </a:cubicBezTo>
                  <a:cubicBezTo>
                    <a:pt x="1343" y="640"/>
                    <a:pt x="1329" y="640"/>
                    <a:pt x="1321" y="664"/>
                  </a:cubicBezTo>
                  <a:cubicBezTo>
                    <a:pt x="1313" y="687"/>
                    <a:pt x="1316" y="682"/>
                    <a:pt x="1348" y="672"/>
                  </a:cubicBezTo>
                  <a:cubicBezTo>
                    <a:pt x="1380" y="662"/>
                    <a:pt x="1409" y="645"/>
                    <a:pt x="1404" y="633"/>
                  </a:cubicBezTo>
                  <a:cubicBezTo>
                    <a:pt x="1398" y="621"/>
                    <a:pt x="1397" y="624"/>
                    <a:pt x="1383" y="640"/>
                  </a:cubicBezTo>
                  <a:cubicBezTo>
                    <a:pt x="1369" y="657"/>
                    <a:pt x="1355" y="632"/>
                    <a:pt x="1341" y="630"/>
                  </a:cubicBezTo>
                  <a:cubicBezTo>
                    <a:pt x="1327" y="629"/>
                    <a:pt x="1343" y="608"/>
                    <a:pt x="1343" y="608"/>
                  </a:cubicBezTo>
                  <a:cubicBezTo>
                    <a:pt x="1343" y="608"/>
                    <a:pt x="1303" y="600"/>
                    <a:pt x="1331" y="596"/>
                  </a:cubicBezTo>
                  <a:cubicBezTo>
                    <a:pt x="1358" y="591"/>
                    <a:pt x="1361" y="574"/>
                    <a:pt x="1337" y="573"/>
                  </a:cubicBezTo>
                  <a:cubicBezTo>
                    <a:pt x="1313" y="572"/>
                    <a:pt x="1260" y="618"/>
                    <a:pt x="1260" y="618"/>
                  </a:cubicBezTo>
                  <a:cubicBezTo>
                    <a:pt x="1260" y="618"/>
                    <a:pt x="1304" y="572"/>
                    <a:pt x="1330" y="555"/>
                  </a:cubicBezTo>
                  <a:cubicBezTo>
                    <a:pt x="1355" y="537"/>
                    <a:pt x="1407" y="571"/>
                    <a:pt x="1424" y="549"/>
                  </a:cubicBezTo>
                  <a:cubicBezTo>
                    <a:pt x="1440" y="528"/>
                    <a:pt x="1457" y="538"/>
                    <a:pt x="1457" y="538"/>
                  </a:cubicBezTo>
                  <a:cubicBezTo>
                    <a:pt x="1416" y="610"/>
                    <a:pt x="1416" y="610"/>
                    <a:pt x="1416" y="610"/>
                  </a:cubicBezTo>
                  <a:cubicBezTo>
                    <a:pt x="1416" y="610"/>
                    <a:pt x="1437" y="608"/>
                    <a:pt x="1469" y="610"/>
                  </a:cubicBezTo>
                  <a:cubicBezTo>
                    <a:pt x="1501" y="612"/>
                    <a:pt x="1509" y="574"/>
                    <a:pt x="1495" y="572"/>
                  </a:cubicBezTo>
                  <a:cubicBezTo>
                    <a:pt x="1480" y="570"/>
                    <a:pt x="1445" y="589"/>
                    <a:pt x="1467" y="560"/>
                  </a:cubicBezTo>
                  <a:cubicBezTo>
                    <a:pt x="1489" y="531"/>
                    <a:pt x="1484" y="485"/>
                    <a:pt x="1471" y="483"/>
                  </a:cubicBezTo>
                  <a:cubicBezTo>
                    <a:pt x="1458" y="481"/>
                    <a:pt x="1465" y="461"/>
                    <a:pt x="1465" y="461"/>
                  </a:cubicBezTo>
                  <a:cubicBezTo>
                    <a:pt x="1426" y="459"/>
                    <a:pt x="1410" y="422"/>
                    <a:pt x="1410" y="422"/>
                  </a:cubicBezTo>
                  <a:cubicBezTo>
                    <a:pt x="1418" y="407"/>
                    <a:pt x="1386" y="345"/>
                    <a:pt x="1386" y="345"/>
                  </a:cubicBezTo>
                  <a:cubicBezTo>
                    <a:pt x="1386" y="345"/>
                    <a:pt x="1367" y="332"/>
                    <a:pt x="1367" y="356"/>
                  </a:cubicBezTo>
                  <a:cubicBezTo>
                    <a:pt x="1367" y="379"/>
                    <a:pt x="1332" y="388"/>
                    <a:pt x="1329" y="373"/>
                  </a:cubicBezTo>
                  <a:cubicBezTo>
                    <a:pt x="1327" y="359"/>
                    <a:pt x="1316" y="368"/>
                    <a:pt x="1316" y="368"/>
                  </a:cubicBezTo>
                  <a:cubicBezTo>
                    <a:pt x="1317" y="318"/>
                    <a:pt x="1317" y="318"/>
                    <a:pt x="1317" y="318"/>
                  </a:cubicBezTo>
                  <a:cubicBezTo>
                    <a:pt x="1312" y="317"/>
                    <a:pt x="1296" y="316"/>
                    <a:pt x="1283" y="299"/>
                  </a:cubicBezTo>
                  <a:cubicBezTo>
                    <a:pt x="1270" y="282"/>
                    <a:pt x="1267" y="287"/>
                    <a:pt x="1256" y="288"/>
                  </a:cubicBezTo>
                  <a:cubicBezTo>
                    <a:pt x="1245" y="289"/>
                    <a:pt x="1244" y="281"/>
                    <a:pt x="1222" y="281"/>
                  </a:cubicBezTo>
                  <a:cubicBezTo>
                    <a:pt x="1200" y="280"/>
                    <a:pt x="1212" y="305"/>
                    <a:pt x="1207" y="335"/>
                  </a:cubicBezTo>
                  <a:cubicBezTo>
                    <a:pt x="1203" y="364"/>
                    <a:pt x="1186" y="371"/>
                    <a:pt x="1186" y="371"/>
                  </a:cubicBezTo>
                  <a:cubicBezTo>
                    <a:pt x="1215" y="406"/>
                    <a:pt x="1204" y="439"/>
                    <a:pt x="1204" y="439"/>
                  </a:cubicBezTo>
                  <a:cubicBezTo>
                    <a:pt x="1150" y="461"/>
                    <a:pt x="1159" y="483"/>
                    <a:pt x="1159" y="483"/>
                  </a:cubicBezTo>
                  <a:cubicBezTo>
                    <a:pt x="1170" y="500"/>
                    <a:pt x="1173" y="515"/>
                    <a:pt x="1157" y="531"/>
                  </a:cubicBezTo>
                  <a:cubicBezTo>
                    <a:pt x="1141" y="547"/>
                    <a:pt x="1117" y="499"/>
                    <a:pt x="1117" y="499"/>
                  </a:cubicBezTo>
                  <a:cubicBezTo>
                    <a:pt x="1127" y="454"/>
                    <a:pt x="1127" y="454"/>
                    <a:pt x="1127" y="454"/>
                  </a:cubicBezTo>
                  <a:cubicBezTo>
                    <a:pt x="1127" y="454"/>
                    <a:pt x="1084" y="457"/>
                    <a:pt x="1082" y="448"/>
                  </a:cubicBezTo>
                  <a:cubicBezTo>
                    <a:pt x="1080" y="438"/>
                    <a:pt x="1068" y="438"/>
                    <a:pt x="1051" y="422"/>
                  </a:cubicBezTo>
                  <a:cubicBezTo>
                    <a:pt x="1033" y="405"/>
                    <a:pt x="999" y="411"/>
                    <a:pt x="999" y="411"/>
                  </a:cubicBezTo>
                  <a:cubicBezTo>
                    <a:pt x="1001" y="389"/>
                    <a:pt x="1024" y="365"/>
                    <a:pt x="989" y="372"/>
                  </a:cubicBezTo>
                  <a:cubicBezTo>
                    <a:pt x="953" y="379"/>
                    <a:pt x="976" y="314"/>
                    <a:pt x="991" y="314"/>
                  </a:cubicBezTo>
                  <a:cubicBezTo>
                    <a:pt x="1005" y="314"/>
                    <a:pt x="1018" y="276"/>
                    <a:pt x="1029" y="276"/>
                  </a:cubicBezTo>
                  <a:cubicBezTo>
                    <a:pt x="1040" y="276"/>
                    <a:pt x="1043" y="267"/>
                    <a:pt x="1049" y="254"/>
                  </a:cubicBezTo>
                  <a:cubicBezTo>
                    <a:pt x="1055" y="242"/>
                    <a:pt x="1091" y="242"/>
                    <a:pt x="1100" y="224"/>
                  </a:cubicBezTo>
                  <a:cubicBezTo>
                    <a:pt x="1108" y="206"/>
                    <a:pt x="1089" y="210"/>
                    <a:pt x="1082" y="210"/>
                  </a:cubicBezTo>
                  <a:cubicBezTo>
                    <a:pt x="1076" y="210"/>
                    <a:pt x="1070" y="188"/>
                    <a:pt x="1091" y="199"/>
                  </a:cubicBezTo>
                  <a:cubicBezTo>
                    <a:pt x="1112" y="211"/>
                    <a:pt x="1119" y="184"/>
                    <a:pt x="1145" y="178"/>
                  </a:cubicBezTo>
                  <a:cubicBezTo>
                    <a:pt x="1171" y="172"/>
                    <a:pt x="1188" y="158"/>
                    <a:pt x="1194" y="148"/>
                  </a:cubicBezTo>
                  <a:cubicBezTo>
                    <a:pt x="1199" y="138"/>
                    <a:pt x="1181" y="114"/>
                    <a:pt x="1181" y="114"/>
                  </a:cubicBezTo>
                  <a:cubicBezTo>
                    <a:pt x="1181" y="114"/>
                    <a:pt x="1192" y="114"/>
                    <a:pt x="1197" y="101"/>
                  </a:cubicBezTo>
                  <a:cubicBezTo>
                    <a:pt x="1201" y="87"/>
                    <a:pt x="1180" y="73"/>
                    <a:pt x="1168" y="72"/>
                  </a:cubicBezTo>
                  <a:cubicBezTo>
                    <a:pt x="1155" y="70"/>
                    <a:pt x="1147" y="78"/>
                    <a:pt x="1151" y="96"/>
                  </a:cubicBezTo>
                  <a:cubicBezTo>
                    <a:pt x="1155" y="114"/>
                    <a:pt x="1136" y="99"/>
                    <a:pt x="1132" y="124"/>
                  </a:cubicBezTo>
                  <a:cubicBezTo>
                    <a:pt x="1129" y="149"/>
                    <a:pt x="1089" y="167"/>
                    <a:pt x="1103" y="136"/>
                  </a:cubicBezTo>
                  <a:cubicBezTo>
                    <a:pt x="1118" y="105"/>
                    <a:pt x="1095" y="78"/>
                    <a:pt x="1099" y="92"/>
                  </a:cubicBezTo>
                  <a:cubicBezTo>
                    <a:pt x="1103" y="105"/>
                    <a:pt x="1080" y="114"/>
                    <a:pt x="1080" y="114"/>
                  </a:cubicBezTo>
                  <a:cubicBezTo>
                    <a:pt x="1080" y="114"/>
                    <a:pt x="1094" y="88"/>
                    <a:pt x="1074" y="82"/>
                  </a:cubicBezTo>
                  <a:cubicBezTo>
                    <a:pt x="1054" y="77"/>
                    <a:pt x="1066" y="65"/>
                    <a:pt x="1064" y="51"/>
                  </a:cubicBezTo>
                  <a:cubicBezTo>
                    <a:pt x="1062" y="36"/>
                    <a:pt x="1058" y="5"/>
                    <a:pt x="1053" y="3"/>
                  </a:cubicBezTo>
                  <a:cubicBezTo>
                    <a:pt x="1048" y="0"/>
                    <a:pt x="1034" y="11"/>
                    <a:pt x="1024" y="42"/>
                  </a:cubicBezTo>
                  <a:cubicBezTo>
                    <a:pt x="1014" y="72"/>
                    <a:pt x="1021" y="61"/>
                    <a:pt x="1034" y="75"/>
                  </a:cubicBezTo>
                  <a:cubicBezTo>
                    <a:pt x="1048" y="89"/>
                    <a:pt x="1045" y="102"/>
                    <a:pt x="1026" y="118"/>
                  </a:cubicBezTo>
                  <a:cubicBezTo>
                    <a:pt x="1007" y="134"/>
                    <a:pt x="1015" y="106"/>
                    <a:pt x="1014" y="94"/>
                  </a:cubicBezTo>
                  <a:cubicBezTo>
                    <a:pt x="1013" y="81"/>
                    <a:pt x="996" y="65"/>
                    <a:pt x="980" y="85"/>
                  </a:cubicBezTo>
                  <a:cubicBezTo>
                    <a:pt x="965" y="105"/>
                    <a:pt x="977" y="108"/>
                    <a:pt x="977" y="108"/>
                  </a:cubicBezTo>
                  <a:cubicBezTo>
                    <a:pt x="977" y="108"/>
                    <a:pt x="1000" y="128"/>
                    <a:pt x="950" y="137"/>
                  </a:cubicBezTo>
                  <a:cubicBezTo>
                    <a:pt x="901" y="145"/>
                    <a:pt x="884" y="102"/>
                    <a:pt x="879" y="102"/>
                  </a:cubicBezTo>
                  <a:cubicBezTo>
                    <a:pt x="875" y="102"/>
                    <a:pt x="884" y="119"/>
                    <a:pt x="848" y="129"/>
                  </a:cubicBezTo>
                  <a:cubicBezTo>
                    <a:pt x="811" y="139"/>
                    <a:pt x="759" y="132"/>
                    <a:pt x="759" y="132"/>
                  </a:cubicBezTo>
                  <a:cubicBezTo>
                    <a:pt x="759" y="132"/>
                    <a:pt x="794" y="101"/>
                    <a:pt x="756" y="101"/>
                  </a:cubicBezTo>
                  <a:cubicBezTo>
                    <a:pt x="719" y="101"/>
                    <a:pt x="691" y="70"/>
                    <a:pt x="671" y="72"/>
                  </a:cubicBezTo>
                  <a:cubicBezTo>
                    <a:pt x="650" y="75"/>
                    <a:pt x="630" y="114"/>
                    <a:pt x="626" y="88"/>
                  </a:cubicBezTo>
                  <a:cubicBezTo>
                    <a:pt x="623" y="63"/>
                    <a:pt x="603" y="57"/>
                    <a:pt x="593" y="60"/>
                  </a:cubicBezTo>
                  <a:cubicBezTo>
                    <a:pt x="564" y="68"/>
                    <a:pt x="564" y="57"/>
                    <a:pt x="540" y="76"/>
                  </a:cubicBezTo>
                  <a:cubicBezTo>
                    <a:pt x="515" y="96"/>
                    <a:pt x="485" y="125"/>
                    <a:pt x="468" y="98"/>
                  </a:cubicBezTo>
                  <a:cubicBezTo>
                    <a:pt x="451" y="71"/>
                    <a:pt x="439" y="77"/>
                    <a:pt x="439" y="77"/>
                  </a:cubicBezTo>
                  <a:cubicBezTo>
                    <a:pt x="421" y="68"/>
                    <a:pt x="401" y="59"/>
                    <a:pt x="378" y="62"/>
                  </a:cubicBezTo>
                  <a:cubicBezTo>
                    <a:pt x="355" y="64"/>
                    <a:pt x="356" y="49"/>
                    <a:pt x="332" y="52"/>
                  </a:cubicBezTo>
                  <a:cubicBezTo>
                    <a:pt x="309" y="56"/>
                    <a:pt x="303" y="38"/>
                    <a:pt x="287" y="38"/>
                  </a:cubicBezTo>
                  <a:cubicBezTo>
                    <a:pt x="271" y="38"/>
                    <a:pt x="273" y="17"/>
                    <a:pt x="254" y="19"/>
                  </a:cubicBezTo>
                  <a:cubicBezTo>
                    <a:pt x="235" y="21"/>
                    <a:pt x="206" y="53"/>
                    <a:pt x="179" y="54"/>
                  </a:cubicBezTo>
                  <a:cubicBezTo>
                    <a:pt x="152" y="55"/>
                    <a:pt x="153" y="95"/>
                    <a:pt x="126" y="97"/>
                  </a:cubicBezTo>
                  <a:cubicBezTo>
                    <a:pt x="100" y="98"/>
                    <a:pt x="66" y="119"/>
                    <a:pt x="91" y="119"/>
                  </a:cubicBezTo>
                  <a:cubicBezTo>
                    <a:pt x="116" y="119"/>
                    <a:pt x="120" y="157"/>
                    <a:pt x="137" y="160"/>
                  </a:cubicBezTo>
                  <a:cubicBezTo>
                    <a:pt x="153" y="163"/>
                    <a:pt x="149" y="185"/>
                    <a:pt x="125" y="188"/>
                  </a:cubicBezTo>
                  <a:cubicBezTo>
                    <a:pt x="101" y="191"/>
                    <a:pt x="116" y="167"/>
                    <a:pt x="106" y="171"/>
                  </a:cubicBezTo>
                  <a:cubicBezTo>
                    <a:pt x="96" y="175"/>
                    <a:pt x="53" y="182"/>
                    <a:pt x="51" y="204"/>
                  </a:cubicBezTo>
                  <a:cubicBezTo>
                    <a:pt x="49" y="227"/>
                    <a:pt x="81" y="240"/>
                    <a:pt x="108" y="227"/>
                  </a:cubicBezTo>
                  <a:cubicBezTo>
                    <a:pt x="135" y="214"/>
                    <a:pt x="149" y="255"/>
                    <a:pt x="121" y="254"/>
                  </a:cubicBezTo>
                  <a:cubicBezTo>
                    <a:pt x="94" y="253"/>
                    <a:pt x="90" y="271"/>
                    <a:pt x="75" y="273"/>
                  </a:cubicBezTo>
                  <a:cubicBezTo>
                    <a:pt x="60" y="275"/>
                    <a:pt x="33" y="297"/>
                    <a:pt x="41" y="310"/>
                  </a:cubicBezTo>
                  <a:cubicBezTo>
                    <a:pt x="49" y="324"/>
                    <a:pt x="37" y="322"/>
                    <a:pt x="51" y="344"/>
                  </a:cubicBezTo>
                  <a:cubicBezTo>
                    <a:pt x="60" y="358"/>
                    <a:pt x="70" y="349"/>
                    <a:pt x="76" y="340"/>
                  </a:cubicBezTo>
                  <a:cubicBezTo>
                    <a:pt x="73" y="349"/>
                    <a:pt x="71" y="361"/>
                    <a:pt x="80" y="367"/>
                  </a:cubicBezTo>
                  <a:cubicBezTo>
                    <a:pt x="93" y="376"/>
                    <a:pt x="82" y="374"/>
                    <a:pt x="112" y="373"/>
                  </a:cubicBezTo>
                  <a:cubicBezTo>
                    <a:pt x="141" y="372"/>
                    <a:pt x="129" y="384"/>
                    <a:pt x="104" y="409"/>
                  </a:cubicBezTo>
                  <a:cubicBezTo>
                    <a:pt x="79" y="434"/>
                    <a:pt x="0" y="469"/>
                    <a:pt x="0" y="469"/>
                  </a:cubicBezTo>
                  <a:cubicBezTo>
                    <a:pt x="126" y="435"/>
                    <a:pt x="119" y="411"/>
                    <a:pt x="152" y="396"/>
                  </a:cubicBezTo>
                  <a:cubicBezTo>
                    <a:pt x="185" y="380"/>
                    <a:pt x="177" y="378"/>
                    <a:pt x="179" y="366"/>
                  </a:cubicBezTo>
                  <a:cubicBezTo>
                    <a:pt x="181" y="358"/>
                    <a:pt x="207" y="342"/>
                    <a:pt x="225" y="332"/>
                  </a:cubicBezTo>
                  <a:cubicBezTo>
                    <a:pt x="209" y="345"/>
                    <a:pt x="208" y="364"/>
                    <a:pt x="212" y="370"/>
                  </a:cubicBezTo>
                  <a:cubicBezTo>
                    <a:pt x="216" y="377"/>
                    <a:pt x="250" y="345"/>
                    <a:pt x="268" y="340"/>
                  </a:cubicBezTo>
                  <a:cubicBezTo>
                    <a:pt x="286" y="335"/>
                    <a:pt x="259" y="292"/>
                    <a:pt x="286" y="319"/>
                  </a:cubicBezTo>
                  <a:cubicBezTo>
                    <a:pt x="313" y="347"/>
                    <a:pt x="367" y="339"/>
                    <a:pt x="367" y="339"/>
                  </a:cubicBezTo>
                  <a:cubicBezTo>
                    <a:pt x="441" y="390"/>
                    <a:pt x="444" y="435"/>
                    <a:pt x="472" y="463"/>
                  </a:cubicBezTo>
                  <a:cubicBezTo>
                    <a:pt x="501" y="491"/>
                    <a:pt x="460" y="544"/>
                    <a:pt x="501" y="547"/>
                  </a:cubicBezTo>
                  <a:cubicBezTo>
                    <a:pt x="541" y="550"/>
                    <a:pt x="546" y="583"/>
                    <a:pt x="546" y="583"/>
                  </a:cubicBezTo>
                  <a:cubicBezTo>
                    <a:pt x="546" y="583"/>
                    <a:pt x="562" y="598"/>
                    <a:pt x="533" y="599"/>
                  </a:cubicBezTo>
                  <a:cubicBezTo>
                    <a:pt x="505" y="600"/>
                    <a:pt x="515" y="600"/>
                    <a:pt x="518" y="623"/>
                  </a:cubicBezTo>
                  <a:cubicBezTo>
                    <a:pt x="522" y="646"/>
                    <a:pt x="511" y="677"/>
                    <a:pt x="499" y="698"/>
                  </a:cubicBezTo>
                  <a:cubicBezTo>
                    <a:pt x="486" y="719"/>
                    <a:pt x="480" y="762"/>
                    <a:pt x="490" y="769"/>
                  </a:cubicBezTo>
                  <a:cubicBezTo>
                    <a:pt x="499" y="776"/>
                    <a:pt x="495" y="803"/>
                    <a:pt x="515" y="828"/>
                  </a:cubicBezTo>
                  <a:cubicBezTo>
                    <a:pt x="535" y="854"/>
                    <a:pt x="553" y="853"/>
                    <a:pt x="556" y="869"/>
                  </a:cubicBezTo>
                  <a:cubicBezTo>
                    <a:pt x="557" y="874"/>
                    <a:pt x="559" y="876"/>
                    <a:pt x="562" y="876"/>
                  </a:cubicBezTo>
                  <a:cubicBezTo>
                    <a:pt x="562" y="877"/>
                    <a:pt x="562" y="912"/>
                    <a:pt x="573" y="924"/>
                  </a:cubicBezTo>
                  <a:cubicBezTo>
                    <a:pt x="584" y="935"/>
                    <a:pt x="590" y="950"/>
                    <a:pt x="566" y="953"/>
                  </a:cubicBezTo>
                  <a:cubicBezTo>
                    <a:pt x="566" y="953"/>
                    <a:pt x="583" y="965"/>
                    <a:pt x="597" y="973"/>
                  </a:cubicBezTo>
                  <a:cubicBezTo>
                    <a:pt x="611" y="981"/>
                    <a:pt x="595" y="997"/>
                    <a:pt x="603" y="1004"/>
                  </a:cubicBezTo>
                  <a:cubicBezTo>
                    <a:pt x="610" y="1010"/>
                    <a:pt x="622" y="1034"/>
                    <a:pt x="631" y="1028"/>
                  </a:cubicBezTo>
                  <a:cubicBezTo>
                    <a:pt x="639" y="1023"/>
                    <a:pt x="634" y="1018"/>
                    <a:pt x="624" y="1004"/>
                  </a:cubicBezTo>
                  <a:cubicBezTo>
                    <a:pt x="614" y="990"/>
                    <a:pt x="630" y="988"/>
                    <a:pt x="609" y="952"/>
                  </a:cubicBezTo>
                  <a:cubicBezTo>
                    <a:pt x="589" y="916"/>
                    <a:pt x="586" y="906"/>
                    <a:pt x="592" y="894"/>
                  </a:cubicBezTo>
                  <a:cubicBezTo>
                    <a:pt x="592" y="894"/>
                    <a:pt x="605" y="894"/>
                    <a:pt x="607" y="909"/>
                  </a:cubicBezTo>
                  <a:cubicBezTo>
                    <a:pt x="609" y="925"/>
                    <a:pt x="637" y="965"/>
                    <a:pt x="646" y="974"/>
                  </a:cubicBezTo>
                  <a:cubicBezTo>
                    <a:pt x="655" y="983"/>
                    <a:pt x="636" y="986"/>
                    <a:pt x="648" y="993"/>
                  </a:cubicBezTo>
                  <a:cubicBezTo>
                    <a:pt x="661" y="999"/>
                    <a:pt x="696" y="1043"/>
                    <a:pt x="685" y="1069"/>
                  </a:cubicBezTo>
                  <a:cubicBezTo>
                    <a:pt x="685" y="1069"/>
                    <a:pt x="676" y="1081"/>
                    <a:pt x="694" y="1089"/>
                  </a:cubicBezTo>
                  <a:cubicBezTo>
                    <a:pt x="713" y="1097"/>
                    <a:pt x="784" y="1143"/>
                    <a:pt x="805" y="1139"/>
                  </a:cubicBezTo>
                  <a:cubicBezTo>
                    <a:pt x="826" y="1135"/>
                    <a:pt x="844" y="1135"/>
                    <a:pt x="851" y="1150"/>
                  </a:cubicBezTo>
                  <a:cubicBezTo>
                    <a:pt x="853" y="1156"/>
                    <a:pt x="856" y="1157"/>
                    <a:pt x="858" y="1157"/>
                  </a:cubicBezTo>
                  <a:cubicBezTo>
                    <a:pt x="857" y="1157"/>
                    <a:pt x="857" y="1157"/>
                    <a:pt x="857" y="1157"/>
                  </a:cubicBezTo>
                  <a:cubicBezTo>
                    <a:pt x="857" y="1157"/>
                    <a:pt x="869" y="1174"/>
                    <a:pt x="892" y="1170"/>
                  </a:cubicBezTo>
                  <a:cubicBezTo>
                    <a:pt x="915" y="1167"/>
                    <a:pt x="894" y="1187"/>
                    <a:pt x="923" y="1179"/>
                  </a:cubicBezTo>
                  <a:cubicBezTo>
                    <a:pt x="923" y="1179"/>
                    <a:pt x="932" y="1211"/>
                    <a:pt x="945" y="1213"/>
                  </a:cubicBezTo>
                  <a:cubicBezTo>
                    <a:pt x="945" y="1213"/>
                    <a:pt x="939" y="1230"/>
                    <a:pt x="952" y="1230"/>
                  </a:cubicBezTo>
                  <a:cubicBezTo>
                    <a:pt x="966" y="1230"/>
                    <a:pt x="961" y="1258"/>
                    <a:pt x="983" y="1256"/>
                  </a:cubicBezTo>
                  <a:cubicBezTo>
                    <a:pt x="1005" y="1253"/>
                    <a:pt x="1000" y="1280"/>
                    <a:pt x="1014" y="1270"/>
                  </a:cubicBezTo>
                  <a:cubicBezTo>
                    <a:pt x="1027" y="1259"/>
                    <a:pt x="1052" y="1231"/>
                    <a:pt x="1051" y="1272"/>
                  </a:cubicBezTo>
                  <a:cubicBezTo>
                    <a:pt x="1051" y="1272"/>
                    <a:pt x="1064" y="1297"/>
                    <a:pt x="1042" y="1328"/>
                  </a:cubicBezTo>
                  <a:cubicBezTo>
                    <a:pt x="1020" y="1359"/>
                    <a:pt x="976" y="1398"/>
                    <a:pt x="982" y="1414"/>
                  </a:cubicBezTo>
                  <a:cubicBezTo>
                    <a:pt x="988" y="1430"/>
                    <a:pt x="992" y="1427"/>
                    <a:pt x="975" y="1448"/>
                  </a:cubicBezTo>
                  <a:cubicBezTo>
                    <a:pt x="957" y="1470"/>
                    <a:pt x="981" y="1486"/>
                    <a:pt x="987" y="1499"/>
                  </a:cubicBezTo>
                  <a:cubicBezTo>
                    <a:pt x="992" y="1512"/>
                    <a:pt x="1027" y="1606"/>
                    <a:pt x="1026" y="1620"/>
                  </a:cubicBezTo>
                  <a:cubicBezTo>
                    <a:pt x="1025" y="1634"/>
                    <a:pt x="1101" y="1659"/>
                    <a:pt x="1099" y="1693"/>
                  </a:cubicBezTo>
                  <a:cubicBezTo>
                    <a:pt x="1097" y="1727"/>
                    <a:pt x="1081" y="1814"/>
                    <a:pt x="1053" y="1900"/>
                  </a:cubicBezTo>
                  <a:cubicBezTo>
                    <a:pt x="1024" y="1987"/>
                    <a:pt x="1049" y="1983"/>
                    <a:pt x="1000" y="2057"/>
                  </a:cubicBezTo>
                  <a:cubicBezTo>
                    <a:pt x="1000" y="2057"/>
                    <a:pt x="985" y="2145"/>
                    <a:pt x="975" y="2166"/>
                  </a:cubicBezTo>
                  <a:cubicBezTo>
                    <a:pt x="964" y="2187"/>
                    <a:pt x="952" y="2217"/>
                    <a:pt x="964" y="2214"/>
                  </a:cubicBezTo>
                  <a:cubicBezTo>
                    <a:pt x="976" y="2210"/>
                    <a:pt x="983" y="2157"/>
                    <a:pt x="997" y="2164"/>
                  </a:cubicBezTo>
                  <a:cubicBezTo>
                    <a:pt x="997" y="2164"/>
                    <a:pt x="969" y="2277"/>
                    <a:pt x="954" y="2301"/>
                  </a:cubicBezTo>
                  <a:cubicBezTo>
                    <a:pt x="938" y="2326"/>
                    <a:pt x="916" y="2399"/>
                    <a:pt x="924" y="2432"/>
                  </a:cubicBezTo>
                  <a:cubicBezTo>
                    <a:pt x="933" y="2467"/>
                    <a:pt x="912" y="2506"/>
                    <a:pt x="938" y="2528"/>
                  </a:cubicBezTo>
                  <a:cubicBezTo>
                    <a:pt x="964" y="2550"/>
                    <a:pt x="958" y="2570"/>
                    <a:pt x="1001" y="2574"/>
                  </a:cubicBezTo>
                  <a:cubicBezTo>
                    <a:pt x="1044" y="2578"/>
                    <a:pt x="1051" y="2569"/>
                    <a:pt x="1070" y="2564"/>
                  </a:cubicBezTo>
                  <a:cubicBezTo>
                    <a:pt x="1090" y="2559"/>
                    <a:pt x="1018" y="2561"/>
                    <a:pt x="1015" y="2486"/>
                  </a:cubicBezTo>
                  <a:cubicBezTo>
                    <a:pt x="1012" y="2411"/>
                    <a:pt x="1014" y="2411"/>
                    <a:pt x="1034" y="2407"/>
                  </a:cubicBezTo>
                  <a:cubicBezTo>
                    <a:pt x="1054" y="2404"/>
                    <a:pt x="1038" y="2391"/>
                    <a:pt x="1050" y="2375"/>
                  </a:cubicBezTo>
                  <a:cubicBezTo>
                    <a:pt x="1062" y="2359"/>
                    <a:pt x="1089" y="2351"/>
                    <a:pt x="1092" y="2326"/>
                  </a:cubicBezTo>
                  <a:cubicBezTo>
                    <a:pt x="1094" y="2300"/>
                    <a:pt x="1059" y="2313"/>
                    <a:pt x="1066" y="2279"/>
                  </a:cubicBezTo>
                  <a:cubicBezTo>
                    <a:pt x="1073" y="2245"/>
                    <a:pt x="1107" y="2252"/>
                    <a:pt x="1107" y="2252"/>
                  </a:cubicBezTo>
                  <a:cubicBezTo>
                    <a:pt x="1109" y="2215"/>
                    <a:pt x="1109" y="2215"/>
                    <a:pt x="1109" y="2215"/>
                  </a:cubicBezTo>
                  <a:cubicBezTo>
                    <a:pt x="1109" y="2215"/>
                    <a:pt x="1139" y="2215"/>
                    <a:pt x="1143" y="2196"/>
                  </a:cubicBezTo>
                  <a:cubicBezTo>
                    <a:pt x="1146" y="2177"/>
                    <a:pt x="1123" y="2191"/>
                    <a:pt x="1121" y="2176"/>
                  </a:cubicBezTo>
                  <a:cubicBezTo>
                    <a:pt x="1119" y="2160"/>
                    <a:pt x="1123" y="2139"/>
                    <a:pt x="1143" y="2159"/>
                  </a:cubicBezTo>
                  <a:cubicBezTo>
                    <a:pt x="1164" y="2179"/>
                    <a:pt x="1174" y="2127"/>
                    <a:pt x="1174" y="2127"/>
                  </a:cubicBezTo>
                  <a:cubicBezTo>
                    <a:pt x="1174" y="2127"/>
                    <a:pt x="1175" y="2102"/>
                    <a:pt x="1214" y="2105"/>
                  </a:cubicBezTo>
                  <a:cubicBezTo>
                    <a:pt x="1254" y="2107"/>
                    <a:pt x="1274" y="2077"/>
                    <a:pt x="1280" y="2045"/>
                  </a:cubicBezTo>
                  <a:cubicBezTo>
                    <a:pt x="1286" y="2014"/>
                    <a:pt x="1261" y="2055"/>
                    <a:pt x="1265" y="2019"/>
                  </a:cubicBezTo>
                  <a:cubicBezTo>
                    <a:pt x="1268" y="1983"/>
                    <a:pt x="1280" y="2027"/>
                    <a:pt x="1308" y="2010"/>
                  </a:cubicBezTo>
                  <a:cubicBezTo>
                    <a:pt x="1336" y="1992"/>
                    <a:pt x="1368" y="1956"/>
                    <a:pt x="1372" y="1944"/>
                  </a:cubicBezTo>
                  <a:cubicBezTo>
                    <a:pt x="1375" y="1931"/>
                    <a:pt x="1414" y="1898"/>
                    <a:pt x="1426" y="1876"/>
                  </a:cubicBezTo>
                  <a:cubicBezTo>
                    <a:pt x="1439" y="1854"/>
                    <a:pt x="1425" y="1831"/>
                    <a:pt x="1446" y="1809"/>
                  </a:cubicBezTo>
                  <a:cubicBezTo>
                    <a:pt x="1466" y="1787"/>
                    <a:pt x="1516" y="1769"/>
                    <a:pt x="1533" y="1770"/>
                  </a:cubicBezTo>
                  <a:cubicBezTo>
                    <a:pt x="1550" y="1771"/>
                    <a:pt x="1584" y="1711"/>
                    <a:pt x="1589" y="1687"/>
                  </a:cubicBezTo>
                  <a:cubicBezTo>
                    <a:pt x="1594" y="1662"/>
                    <a:pt x="1604" y="1612"/>
                    <a:pt x="1621" y="1589"/>
                  </a:cubicBezTo>
                  <a:cubicBezTo>
                    <a:pt x="1638" y="1566"/>
                    <a:pt x="1681" y="1543"/>
                    <a:pt x="1681" y="1496"/>
                  </a:cubicBezTo>
                  <a:cubicBezTo>
                    <a:pt x="1681" y="1449"/>
                    <a:pt x="1671" y="1472"/>
                    <a:pt x="1651" y="1463"/>
                  </a:cubicBezTo>
                  <a:close/>
                  <a:moveTo>
                    <a:pt x="925" y="1098"/>
                  </a:moveTo>
                  <a:cubicBezTo>
                    <a:pt x="923" y="1099"/>
                    <a:pt x="922" y="1101"/>
                    <a:pt x="920" y="1102"/>
                  </a:cubicBezTo>
                  <a:cubicBezTo>
                    <a:pt x="922" y="1101"/>
                    <a:pt x="923" y="1099"/>
                    <a:pt x="925" y="1098"/>
                  </a:cubicBezTo>
                  <a:close/>
                  <a:moveTo>
                    <a:pt x="1301" y="647"/>
                  </a:moveTo>
                  <a:cubicBezTo>
                    <a:pt x="1300" y="646"/>
                    <a:pt x="1299" y="646"/>
                    <a:pt x="1297" y="645"/>
                  </a:cubicBezTo>
                  <a:cubicBezTo>
                    <a:pt x="1299" y="646"/>
                    <a:pt x="1300" y="646"/>
                    <a:pt x="1301" y="647"/>
                  </a:cubicBezTo>
                  <a:close/>
                  <a:moveTo>
                    <a:pt x="581" y="870"/>
                  </a:moveTo>
                  <a:cubicBezTo>
                    <a:pt x="584" y="870"/>
                    <a:pt x="586" y="869"/>
                    <a:pt x="588" y="869"/>
                  </a:cubicBezTo>
                  <a:cubicBezTo>
                    <a:pt x="586" y="869"/>
                    <a:pt x="584" y="870"/>
                    <a:pt x="581" y="870"/>
                  </a:cubicBezTo>
                  <a:close/>
                  <a:moveTo>
                    <a:pt x="917" y="1104"/>
                  </a:moveTo>
                  <a:cubicBezTo>
                    <a:pt x="918" y="1104"/>
                    <a:pt x="919" y="1103"/>
                    <a:pt x="920" y="1102"/>
                  </a:cubicBezTo>
                  <a:cubicBezTo>
                    <a:pt x="919" y="1103"/>
                    <a:pt x="918" y="1104"/>
                    <a:pt x="917" y="1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1341438" y="2771776"/>
              <a:ext cx="746125" cy="828675"/>
            </a:xfrm>
            <a:custGeom>
              <a:avLst/>
              <a:gdLst/>
              <a:ahLst/>
              <a:cxnLst/>
              <a:rect l="l" t="t" r="r" b="b"/>
              <a:pathLst>
                <a:path w="745" h="827" extrusionOk="0">
                  <a:moveTo>
                    <a:pt x="623" y="547"/>
                  </a:moveTo>
                  <a:cubicBezTo>
                    <a:pt x="620" y="543"/>
                    <a:pt x="639" y="537"/>
                    <a:pt x="633" y="508"/>
                  </a:cubicBezTo>
                  <a:cubicBezTo>
                    <a:pt x="626" y="479"/>
                    <a:pt x="639" y="464"/>
                    <a:pt x="638" y="461"/>
                  </a:cubicBezTo>
                  <a:cubicBezTo>
                    <a:pt x="637" y="458"/>
                    <a:pt x="626" y="428"/>
                    <a:pt x="640" y="426"/>
                  </a:cubicBezTo>
                  <a:cubicBezTo>
                    <a:pt x="653" y="424"/>
                    <a:pt x="653" y="418"/>
                    <a:pt x="654" y="404"/>
                  </a:cubicBezTo>
                  <a:cubicBezTo>
                    <a:pt x="654" y="391"/>
                    <a:pt x="671" y="395"/>
                    <a:pt x="671" y="386"/>
                  </a:cubicBezTo>
                  <a:cubicBezTo>
                    <a:pt x="670" y="378"/>
                    <a:pt x="658" y="368"/>
                    <a:pt x="664" y="357"/>
                  </a:cubicBezTo>
                  <a:cubicBezTo>
                    <a:pt x="670" y="346"/>
                    <a:pt x="683" y="337"/>
                    <a:pt x="670" y="327"/>
                  </a:cubicBezTo>
                  <a:cubicBezTo>
                    <a:pt x="657" y="316"/>
                    <a:pt x="665" y="318"/>
                    <a:pt x="646" y="305"/>
                  </a:cubicBezTo>
                  <a:cubicBezTo>
                    <a:pt x="627" y="292"/>
                    <a:pt x="672" y="281"/>
                    <a:pt x="678" y="281"/>
                  </a:cubicBezTo>
                  <a:cubicBezTo>
                    <a:pt x="685" y="281"/>
                    <a:pt x="692" y="287"/>
                    <a:pt x="692" y="270"/>
                  </a:cubicBezTo>
                  <a:cubicBezTo>
                    <a:pt x="693" y="253"/>
                    <a:pt x="679" y="270"/>
                    <a:pt x="674" y="244"/>
                  </a:cubicBezTo>
                  <a:cubicBezTo>
                    <a:pt x="673" y="238"/>
                    <a:pt x="671" y="234"/>
                    <a:pt x="669" y="233"/>
                  </a:cubicBezTo>
                  <a:cubicBezTo>
                    <a:pt x="671" y="227"/>
                    <a:pt x="673" y="221"/>
                    <a:pt x="677" y="217"/>
                  </a:cubicBezTo>
                  <a:cubicBezTo>
                    <a:pt x="687" y="208"/>
                    <a:pt x="680" y="198"/>
                    <a:pt x="667" y="199"/>
                  </a:cubicBezTo>
                  <a:cubicBezTo>
                    <a:pt x="664" y="196"/>
                    <a:pt x="663" y="191"/>
                    <a:pt x="664" y="186"/>
                  </a:cubicBezTo>
                  <a:cubicBezTo>
                    <a:pt x="665" y="185"/>
                    <a:pt x="666" y="184"/>
                    <a:pt x="667" y="184"/>
                  </a:cubicBezTo>
                  <a:cubicBezTo>
                    <a:pt x="673" y="181"/>
                    <a:pt x="677" y="173"/>
                    <a:pt x="680" y="164"/>
                  </a:cubicBezTo>
                  <a:cubicBezTo>
                    <a:pt x="691" y="151"/>
                    <a:pt x="712" y="129"/>
                    <a:pt x="721" y="127"/>
                  </a:cubicBezTo>
                  <a:cubicBezTo>
                    <a:pt x="734" y="122"/>
                    <a:pt x="744" y="110"/>
                    <a:pt x="745" y="98"/>
                  </a:cubicBezTo>
                  <a:cubicBezTo>
                    <a:pt x="744" y="82"/>
                    <a:pt x="724" y="81"/>
                    <a:pt x="708" y="79"/>
                  </a:cubicBezTo>
                  <a:cubicBezTo>
                    <a:pt x="683" y="75"/>
                    <a:pt x="672" y="115"/>
                    <a:pt x="649" y="111"/>
                  </a:cubicBezTo>
                  <a:cubicBezTo>
                    <a:pt x="636" y="104"/>
                    <a:pt x="617" y="61"/>
                    <a:pt x="616" y="44"/>
                  </a:cubicBezTo>
                  <a:cubicBezTo>
                    <a:pt x="614" y="34"/>
                    <a:pt x="614" y="21"/>
                    <a:pt x="601" y="20"/>
                  </a:cubicBezTo>
                  <a:cubicBezTo>
                    <a:pt x="580" y="25"/>
                    <a:pt x="562" y="15"/>
                    <a:pt x="543" y="27"/>
                  </a:cubicBezTo>
                  <a:cubicBezTo>
                    <a:pt x="547" y="9"/>
                    <a:pt x="483" y="5"/>
                    <a:pt x="464" y="1"/>
                  </a:cubicBezTo>
                  <a:cubicBezTo>
                    <a:pt x="448" y="0"/>
                    <a:pt x="435" y="6"/>
                    <a:pt x="420" y="7"/>
                  </a:cubicBezTo>
                  <a:cubicBezTo>
                    <a:pt x="379" y="2"/>
                    <a:pt x="359" y="20"/>
                    <a:pt x="323" y="31"/>
                  </a:cubicBezTo>
                  <a:cubicBezTo>
                    <a:pt x="313" y="36"/>
                    <a:pt x="310" y="54"/>
                    <a:pt x="303" y="62"/>
                  </a:cubicBezTo>
                  <a:cubicBezTo>
                    <a:pt x="293" y="33"/>
                    <a:pt x="270" y="38"/>
                    <a:pt x="271" y="67"/>
                  </a:cubicBezTo>
                  <a:cubicBezTo>
                    <a:pt x="272" y="82"/>
                    <a:pt x="267" y="92"/>
                    <a:pt x="250" y="91"/>
                  </a:cubicBezTo>
                  <a:cubicBezTo>
                    <a:pt x="230" y="90"/>
                    <a:pt x="233" y="80"/>
                    <a:pt x="206" y="81"/>
                  </a:cubicBezTo>
                  <a:cubicBezTo>
                    <a:pt x="185" y="83"/>
                    <a:pt x="130" y="84"/>
                    <a:pt x="137" y="114"/>
                  </a:cubicBezTo>
                  <a:cubicBezTo>
                    <a:pt x="138" y="117"/>
                    <a:pt x="131" y="119"/>
                    <a:pt x="129" y="118"/>
                  </a:cubicBezTo>
                  <a:cubicBezTo>
                    <a:pt x="116" y="109"/>
                    <a:pt x="94" y="124"/>
                    <a:pt x="93" y="139"/>
                  </a:cubicBezTo>
                  <a:cubicBezTo>
                    <a:pt x="94" y="144"/>
                    <a:pt x="93" y="154"/>
                    <a:pt x="87" y="155"/>
                  </a:cubicBezTo>
                  <a:cubicBezTo>
                    <a:pt x="54" y="149"/>
                    <a:pt x="67" y="176"/>
                    <a:pt x="46" y="181"/>
                  </a:cubicBezTo>
                  <a:cubicBezTo>
                    <a:pt x="34" y="187"/>
                    <a:pt x="22" y="183"/>
                    <a:pt x="8" y="188"/>
                  </a:cubicBezTo>
                  <a:cubicBezTo>
                    <a:pt x="2" y="189"/>
                    <a:pt x="0" y="201"/>
                    <a:pt x="7" y="205"/>
                  </a:cubicBezTo>
                  <a:cubicBezTo>
                    <a:pt x="14" y="211"/>
                    <a:pt x="19" y="211"/>
                    <a:pt x="25" y="211"/>
                  </a:cubicBezTo>
                  <a:cubicBezTo>
                    <a:pt x="24" y="213"/>
                    <a:pt x="23" y="215"/>
                    <a:pt x="23" y="217"/>
                  </a:cubicBezTo>
                  <a:cubicBezTo>
                    <a:pt x="19" y="247"/>
                    <a:pt x="88" y="262"/>
                    <a:pt x="63" y="263"/>
                  </a:cubicBezTo>
                  <a:cubicBezTo>
                    <a:pt x="38" y="264"/>
                    <a:pt x="34" y="265"/>
                    <a:pt x="31" y="274"/>
                  </a:cubicBezTo>
                  <a:cubicBezTo>
                    <a:pt x="27" y="284"/>
                    <a:pt x="57" y="294"/>
                    <a:pt x="57" y="294"/>
                  </a:cubicBezTo>
                  <a:cubicBezTo>
                    <a:pt x="53" y="314"/>
                    <a:pt x="90" y="326"/>
                    <a:pt x="90" y="326"/>
                  </a:cubicBezTo>
                  <a:cubicBezTo>
                    <a:pt x="95" y="305"/>
                    <a:pt x="135" y="322"/>
                    <a:pt x="165" y="324"/>
                  </a:cubicBezTo>
                  <a:cubicBezTo>
                    <a:pt x="195" y="326"/>
                    <a:pt x="231" y="433"/>
                    <a:pt x="217" y="458"/>
                  </a:cubicBezTo>
                  <a:cubicBezTo>
                    <a:pt x="203" y="484"/>
                    <a:pt x="203" y="486"/>
                    <a:pt x="212" y="499"/>
                  </a:cubicBezTo>
                  <a:cubicBezTo>
                    <a:pt x="221" y="512"/>
                    <a:pt x="230" y="458"/>
                    <a:pt x="236" y="481"/>
                  </a:cubicBezTo>
                  <a:cubicBezTo>
                    <a:pt x="241" y="505"/>
                    <a:pt x="271" y="534"/>
                    <a:pt x="252" y="531"/>
                  </a:cubicBezTo>
                  <a:cubicBezTo>
                    <a:pt x="233" y="528"/>
                    <a:pt x="204" y="508"/>
                    <a:pt x="211" y="521"/>
                  </a:cubicBezTo>
                  <a:cubicBezTo>
                    <a:pt x="218" y="534"/>
                    <a:pt x="241" y="545"/>
                    <a:pt x="254" y="547"/>
                  </a:cubicBezTo>
                  <a:cubicBezTo>
                    <a:pt x="266" y="549"/>
                    <a:pt x="256" y="587"/>
                    <a:pt x="237" y="590"/>
                  </a:cubicBezTo>
                  <a:cubicBezTo>
                    <a:pt x="218" y="593"/>
                    <a:pt x="217" y="604"/>
                    <a:pt x="211" y="641"/>
                  </a:cubicBezTo>
                  <a:cubicBezTo>
                    <a:pt x="205" y="677"/>
                    <a:pt x="250" y="776"/>
                    <a:pt x="255" y="792"/>
                  </a:cubicBezTo>
                  <a:cubicBezTo>
                    <a:pt x="260" y="808"/>
                    <a:pt x="295" y="788"/>
                    <a:pt x="292" y="802"/>
                  </a:cubicBezTo>
                  <a:cubicBezTo>
                    <a:pt x="288" y="817"/>
                    <a:pt x="315" y="823"/>
                    <a:pt x="315" y="823"/>
                  </a:cubicBezTo>
                  <a:cubicBezTo>
                    <a:pt x="315" y="823"/>
                    <a:pt x="336" y="827"/>
                    <a:pt x="343" y="783"/>
                  </a:cubicBezTo>
                  <a:cubicBezTo>
                    <a:pt x="349" y="740"/>
                    <a:pt x="349" y="750"/>
                    <a:pt x="365" y="739"/>
                  </a:cubicBezTo>
                  <a:cubicBezTo>
                    <a:pt x="380" y="728"/>
                    <a:pt x="358" y="711"/>
                    <a:pt x="379" y="695"/>
                  </a:cubicBezTo>
                  <a:cubicBezTo>
                    <a:pt x="400" y="678"/>
                    <a:pt x="427" y="675"/>
                    <a:pt x="446" y="658"/>
                  </a:cubicBezTo>
                  <a:cubicBezTo>
                    <a:pt x="465" y="641"/>
                    <a:pt x="493" y="622"/>
                    <a:pt x="490" y="606"/>
                  </a:cubicBezTo>
                  <a:cubicBezTo>
                    <a:pt x="487" y="590"/>
                    <a:pt x="529" y="612"/>
                    <a:pt x="557" y="593"/>
                  </a:cubicBezTo>
                  <a:cubicBezTo>
                    <a:pt x="584" y="574"/>
                    <a:pt x="626" y="552"/>
                    <a:pt x="623" y="5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5035550" y="5357813"/>
              <a:ext cx="120650" cy="219075"/>
            </a:xfrm>
            <a:custGeom>
              <a:avLst/>
              <a:gdLst/>
              <a:ahLst/>
              <a:cxnLst/>
              <a:rect l="l" t="t" r="r" b="b"/>
              <a:pathLst>
                <a:path w="120" h="219" extrusionOk="0">
                  <a:moveTo>
                    <a:pt x="61" y="26"/>
                  </a:moveTo>
                  <a:cubicBezTo>
                    <a:pt x="36" y="0"/>
                    <a:pt x="85" y="83"/>
                    <a:pt x="34" y="118"/>
                  </a:cubicBezTo>
                  <a:cubicBezTo>
                    <a:pt x="34" y="118"/>
                    <a:pt x="0" y="123"/>
                    <a:pt x="2" y="155"/>
                  </a:cubicBezTo>
                  <a:cubicBezTo>
                    <a:pt x="4" y="188"/>
                    <a:pt x="21" y="200"/>
                    <a:pt x="36" y="199"/>
                  </a:cubicBezTo>
                  <a:cubicBezTo>
                    <a:pt x="51" y="197"/>
                    <a:pt x="55" y="219"/>
                    <a:pt x="77" y="188"/>
                  </a:cubicBezTo>
                  <a:cubicBezTo>
                    <a:pt x="99" y="157"/>
                    <a:pt x="67" y="129"/>
                    <a:pt x="85" y="118"/>
                  </a:cubicBezTo>
                  <a:cubicBezTo>
                    <a:pt x="102" y="107"/>
                    <a:pt x="120" y="63"/>
                    <a:pt x="109" y="48"/>
                  </a:cubicBezTo>
                  <a:cubicBezTo>
                    <a:pt x="97" y="33"/>
                    <a:pt x="87" y="52"/>
                    <a:pt x="61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7" name="Google Shape;377;p9"/>
          <p:cNvGrpSpPr/>
          <p:nvPr/>
        </p:nvGrpSpPr>
        <p:grpSpPr>
          <a:xfrm>
            <a:off x="-930560" y="-1063473"/>
            <a:ext cx="11064027" cy="7335828"/>
            <a:chOff x="-930560" y="-1063473"/>
            <a:chExt cx="11064027" cy="7335828"/>
          </a:xfrm>
        </p:grpSpPr>
        <p:grpSp>
          <p:nvGrpSpPr>
            <p:cNvPr id="378" name="Google Shape;378;p9"/>
            <p:cNvGrpSpPr/>
            <p:nvPr/>
          </p:nvGrpSpPr>
          <p:grpSpPr>
            <a:xfrm rot="-8492560">
              <a:off x="6602031" y="-351381"/>
              <a:ext cx="3125503" cy="2395565"/>
              <a:chOff x="4576688" y="270038"/>
              <a:chExt cx="2773362" cy="2125664"/>
            </a:xfrm>
          </p:grpSpPr>
          <p:sp>
            <p:nvSpPr>
              <p:cNvPr id="379" name="Google Shape;379;p9"/>
              <p:cNvSpPr/>
              <p:nvPr/>
            </p:nvSpPr>
            <p:spPr>
              <a:xfrm>
                <a:off x="4576688" y="1368588"/>
                <a:ext cx="1165225" cy="869949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869" extrusionOk="0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4792588" y="1489238"/>
                <a:ext cx="796925" cy="617538"/>
              </a:xfrm>
              <a:custGeom>
                <a:avLst/>
                <a:gdLst/>
                <a:ahLst/>
                <a:cxnLst/>
                <a:rect l="l" t="t" r="r" b="b"/>
                <a:pathLst>
                  <a:path w="796" h="618" extrusionOk="0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5102150" y="1722601"/>
                <a:ext cx="357188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8" extrusionOk="0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5741913" y="1346363"/>
                <a:ext cx="1608137" cy="1049339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1048" extrusionOk="0">
                    <a:moveTo>
                      <a:pt x="1183" y="1023"/>
                    </a:moveTo>
                    <a:cubicBezTo>
                      <a:pt x="1083" y="1023"/>
                      <a:pt x="996" y="1006"/>
                      <a:pt x="968" y="992"/>
                    </a:cubicBezTo>
                    <a:cubicBezTo>
                      <a:pt x="897" y="957"/>
                      <a:pt x="674" y="923"/>
                      <a:pt x="551" y="915"/>
                    </a:cubicBezTo>
                    <a:cubicBezTo>
                      <a:pt x="440" y="908"/>
                      <a:pt x="227" y="836"/>
                      <a:pt x="177" y="778"/>
                    </a:cubicBezTo>
                    <a:cubicBezTo>
                      <a:pt x="140" y="734"/>
                      <a:pt x="129" y="673"/>
                      <a:pt x="119" y="614"/>
                    </a:cubicBezTo>
                    <a:cubicBezTo>
                      <a:pt x="114" y="587"/>
                      <a:pt x="110" y="561"/>
                      <a:pt x="103" y="537"/>
                    </a:cubicBezTo>
                    <a:cubicBezTo>
                      <a:pt x="94" y="505"/>
                      <a:pt x="79" y="468"/>
                      <a:pt x="64" y="429"/>
                    </a:cubicBezTo>
                    <a:cubicBezTo>
                      <a:pt x="42" y="373"/>
                      <a:pt x="19" y="315"/>
                      <a:pt x="11" y="267"/>
                    </a:cubicBezTo>
                    <a:cubicBezTo>
                      <a:pt x="2" y="218"/>
                      <a:pt x="68" y="154"/>
                      <a:pt x="108" y="120"/>
                    </a:cubicBezTo>
                    <a:cubicBezTo>
                      <a:pt x="165" y="73"/>
                      <a:pt x="238" y="29"/>
                      <a:pt x="285" y="14"/>
                    </a:cubicBezTo>
                    <a:cubicBezTo>
                      <a:pt x="328" y="0"/>
                      <a:pt x="401" y="29"/>
                      <a:pt x="485" y="62"/>
                    </a:cubicBezTo>
                    <a:cubicBezTo>
                      <a:pt x="581" y="99"/>
                      <a:pt x="690" y="142"/>
                      <a:pt x="776" y="128"/>
                    </a:cubicBezTo>
                    <a:cubicBezTo>
                      <a:pt x="983" y="95"/>
                      <a:pt x="1272" y="57"/>
                      <a:pt x="1401" y="106"/>
                    </a:cubicBezTo>
                    <a:cubicBezTo>
                      <a:pt x="1466" y="131"/>
                      <a:pt x="1530" y="239"/>
                      <a:pt x="1566" y="390"/>
                    </a:cubicBezTo>
                    <a:cubicBezTo>
                      <a:pt x="1604" y="544"/>
                      <a:pt x="1607" y="707"/>
                      <a:pt x="1572" y="825"/>
                    </a:cubicBezTo>
                    <a:cubicBezTo>
                      <a:pt x="1552" y="894"/>
                      <a:pt x="1503" y="946"/>
                      <a:pt x="1426" y="980"/>
                    </a:cubicBezTo>
                    <a:cubicBezTo>
                      <a:pt x="1352" y="1012"/>
                      <a:pt x="1263" y="1023"/>
                      <a:pt x="1183" y="1023"/>
                    </a:cubicBezTo>
                    <a:close/>
                    <a:moveTo>
                      <a:pt x="311" y="14"/>
                    </a:moveTo>
                    <a:cubicBezTo>
                      <a:pt x="302" y="14"/>
                      <a:pt x="294" y="15"/>
                      <a:pt x="286" y="18"/>
                    </a:cubicBezTo>
                    <a:cubicBezTo>
                      <a:pt x="193" y="48"/>
                      <a:pt x="0" y="188"/>
                      <a:pt x="15" y="266"/>
                    </a:cubicBezTo>
                    <a:cubicBezTo>
                      <a:pt x="23" y="314"/>
                      <a:pt x="46" y="372"/>
                      <a:pt x="68" y="428"/>
                    </a:cubicBezTo>
                    <a:cubicBezTo>
                      <a:pt x="83" y="467"/>
                      <a:pt x="98" y="504"/>
                      <a:pt x="107" y="536"/>
                    </a:cubicBezTo>
                    <a:cubicBezTo>
                      <a:pt x="114" y="560"/>
                      <a:pt x="118" y="586"/>
                      <a:pt x="123" y="613"/>
                    </a:cubicBezTo>
                    <a:cubicBezTo>
                      <a:pt x="133" y="672"/>
                      <a:pt x="143" y="732"/>
                      <a:pt x="180" y="775"/>
                    </a:cubicBezTo>
                    <a:cubicBezTo>
                      <a:pt x="229" y="831"/>
                      <a:pt x="443" y="904"/>
                      <a:pt x="552" y="911"/>
                    </a:cubicBezTo>
                    <a:cubicBezTo>
                      <a:pt x="657" y="918"/>
                      <a:pt x="893" y="950"/>
                      <a:pt x="970" y="989"/>
                    </a:cubicBezTo>
                    <a:cubicBezTo>
                      <a:pt x="1019" y="1013"/>
                      <a:pt x="1259" y="1048"/>
                      <a:pt x="1424" y="976"/>
                    </a:cubicBezTo>
                    <a:cubicBezTo>
                      <a:pt x="1500" y="943"/>
                      <a:pt x="1549" y="892"/>
                      <a:pt x="1568" y="824"/>
                    </a:cubicBezTo>
                    <a:cubicBezTo>
                      <a:pt x="1603" y="706"/>
                      <a:pt x="1600" y="544"/>
                      <a:pt x="1562" y="391"/>
                    </a:cubicBezTo>
                    <a:cubicBezTo>
                      <a:pt x="1526" y="242"/>
                      <a:pt x="1464" y="134"/>
                      <a:pt x="1400" y="110"/>
                    </a:cubicBezTo>
                    <a:cubicBezTo>
                      <a:pt x="1272" y="62"/>
                      <a:pt x="983" y="100"/>
                      <a:pt x="777" y="132"/>
                    </a:cubicBezTo>
                    <a:cubicBezTo>
                      <a:pt x="689" y="146"/>
                      <a:pt x="580" y="103"/>
                      <a:pt x="483" y="65"/>
                    </a:cubicBezTo>
                    <a:cubicBezTo>
                      <a:pt x="415" y="38"/>
                      <a:pt x="354" y="14"/>
                      <a:pt x="311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5913363" y="1505113"/>
                <a:ext cx="1244600" cy="749300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748" extrusionOk="0">
                    <a:moveTo>
                      <a:pt x="977" y="725"/>
                    </a:moveTo>
                    <a:cubicBezTo>
                      <a:pt x="857" y="725"/>
                      <a:pt x="711" y="705"/>
                      <a:pt x="655" y="690"/>
                    </a:cubicBezTo>
                    <a:cubicBezTo>
                      <a:pt x="613" y="678"/>
                      <a:pt x="527" y="663"/>
                      <a:pt x="436" y="648"/>
                    </a:cubicBezTo>
                    <a:cubicBezTo>
                      <a:pt x="320" y="628"/>
                      <a:pt x="200" y="607"/>
                      <a:pt x="154" y="590"/>
                    </a:cubicBezTo>
                    <a:cubicBezTo>
                      <a:pt x="84" y="566"/>
                      <a:pt x="55" y="453"/>
                      <a:pt x="34" y="371"/>
                    </a:cubicBezTo>
                    <a:cubicBezTo>
                      <a:pt x="30" y="355"/>
                      <a:pt x="27" y="340"/>
                      <a:pt x="23" y="328"/>
                    </a:cubicBezTo>
                    <a:cubicBezTo>
                      <a:pt x="0" y="249"/>
                      <a:pt x="4" y="134"/>
                      <a:pt x="92" y="69"/>
                    </a:cubicBezTo>
                    <a:cubicBezTo>
                      <a:pt x="186" y="0"/>
                      <a:pt x="356" y="49"/>
                      <a:pt x="386" y="61"/>
                    </a:cubicBezTo>
                    <a:cubicBezTo>
                      <a:pt x="448" y="88"/>
                      <a:pt x="645" y="90"/>
                      <a:pt x="741" y="72"/>
                    </a:cubicBezTo>
                    <a:cubicBezTo>
                      <a:pt x="839" y="55"/>
                      <a:pt x="1076" y="84"/>
                      <a:pt x="1161" y="202"/>
                    </a:cubicBezTo>
                    <a:cubicBezTo>
                      <a:pt x="1243" y="314"/>
                      <a:pt x="1218" y="639"/>
                      <a:pt x="1143" y="697"/>
                    </a:cubicBezTo>
                    <a:cubicBezTo>
                      <a:pt x="1115" y="718"/>
                      <a:pt x="1051" y="725"/>
                      <a:pt x="977" y="725"/>
                    </a:cubicBezTo>
                    <a:close/>
                    <a:moveTo>
                      <a:pt x="226" y="37"/>
                    </a:moveTo>
                    <a:cubicBezTo>
                      <a:pt x="179" y="37"/>
                      <a:pt x="131" y="46"/>
                      <a:pt x="95" y="72"/>
                    </a:cubicBezTo>
                    <a:cubicBezTo>
                      <a:pt x="8" y="136"/>
                      <a:pt x="4" y="249"/>
                      <a:pt x="27" y="327"/>
                    </a:cubicBezTo>
                    <a:cubicBezTo>
                      <a:pt x="31" y="339"/>
                      <a:pt x="34" y="354"/>
                      <a:pt x="38" y="370"/>
                    </a:cubicBezTo>
                    <a:cubicBezTo>
                      <a:pt x="59" y="451"/>
                      <a:pt x="87" y="562"/>
                      <a:pt x="155" y="587"/>
                    </a:cubicBezTo>
                    <a:cubicBezTo>
                      <a:pt x="201" y="603"/>
                      <a:pt x="321" y="623"/>
                      <a:pt x="437" y="643"/>
                    </a:cubicBezTo>
                    <a:cubicBezTo>
                      <a:pt x="528" y="659"/>
                      <a:pt x="614" y="674"/>
                      <a:pt x="656" y="686"/>
                    </a:cubicBezTo>
                    <a:cubicBezTo>
                      <a:pt x="747" y="711"/>
                      <a:pt x="1069" y="748"/>
                      <a:pt x="1140" y="693"/>
                    </a:cubicBezTo>
                    <a:cubicBezTo>
                      <a:pt x="1174" y="668"/>
                      <a:pt x="1201" y="578"/>
                      <a:pt x="1207" y="471"/>
                    </a:cubicBezTo>
                    <a:cubicBezTo>
                      <a:pt x="1213" y="355"/>
                      <a:pt x="1195" y="255"/>
                      <a:pt x="1158" y="204"/>
                    </a:cubicBezTo>
                    <a:cubicBezTo>
                      <a:pt x="1077" y="93"/>
                      <a:pt x="843" y="58"/>
                      <a:pt x="742" y="76"/>
                    </a:cubicBezTo>
                    <a:cubicBezTo>
                      <a:pt x="643" y="94"/>
                      <a:pt x="448" y="92"/>
                      <a:pt x="384" y="65"/>
                    </a:cubicBezTo>
                    <a:cubicBezTo>
                      <a:pt x="384" y="65"/>
                      <a:pt x="384" y="65"/>
                      <a:pt x="384" y="65"/>
                    </a:cubicBezTo>
                    <a:cubicBezTo>
                      <a:pt x="367" y="58"/>
                      <a:pt x="298" y="37"/>
                      <a:pt x="226" y="3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6014963" y="1659101"/>
                <a:ext cx="917576" cy="461963"/>
              </a:xfrm>
              <a:custGeom>
                <a:avLst/>
                <a:gdLst/>
                <a:ahLst/>
                <a:cxnLst/>
                <a:rect l="l" t="t" r="r" b="b"/>
                <a:pathLst>
                  <a:path w="916" h="461" extrusionOk="0">
                    <a:moveTo>
                      <a:pt x="682" y="453"/>
                    </a:moveTo>
                    <a:cubicBezTo>
                      <a:pt x="659" y="453"/>
                      <a:pt x="635" y="451"/>
                      <a:pt x="612" y="447"/>
                    </a:cubicBezTo>
                    <a:cubicBezTo>
                      <a:pt x="588" y="443"/>
                      <a:pt x="559" y="438"/>
                      <a:pt x="528" y="432"/>
                    </a:cubicBezTo>
                    <a:cubicBezTo>
                      <a:pt x="423" y="412"/>
                      <a:pt x="291" y="388"/>
                      <a:pt x="196" y="385"/>
                    </a:cubicBezTo>
                    <a:cubicBezTo>
                      <a:pt x="88" y="382"/>
                      <a:pt x="54" y="299"/>
                      <a:pt x="29" y="238"/>
                    </a:cubicBezTo>
                    <a:cubicBezTo>
                      <a:pt x="25" y="228"/>
                      <a:pt x="21" y="219"/>
                      <a:pt x="18" y="211"/>
                    </a:cubicBezTo>
                    <a:cubicBezTo>
                      <a:pt x="0" y="172"/>
                      <a:pt x="0" y="117"/>
                      <a:pt x="16" y="74"/>
                    </a:cubicBezTo>
                    <a:cubicBezTo>
                      <a:pt x="27" y="46"/>
                      <a:pt x="44" y="27"/>
                      <a:pt x="65" y="18"/>
                    </a:cubicBezTo>
                    <a:cubicBezTo>
                      <a:pt x="106" y="0"/>
                      <a:pt x="181" y="21"/>
                      <a:pt x="240" y="37"/>
                    </a:cubicBezTo>
                    <a:cubicBezTo>
                      <a:pt x="264" y="43"/>
                      <a:pt x="286" y="49"/>
                      <a:pt x="302" y="52"/>
                    </a:cubicBezTo>
                    <a:cubicBezTo>
                      <a:pt x="361" y="63"/>
                      <a:pt x="568" y="29"/>
                      <a:pt x="570" y="28"/>
                    </a:cubicBezTo>
                    <a:cubicBezTo>
                      <a:pt x="631" y="25"/>
                      <a:pt x="786" y="31"/>
                      <a:pt x="850" y="73"/>
                    </a:cubicBezTo>
                    <a:cubicBezTo>
                      <a:pt x="916" y="116"/>
                      <a:pt x="899" y="281"/>
                      <a:pt x="876" y="359"/>
                    </a:cubicBezTo>
                    <a:cubicBezTo>
                      <a:pt x="857" y="424"/>
                      <a:pt x="771" y="453"/>
                      <a:pt x="682" y="453"/>
                    </a:cubicBezTo>
                    <a:close/>
                    <a:moveTo>
                      <a:pt x="105" y="15"/>
                    </a:moveTo>
                    <a:cubicBezTo>
                      <a:pt x="90" y="15"/>
                      <a:pt x="77" y="17"/>
                      <a:pt x="66" y="22"/>
                    </a:cubicBezTo>
                    <a:cubicBezTo>
                      <a:pt x="47" y="30"/>
                      <a:pt x="31" y="49"/>
                      <a:pt x="20" y="76"/>
                    </a:cubicBezTo>
                    <a:cubicBezTo>
                      <a:pt x="4" y="118"/>
                      <a:pt x="4" y="172"/>
                      <a:pt x="21" y="209"/>
                    </a:cubicBezTo>
                    <a:cubicBezTo>
                      <a:pt x="25" y="218"/>
                      <a:pt x="29" y="227"/>
                      <a:pt x="33" y="236"/>
                    </a:cubicBezTo>
                    <a:cubicBezTo>
                      <a:pt x="59" y="299"/>
                      <a:pt x="91" y="378"/>
                      <a:pt x="196" y="381"/>
                    </a:cubicBezTo>
                    <a:cubicBezTo>
                      <a:pt x="291" y="384"/>
                      <a:pt x="423" y="408"/>
                      <a:pt x="529" y="428"/>
                    </a:cubicBezTo>
                    <a:cubicBezTo>
                      <a:pt x="560" y="434"/>
                      <a:pt x="589" y="439"/>
                      <a:pt x="613" y="443"/>
                    </a:cubicBezTo>
                    <a:cubicBezTo>
                      <a:pt x="721" y="461"/>
                      <a:pt x="848" y="438"/>
                      <a:pt x="872" y="358"/>
                    </a:cubicBezTo>
                    <a:cubicBezTo>
                      <a:pt x="895" y="281"/>
                      <a:pt x="912" y="118"/>
                      <a:pt x="848" y="77"/>
                    </a:cubicBezTo>
                    <a:cubicBezTo>
                      <a:pt x="788" y="38"/>
                      <a:pt x="637" y="28"/>
                      <a:pt x="570" y="32"/>
                    </a:cubicBezTo>
                    <a:cubicBezTo>
                      <a:pt x="562" y="34"/>
                      <a:pt x="361" y="67"/>
                      <a:pt x="302" y="56"/>
                    </a:cubicBezTo>
                    <a:cubicBezTo>
                      <a:pt x="285" y="54"/>
                      <a:pt x="263" y="48"/>
                      <a:pt x="239" y="41"/>
                    </a:cubicBezTo>
                    <a:cubicBezTo>
                      <a:pt x="196" y="29"/>
                      <a:pt x="145" y="15"/>
                      <a:pt x="105" y="1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6151488" y="1792451"/>
                <a:ext cx="423863" cy="192088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92" extrusionOk="0">
                    <a:moveTo>
                      <a:pt x="322" y="189"/>
                    </a:moveTo>
                    <a:cubicBezTo>
                      <a:pt x="293" y="189"/>
                      <a:pt x="260" y="186"/>
                      <a:pt x="227" y="183"/>
                    </a:cubicBezTo>
                    <a:cubicBezTo>
                      <a:pt x="193" y="180"/>
                      <a:pt x="159" y="177"/>
                      <a:pt x="128" y="177"/>
                    </a:cubicBezTo>
                    <a:cubicBezTo>
                      <a:pt x="68" y="177"/>
                      <a:pt x="38" y="155"/>
                      <a:pt x="23" y="136"/>
                    </a:cubicBezTo>
                    <a:cubicBezTo>
                      <a:pt x="5" y="113"/>
                      <a:pt x="0" y="84"/>
                      <a:pt x="8" y="53"/>
                    </a:cubicBezTo>
                    <a:cubicBezTo>
                      <a:pt x="19" y="9"/>
                      <a:pt x="87" y="0"/>
                      <a:pt x="143" y="0"/>
                    </a:cubicBezTo>
                    <a:cubicBezTo>
                      <a:pt x="250" y="0"/>
                      <a:pt x="321" y="10"/>
                      <a:pt x="354" y="29"/>
                    </a:cubicBezTo>
                    <a:cubicBezTo>
                      <a:pt x="354" y="29"/>
                      <a:pt x="354" y="29"/>
                      <a:pt x="354" y="29"/>
                    </a:cubicBezTo>
                    <a:cubicBezTo>
                      <a:pt x="382" y="46"/>
                      <a:pt x="422" y="95"/>
                      <a:pt x="423" y="135"/>
                    </a:cubicBezTo>
                    <a:cubicBezTo>
                      <a:pt x="423" y="151"/>
                      <a:pt x="416" y="164"/>
                      <a:pt x="402" y="173"/>
                    </a:cubicBezTo>
                    <a:cubicBezTo>
                      <a:pt x="383" y="186"/>
                      <a:pt x="355" y="189"/>
                      <a:pt x="322" y="189"/>
                    </a:cubicBezTo>
                    <a:close/>
                    <a:moveTo>
                      <a:pt x="143" y="4"/>
                    </a:moveTo>
                    <a:cubicBezTo>
                      <a:pt x="89" y="4"/>
                      <a:pt x="22" y="13"/>
                      <a:pt x="12" y="54"/>
                    </a:cubicBezTo>
                    <a:cubicBezTo>
                      <a:pt x="4" y="83"/>
                      <a:pt x="10" y="112"/>
                      <a:pt x="26" y="133"/>
                    </a:cubicBezTo>
                    <a:cubicBezTo>
                      <a:pt x="41" y="151"/>
                      <a:pt x="70" y="173"/>
                      <a:pt x="128" y="173"/>
                    </a:cubicBezTo>
                    <a:cubicBezTo>
                      <a:pt x="159" y="173"/>
                      <a:pt x="194" y="176"/>
                      <a:pt x="227" y="179"/>
                    </a:cubicBezTo>
                    <a:cubicBezTo>
                      <a:pt x="298" y="186"/>
                      <a:pt x="366" y="192"/>
                      <a:pt x="400" y="170"/>
                    </a:cubicBezTo>
                    <a:cubicBezTo>
                      <a:pt x="413" y="162"/>
                      <a:pt x="419" y="150"/>
                      <a:pt x="419" y="135"/>
                    </a:cubicBezTo>
                    <a:cubicBezTo>
                      <a:pt x="418" y="97"/>
                      <a:pt x="378" y="49"/>
                      <a:pt x="352" y="33"/>
                    </a:cubicBezTo>
                    <a:cubicBezTo>
                      <a:pt x="320" y="14"/>
                      <a:pt x="249" y="4"/>
                      <a:pt x="143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4945000" y="270038"/>
                <a:ext cx="1258887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1218" extrusionOk="0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5389500" y="924088"/>
                <a:ext cx="311150" cy="344488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43" extrusionOk="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5121213" y="422438"/>
                <a:ext cx="847724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847" h="970" extrusionOk="0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9" name="Google Shape;389;p9"/>
            <p:cNvGrpSpPr/>
            <p:nvPr/>
          </p:nvGrpSpPr>
          <p:grpSpPr>
            <a:xfrm rot="-1546425">
              <a:off x="-565229" y="3316607"/>
              <a:ext cx="3125321" cy="2395425"/>
              <a:chOff x="4576688" y="270038"/>
              <a:chExt cx="2773362" cy="2125664"/>
            </a:xfrm>
          </p:grpSpPr>
          <p:sp>
            <p:nvSpPr>
              <p:cNvPr id="390" name="Google Shape;390;p9"/>
              <p:cNvSpPr/>
              <p:nvPr/>
            </p:nvSpPr>
            <p:spPr>
              <a:xfrm>
                <a:off x="4576688" y="1368588"/>
                <a:ext cx="1165225" cy="869949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869" extrusionOk="0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4792588" y="1489238"/>
                <a:ext cx="796925" cy="617538"/>
              </a:xfrm>
              <a:custGeom>
                <a:avLst/>
                <a:gdLst/>
                <a:ahLst/>
                <a:cxnLst/>
                <a:rect l="l" t="t" r="r" b="b"/>
                <a:pathLst>
                  <a:path w="796" h="618" extrusionOk="0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5102150" y="1722601"/>
                <a:ext cx="357188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8" extrusionOk="0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5741913" y="1346363"/>
                <a:ext cx="1608137" cy="1049339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1048" extrusionOk="0">
                    <a:moveTo>
                      <a:pt x="1183" y="1023"/>
                    </a:moveTo>
                    <a:cubicBezTo>
                      <a:pt x="1083" y="1023"/>
                      <a:pt x="996" y="1006"/>
                      <a:pt x="968" y="992"/>
                    </a:cubicBezTo>
                    <a:cubicBezTo>
                      <a:pt x="897" y="957"/>
                      <a:pt x="674" y="923"/>
                      <a:pt x="551" y="915"/>
                    </a:cubicBezTo>
                    <a:cubicBezTo>
                      <a:pt x="440" y="908"/>
                      <a:pt x="227" y="836"/>
                      <a:pt x="177" y="778"/>
                    </a:cubicBezTo>
                    <a:cubicBezTo>
                      <a:pt x="140" y="734"/>
                      <a:pt x="129" y="673"/>
                      <a:pt x="119" y="614"/>
                    </a:cubicBezTo>
                    <a:cubicBezTo>
                      <a:pt x="114" y="587"/>
                      <a:pt x="110" y="561"/>
                      <a:pt x="103" y="537"/>
                    </a:cubicBezTo>
                    <a:cubicBezTo>
                      <a:pt x="94" y="505"/>
                      <a:pt x="79" y="468"/>
                      <a:pt x="64" y="429"/>
                    </a:cubicBezTo>
                    <a:cubicBezTo>
                      <a:pt x="42" y="373"/>
                      <a:pt x="19" y="315"/>
                      <a:pt x="11" y="267"/>
                    </a:cubicBezTo>
                    <a:cubicBezTo>
                      <a:pt x="2" y="218"/>
                      <a:pt x="68" y="154"/>
                      <a:pt x="108" y="120"/>
                    </a:cubicBezTo>
                    <a:cubicBezTo>
                      <a:pt x="165" y="73"/>
                      <a:pt x="238" y="29"/>
                      <a:pt x="285" y="14"/>
                    </a:cubicBezTo>
                    <a:cubicBezTo>
                      <a:pt x="328" y="0"/>
                      <a:pt x="401" y="29"/>
                      <a:pt x="485" y="62"/>
                    </a:cubicBezTo>
                    <a:cubicBezTo>
                      <a:pt x="581" y="99"/>
                      <a:pt x="690" y="142"/>
                      <a:pt x="776" y="128"/>
                    </a:cubicBezTo>
                    <a:cubicBezTo>
                      <a:pt x="983" y="95"/>
                      <a:pt x="1272" y="57"/>
                      <a:pt x="1401" y="106"/>
                    </a:cubicBezTo>
                    <a:cubicBezTo>
                      <a:pt x="1466" y="131"/>
                      <a:pt x="1530" y="239"/>
                      <a:pt x="1566" y="390"/>
                    </a:cubicBezTo>
                    <a:cubicBezTo>
                      <a:pt x="1604" y="544"/>
                      <a:pt x="1607" y="707"/>
                      <a:pt x="1572" y="825"/>
                    </a:cubicBezTo>
                    <a:cubicBezTo>
                      <a:pt x="1552" y="894"/>
                      <a:pt x="1503" y="946"/>
                      <a:pt x="1426" y="980"/>
                    </a:cubicBezTo>
                    <a:cubicBezTo>
                      <a:pt x="1352" y="1012"/>
                      <a:pt x="1263" y="1023"/>
                      <a:pt x="1183" y="1023"/>
                    </a:cubicBezTo>
                    <a:close/>
                    <a:moveTo>
                      <a:pt x="311" y="14"/>
                    </a:moveTo>
                    <a:cubicBezTo>
                      <a:pt x="302" y="14"/>
                      <a:pt x="294" y="15"/>
                      <a:pt x="286" y="18"/>
                    </a:cubicBezTo>
                    <a:cubicBezTo>
                      <a:pt x="193" y="48"/>
                      <a:pt x="0" y="188"/>
                      <a:pt x="15" y="266"/>
                    </a:cubicBezTo>
                    <a:cubicBezTo>
                      <a:pt x="23" y="314"/>
                      <a:pt x="46" y="372"/>
                      <a:pt x="68" y="428"/>
                    </a:cubicBezTo>
                    <a:cubicBezTo>
                      <a:pt x="83" y="467"/>
                      <a:pt x="98" y="504"/>
                      <a:pt x="107" y="536"/>
                    </a:cubicBezTo>
                    <a:cubicBezTo>
                      <a:pt x="114" y="560"/>
                      <a:pt x="118" y="586"/>
                      <a:pt x="123" y="613"/>
                    </a:cubicBezTo>
                    <a:cubicBezTo>
                      <a:pt x="133" y="672"/>
                      <a:pt x="143" y="732"/>
                      <a:pt x="180" y="775"/>
                    </a:cubicBezTo>
                    <a:cubicBezTo>
                      <a:pt x="229" y="831"/>
                      <a:pt x="443" y="904"/>
                      <a:pt x="552" y="911"/>
                    </a:cubicBezTo>
                    <a:cubicBezTo>
                      <a:pt x="657" y="918"/>
                      <a:pt x="893" y="950"/>
                      <a:pt x="970" y="989"/>
                    </a:cubicBezTo>
                    <a:cubicBezTo>
                      <a:pt x="1019" y="1013"/>
                      <a:pt x="1259" y="1048"/>
                      <a:pt x="1424" y="976"/>
                    </a:cubicBezTo>
                    <a:cubicBezTo>
                      <a:pt x="1500" y="943"/>
                      <a:pt x="1549" y="892"/>
                      <a:pt x="1568" y="824"/>
                    </a:cubicBezTo>
                    <a:cubicBezTo>
                      <a:pt x="1603" y="706"/>
                      <a:pt x="1600" y="544"/>
                      <a:pt x="1562" y="391"/>
                    </a:cubicBezTo>
                    <a:cubicBezTo>
                      <a:pt x="1526" y="242"/>
                      <a:pt x="1464" y="134"/>
                      <a:pt x="1400" y="110"/>
                    </a:cubicBezTo>
                    <a:cubicBezTo>
                      <a:pt x="1272" y="62"/>
                      <a:pt x="983" y="100"/>
                      <a:pt x="777" y="132"/>
                    </a:cubicBezTo>
                    <a:cubicBezTo>
                      <a:pt x="689" y="146"/>
                      <a:pt x="580" y="103"/>
                      <a:pt x="483" y="65"/>
                    </a:cubicBezTo>
                    <a:cubicBezTo>
                      <a:pt x="415" y="38"/>
                      <a:pt x="354" y="14"/>
                      <a:pt x="311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5913363" y="1505113"/>
                <a:ext cx="1244600" cy="749300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748" extrusionOk="0">
                    <a:moveTo>
                      <a:pt x="977" y="725"/>
                    </a:moveTo>
                    <a:cubicBezTo>
                      <a:pt x="857" y="725"/>
                      <a:pt x="711" y="705"/>
                      <a:pt x="655" y="690"/>
                    </a:cubicBezTo>
                    <a:cubicBezTo>
                      <a:pt x="613" y="678"/>
                      <a:pt x="527" y="663"/>
                      <a:pt x="436" y="648"/>
                    </a:cubicBezTo>
                    <a:cubicBezTo>
                      <a:pt x="320" y="628"/>
                      <a:pt x="200" y="607"/>
                      <a:pt x="154" y="590"/>
                    </a:cubicBezTo>
                    <a:cubicBezTo>
                      <a:pt x="84" y="566"/>
                      <a:pt x="55" y="453"/>
                      <a:pt x="34" y="371"/>
                    </a:cubicBezTo>
                    <a:cubicBezTo>
                      <a:pt x="30" y="355"/>
                      <a:pt x="27" y="340"/>
                      <a:pt x="23" y="328"/>
                    </a:cubicBezTo>
                    <a:cubicBezTo>
                      <a:pt x="0" y="249"/>
                      <a:pt x="4" y="134"/>
                      <a:pt x="92" y="69"/>
                    </a:cubicBezTo>
                    <a:cubicBezTo>
                      <a:pt x="186" y="0"/>
                      <a:pt x="356" y="49"/>
                      <a:pt x="386" y="61"/>
                    </a:cubicBezTo>
                    <a:cubicBezTo>
                      <a:pt x="448" y="88"/>
                      <a:pt x="645" y="90"/>
                      <a:pt x="741" y="72"/>
                    </a:cubicBezTo>
                    <a:cubicBezTo>
                      <a:pt x="839" y="55"/>
                      <a:pt x="1076" y="84"/>
                      <a:pt x="1161" y="202"/>
                    </a:cubicBezTo>
                    <a:cubicBezTo>
                      <a:pt x="1243" y="314"/>
                      <a:pt x="1218" y="639"/>
                      <a:pt x="1143" y="697"/>
                    </a:cubicBezTo>
                    <a:cubicBezTo>
                      <a:pt x="1115" y="718"/>
                      <a:pt x="1051" y="725"/>
                      <a:pt x="977" y="725"/>
                    </a:cubicBezTo>
                    <a:close/>
                    <a:moveTo>
                      <a:pt x="226" y="37"/>
                    </a:moveTo>
                    <a:cubicBezTo>
                      <a:pt x="179" y="37"/>
                      <a:pt x="131" y="46"/>
                      <a:pt x="95" y="72"/>
                    </a:cubicBezTo>
                    <a:cubicBezTo>
                      <a:pt x="8" y="136"/>
                      <a:pt x="4" y="249"/>
                      <a:pt x="27" y="327"/>
                    </a:cubicBezTo>
                    <a:cubicBezTo>
                      <a:pt x="31" y="339"/>
                      <a:pt x="34" y="354"/>
                      <a:pt x="38" y="370"/>
                    </a:cubicBezTo>
                    <a:cubicBezTo>
                      <a:pt x="59" y="451"/>
                      <a:pt x="87" y="562"/>
                      <a:pt x="155" y="587"/>
                    </a:cubicBezTo>
                    <a:cubicBezTo>
                      <a:pt x="201" y="603"/>
                      <a:pt x="321" y="623"/>
                      <a:pt x="437" y="643"/>
                    </a:cubicBezTo>
                    <a:cubicBezTo>
                      <a:pt x="528" y="659"/>
                      <a:pt x="614" y="674"/>
                      <a:pt x="656" y="686"/>
                    </a:cubicBezTo>
                    <a:cubicBezTo>
                      <a:pt x="747" y="711"/>
                      <a:pt x="1069" y="748"/>
                      <a:pt x="1140" y="693"/>
                    </a:cubicBezTo>
                    <a:cubicBezTo>
                      <a:pt x="1174" y="668"/>
                      <a:pt x="1201" y="578"/>
                      <a:pt x="1207" y="471"/>
                    </a:cubicBezTo>
                    <a:cubicBezTo>
                      <a:pt x="1213" y="355"/>
                      <a:pt x="1195" y="255"/>
                      <a:pt x="1158" y="204"/>
                    </a:cubicBezTo>
                    <a:cubicBezTo>
                      <a:pt x="1077" y="93"/>
                      <a:pt x="843" y="58"/>
                      <a:pt x="742" y="76"/>
                    </a:cubicBezTo>
                    <a:cubicBezTo>
                      <a:pt x="643" y="94"/>
                      <a:pt x="448" y="92"/>
                      <a:pt x="384" y="65"/>
                    </a:cubicBezTo>
                    <a:cubicBezTo>
                      <a:pt x="384" y="65"/>
                      <a:pt x="384" y="65"/>
                      <a:pt x="384" y="65"/>
                    </a:cubicBezTo>
                    <a:cubicBezTo>
                      <a:pt x="367" y="58"/>
                      <a:pt x="298" y="37"/>
                      <a:pt x="226" y="3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6014963" y="1659101"/>
                <a:ext cx="917576" cy="461963"/>
              </a:xfrm>
              <a:custGeom>
                <a:avLst/>
                <a:gdLst/>
                <a:ahLst/>
                <a:cxnLst/>
                <a:rect l="l" t="t" r="r" b="b"/>
                <a:pathLst>
                  <a:path w="916" h="461" extrusionOk="0">
                    <a:moveTo>
                      <a:pt x="682" y="453"/>
                    </a:moveTo>
                    <a:cubicBezTo>
                      <a:pt x="659" y="453"/>
                      <a:pt x="635" y="451"/>
                      <a:pt x="612" y="447"/>
                    </a:cubicBezTo>
                    <a:cubicBezTo>
                      <a:pt x="588" y="443"/>
                      <a:pt x="559" y="438"/>
                      <a:pt x="528" y="432"/>
                    </a:cubicBezTo>
                    <a:cubicBezTo>
                      <a:pt x="423" y="412"/>
                      <a:pt x="291" y="388"/>
                      <a:pt x="196" y="385"/>
                    </a:cubicBezTo>
                    <a:cubicBezTo>
                      <a:pt x="88" y="382"/>
                      <a:pt x="54" y="299"/>
                      <a:pt x="29" y="238"/>
                    </a:cubicBezTo>
                    <a:cubicBezTo>
                      <a:pt x="25" y="228"/>
                      <a:pt x="21" y="219"/>
                      <a:pt x="18" y="211"/>
                    </a:cubicBezTo>
                    <a:cubicBezTo>
                      <a:pt x="0" y="172"/>
                      <a:pt x="0" y="117"/>
                      <a:pt x="16" y="74"/>
                    </a:cubicBezTo>
                    <a:cubicBezTo>
                      <a:pt x="27" y="46"/>
                      <a:pt x="44" y="27"/>
                      <a:pt x="65" y="18"/>
                    </a:cubicBezTo>
                    <a:cubicBezTo>
                      <a:pt x="106" y="0"/>
                      <a:pt x="181" y="21"/>
                      <a:pt x="240" y="37"/>
                    </a:cubicBezTo>
                    <a:cubicBezTo>
                      <a:pt x="264" y="43"/>
                      <a:pt x="286" y="49"/>
                      <a:pt x="302" y="52"/>
                    </a:cubicBezTo>
                    <a:cubicBezTo>
                      <a:pt x="361" y="63"/>
                      <a:pt x="568" y="29"/>
                      <a:pt x="570" y="28"/>
                    </a:cubicBezTo>
                    <a:cubicBezTo>
                      <a:pt x="631" y="25"/>
                      <a:pt x="786" y="31"/>
                      <a:pt x="850" y="73"/>
                    </a:cubicBezTo>
                    <a:cubicBezTo>
                      <a:pt x="916" y="116"/>
                      <a:pt x="899" y="281"/>
                      <a:pt x="876" y="359"/>
                    </a:cubicBezTo>
                    <a:cubicBezTo>
                      <a:pt x="857" y="424"/>
                      <a:pt x="771" y="453"/>
                      <a:pt x="682" y="453"/>
                    </a:cubicBezTo>
                    <a:close/>
                    <a:moveTo>
                      <a:pt x="105" y="15"/>
                    </a:moveTo>
                    <a:cubicBezTo>
                      <a:pt x="90" y="15"/>
                      <a:pt x="77" y="17"/>
                      <a:pt x="66" y="22"/>
                    </a:cubicBezTo>
                    <a:cubicBezTo>
                      <a:pt x="47" y="30"/>
                      <a:pt x="31" y="49"/>
                      <a:pt x="20" y="76"/>
                    </a:cubicBezTo>
                    <a:cubicBezTo>
                      <a:pt x="4" y="118"/>
                      <a:pt x="4" y="172"/>
                      <a:pt x="21" y="209"/>
                    </a:cubicBezTo>
                    <a:cubicBezTo>
                      <a:pt x="25" y="218"/>
                      <a:pt x="29" y="227"/>
                      <a:pt x="33" y="236"/>
                    </a:cubicBezTo>
                    <a:cubicBezTo>
                      <a:pt x="59" y="299"/>
                      <a:pt x="91" y="378"/>
                      <a:pt x="196" y="381"/>
                    </a:cubicBezTo>
                    <a:cubicBezTo>
                      <a:pt x="291" y="384"/>
                      <a:pt x="423" y="408"/>
                      <a:pt x="529" y="428"/>
                    </a:cubicBezTo>
                    <a:cubicBezTo>
                      <a:pt x="560" y="434"/>
                      <a:pt x="589" y="439"/>
                      <a:pt x="613" y="443"/>
                    </a:cubicBezTo>
                    <a:cubicBezTo>
                      <a:pt x="721" y="461"/>
                      <a:pt x="848" y="438"/>
                      <a:pt x="872" y="358"/>
                    </a:cubicBezTo>
                    <a:cubicBezTo>
                      <a:pt x="895" y="281"/>
                      <a:pt x="912" y="118"/>
                      <a:pt x="848" y="77"/>
                    </a:cubicBezTo>
                    <a:cubicBezTo>
                      <a:pt x="788" y="38"/>
                      <a:pt x="637" y="28"/>
                      <a:pt x="570" y="32"/>
                    </a:cubicBezTo>
                    <a:cubicBezTo>
                      <a:pt x="562" y="34"/>
                      <a:pt x="361" y="67"/>
                      <a:pt x="302" y="56"/>
                    </a:cubicBezTo>
                    <a:cubicBezTo>
                      <a:pt x="285" y="54"/>
                      <a:pt x="263" y="48"/>
                      <a:pt x="239" y="41"/>
                    </a:cubicBezTo>
                    <a:cubicBezTo>
                      <a:pt x="196" y="29"/>
                      <a:pt x="145" y="15"/>
                      <a:pt x="105" y="1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6151488" y="1792451"/>
                <a:ext cx="423863" cy="192088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92" extrusionOk="0">
                    <a:moveTo>
                      <a:pt x="322" y="189"/>
                    </a:moveTo>
                    <a:cubicBezTo>
                      <a:pt x="293" y="189"/>
                      <a:pt x="260" y="186"/>
                      <a:pt x="227" y="183"/>
                    </a:cubicBezTo>
                    <a:cubicBezTo>
                      <a:pt x="193" y="180"/>
                      <a:pt x="159" y="177"/>
                      <a:pt x="128" y="177"/>
                    </a:cubicBezTo>
                    <a:cubicBezTo>
                      <a:pt x="68" y="177"/>
                      <a:pt x="38" y="155"/>
                      <a:pt x="23" y="136"/>
                    </a:cubicBezTo>
                    <a:cubicBezTo>
                      <a:pt x="5" y="113"/>
                      <a:pt x="0" y="84"/>
                      <a:pt x="8" y="53"/>
                    </a:cubicBezTo>
                    <a:cubicBezTo>
                      <a:pt x="19" y="9"/>
                      <a:pt x="87" y="0"/>
                      <a:pt x="143" y="0"/>
                    </a:cubicBezTo>
                    <a:cubicBezTo>
                      <a:pt x="250" y="0"/>
                      <a:pt x="321" y="10"/>
                      <a:pt x="354" y="29"/>
                    </a:cubicBezTo>
                    <a:cubicBezTo>
                      <a:pt x="354" y="29"/>
                      <a:pt x="354" y="29"/>
                      <a:pt x="354" y="29"/>
                    </a:cubicBezTo>
                    <a:cubicBezTo>
                      <a:pt x="382" y="46"/>
                      <a:pt x="422" y="95"/>
                      <a:pt x="423" y="135"/>
                    </a:cubicBezTo>
                    <a:cubicBezTo>
                      <a:pt x="423" y="151"/>
                      <a:pt x="416" y="164"/>
                      <a:pt x="402" y="173"/>
                    </a:cubicBezTo>
                    <a:cubicBezTo>
                      <a:pt x="383" y="186"/>
                      <a:pt x="355" y="189"/>
                      <a:pt x="322" y="189"/>
                    </a:cubicBezTo>
                    <a:close/>
                    <a:moveTo>
                      <a:pt x="143" y="4"/>
                    </a:moveTo>
                    <a:cubicBezTo>
                      <a:pt x="89" y="4"/>
                      <a:pt x="22" y="13"/>
                      <a:pt x="12" y="54"/>
                    </a:cubicBezTo>
                    <a:cubicBezTo>
                      <a:pt x="4" y="83"/>
                      <a:pt x="10" y="112"/>
                      <a:pt x="26" y="133"/>
                    </a:cubicBezTo>
                    <a:cubicBezTo>
                      <a:pt x="41" y="151"/>
                      <a:pt x="70" y="173"/>
                      <a:pt x="128" y="173"/>
                    </a:cubicBezTo>
                    <a:cubicBezTo>
                      <a:pt x="159" y="173"/>
                      <a:pt x="194" y="176"/>
                      <a:pt x="227" y="179"/>
                    </a:cubicBezTo>
                    <a:cubicBezTo>
                      <a:pt x="298" y="186"/>
                      <a:pt x="366" y="192"/>
                      <a:pt x="400" y="170"/>
                    </a:cubicBezTo>
                    <a:cubicBezTo>
                      <a:pt x="413" y="162"/>
                      <a:pt x="419" y="150"/>
                      <a:pt x="419" y="135"/>
                    </a:cubicBezTo>
                    <a:cubicBezTo>
                      <a:pt x="418" y="97"/>
                      <a:pt x="378" y="49"/>
                      <a:pt x="352" y="33"/>
                    </a:cubicBezTo>
                    <a:cubicBezTo>
                      <a:pt x="320" y="14"/>
                      <a:pt x="249" y="4"/>
                      <a:pt x="143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4945000" y="270038"/>
                <a:ext cx="1258887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1218" extrusionOk="0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5389500" y="924088"/>
                <a:ext cx="311150" cy="344488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43" extrusionOk="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5121213" y="422438"/>
                <a:ext cx="847724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847" h="970" extrusionOk="0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0" name="Google Shape;400;p9"/>
          <p:cNvGrpSpPr/>
          <p:nvPr/>
        </p:nvGrpSpPr>
        <p:grpSpPr>
          <a:xfrm>
            <a:off x="-177511" y="1104300"/>
            <a:ext cx="8973811" cy="4631979"/>
            <a:chOff x="-177511" y="1104300"/>
            <a:chExt cx="8973811" cy="4631979"/>
          </a:xfrm>
        </p:grpSpPr>
        <p:pic>
          <p:nvPicPr>
            <p:cNvPr id="401" name="Google Shape;401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2530450">
              <a:off x="1268865" y="4265485"/>
              <a:ext cx="1068472" cy="1277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53176" y="1104300"/>
              <a:ext cx="1043125" cy="98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439959">
              <a:off x="-11925" y="3875348"/>
              <a:ext cx="750220" cy="7862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0"/>
          <p:cNvSpPr>
            <a:spLocks noGrp="1"/>
          </p:cNvSpPr>
          <p:nvPr>
            <p:ph type="pic" idx="2"/>
          </p:nvPr>
        </p:nvSpPr>
        <p:spPr>
          <a:xfrm>
            <a:off x="-57725" y="-57725"/>
            <a:ext cx="9265200" cy="5201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5170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6" name="Google Shape;486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87426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7" name="Google Shape;487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5" y="15170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8" name="Google Shape;488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75" y="287426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9" name="Google Shape;489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5170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0" name="Google Shape;490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287426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1" name="Google Shape;491;p13"/>
          <p:cNvSpPr txBox="1">
            <a:spLocks noGrp="1"/>
          </p:cNvSpPr>
          <p:nvPr>
            <p:ph type="subTitle" idx="1"/>
          </p:nvPr>
        </p:nvSpPr>
        <p:spPr>
          <a:xfrm>
            <a:off x="720000" y="18724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5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  <p:sp>
        <p:nvSpPr>
          <p:cNvPr id="492" name="Google Shape;492;p13"/>
          <p:cNvSpPr txBox="1">
            <a:spLocks noGrp="1"/>
          </p:cNvSpPr>
          <p:nvPr>
            <p:ph type="subTitle" idx="8"/>
          </p:nvPr>
        </p:nvSpPr>
        <p:spPr>
          <a:xfrm>
            <a:off x="3419275" y="18724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5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  <p:sp>
        <p:nvSpPr>
          <p:cNvPr id="493" name="Google Shape;493;p13"/>
          <p:cNvSpPr txBox="1">
            <a:spLocks noGrp="1"/>
          </p:cNvSpPr>
          <p:nvPr>
            <p:ph type="subTitle" idx="9"/>
          </p:nvPr>
        </p:nvSpPr>
        <p:spPr>
          <a:xfrm>
            <a:off x="6118550" y="18724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5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  <p:sp>
        <p:nvSpPr>
          <p:cNvPr id="494" name="Google Shape;494;p13"/>
          <p:cNvSpPr txBox="1">
            <a:spLocks noGrp="1"/>
          </p:cNvSpPr>
          <p:nvPr>
            <p:ph type="subTitle" idx="13"/>
          </p:nvPr>
        </p:nvSpPr>
        <p:spPr>
          <a:xfrm>
            <a:off x="720000" y="322972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5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  <p:sp>
        <p:nvSpPr>
          <p:cNvPr id="495" name="Google Shape;495;p13"/>
          <p:cNvSpPr txBox="1">
            <a:spLocks noGrp="1"/>
          </p:cNvSpPr>
          <p:nvPr>
            <p:ph type="subTitle" idx="14"/>
          </p:nvPr>
        </p:nvSpPr>
        <p:spPr>
          <a:xfrm>
            <a:off x="3419275" y="322972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5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5"/>
          </p:nvPr>
        </p:nvSpPr>
        <p:spPr>
          <a:xfrm>
            <a:off x="6118550" y="322972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5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2400" b="1"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  <p:grpSp>
        <p:nvGrpSpPr>
          <p:cNvPr id="497" name="Google Shape;497;p13"/>
          <p:cNvGrpSpPr/>
          <p:nvPr/>
        </p:nvGrpSpPr>
        <p:grpSpPr>
          <a:xfrm>
            <a:off x="-467349" y="-1105490"/>
            <a:ext cx="11034776" cy="7940878"/>
            <a:chOff x="-467349" y="-1105490"/>
            <a:chExt cx="11034776" cy="7940878"/>
          </a:xfrm>
        </p:grpSpPr>
        <p:grpSp>
          <p:nvGrpSpPr>
            <p:cNvPr id="498" name="Google Shape;498;p13"/>
            <p:cNvGrpSpPr/>
            <p:nvPr/>
          </p:nvGrpSpPr>
          <p:grpSpPr>
            <a:xfrm>
              <a:off x="7219938" y="-1105490"/>
              <a:ext cx="3347489" cy="2854765"/>
              <a:chOff x="6937375" y="1462088"/>
              <a:chExt cx="2459038" cy="2097088"/>
            </a:xfrm>
          </p:grpSpPr>
          <p:sp>
            <p:nvSpPr>
              <p:cNvPr id="499" name="Google Shape;499;p13"/>
              <p:cNvSpPr/>
              <p:nvPr/>
            </p:nvSpPr>
            <p:spPr>
              <a:xfrm>
                <a:off x="7761288" y="2465388"/>
                <a:ext cx="1189039" cy="1093788"/>
              </a:xfrm>
              <a:custGeom>
                <a:avLst/>
                <a:gdLst/>
                <a:ahLst/>
                <a:cxnLst/>
                <a:rect l="l" t="t" r="r" b="b"/>
                <a:pathLst>
                  <a:path w="1189" h="1091" extrusionOk="0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13"/>
              <p:cNvSpPr/>
              <p:nvPr/>
            </p:nvSpPr>
            <p:spPr>
              <a:xfrm>
                <a:off x="7999413" y="2598738"/>
                <a:ext cx="744538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744" h="705" extrusionOk="0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13"/>
              <p:cNvSpPr/>
              <p:nvPr/>
            </p:nvSpPr>
            <p:spPr>
              <a:xfrm>
                <a:off x="8156575" y="2870201"/>
                <a:ext cx="266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265" h="264" extrusionOk="0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3"/>
              <p:cNvSpPr/>
              <p:nvPr/>
            </p:nvSpPr>
            <p:spPr>
              <a:xfrm>
                <a:off x="8231188" y="1757363"/>
                <a:ext cx="1165225" cy="869949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869" extrusionOk="0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8447088" y="1878013"/>
                <a:ext cx="796925" cy="617538"/>
              </a:xfrm>
              <a:custGeom>
                <a:avLst/>
                <a:gdLst/>
                <a:ahLst/>
                <a:cxnLst/>
                <a:rect l="l" t="t" r="r" b="b"/>
                <a:pathLst>
                  <a:path w="796" h="618" extrusionOk="0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3"/>
              <p:cNvSpPr/>
              <p:nvPr/>
            </p:nvSpPr>
            <p:spPr>
              <a:xfrm>
                <a:off x="8756650" y="2111376"/>
                <a:ext cx="357188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8" extrusionOk="0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3"/>
              <p:cNvSpPr/>
              <p:nvPr/>
            </p:nvSpPr>
            <p:spPr>
              <a:xfrm>
                <a:off x="6937375" y="1462088"/>
                <a:ext cx="1258887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1218" extrusionOk="0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7381875" y="2116138"/>
                <a:ext cx="311150" cy="344488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43" extrusionOk="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3"/>
              <p:cNvSpPr/>
              <p:nvPr/>
            </p:nvSpPr>
            <p:spPr>
              <a:xfrm>
                <a:off x="7113588" y="1614488"/>
                <a:ext cx="847724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847" h="970" extrusionOk="0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8" name="Google Shape;508;p13"/>
            <p:cNvGrpSpPr/>
            <p:nvPr/>
          </p:nvGrpSpPr>
          <p:grpSpPr>
            <a:xfrm>
              <a:off x="-467349" y="3980623"/>
              <a:ext cx="3347489" cy="2854765"/>
              <a:chOff x="6937375" y="1462088"/>
              <a:chExt cx="2459038" cy="2097088"/>
            </a:xfrm>
          </p:grpSpPr>
          <p:sp>
            <p:nvSpPr>
              <p:cNvPr id="509" name="Google Shape;509;p13"/>
              <p:cNvSpPr/>
              <p:nvPr/>
            </p:nvSpPr>
            <p:spPr>
              <a:xfrm>
                <a:off x="7761288" y="2465388"/>
                <a:ext cx="1189039" cy="1093788"/>
              </a:xfrm>
              <a:custGeom>
                <a:avLst/>
                <a:gdLst/>
                <a:ahLst/>
                <a:cxnLst/>
                <a:rect l="l" t="t" r="r" b="b"/>
                <a:pathLst>
                  <a:path w="1189" h="1091" extrusionOk="0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3"/>
              <p:cNvSpPr/>
              <p:nvPr/>
            </p:nvSpPr>
            <p:spPr>
              <a:xfrm>
                <a:off x="7999413" y="2598738"/>
                <a:ext cx="744538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744" h="705" extrusionOk="0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3"/>
              <p:cNvSpPr/>
              <p:nvPr/>
            </p:nvSpPr>
            <p:spPr>
              <a:xfrm>
                <a:off x="8156575" y="2870201"/>
                <a:ext cx="266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265" h="264" extrusionOk="0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8231188" y="1757363"/>
                <a:ext cx="1165225" cy="869949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869" extrusionOk="0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8447088" y="1878013"/>
                <a:ext cx="796925" cy="617538"/>
              </a:xfrm>
              <a:custGeom>
                <a:avLst/>
                <a:gdLst/>
                <a:ahLst/>
                <a:cxnLst/>
                <a:rect l="l" t="t" r="r" b="b"/>
                <a:pathLst>
                  <a:path w="796" h="618" extrusionOk="0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8756650" y="2111376"/>
                <a:ext cx="357188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8" extrusionOk="0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6937375" y="1462088"/>
                <a:ext cx="1258887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1218" extrusionOk="0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7381875" y="2116138"/>
                <a:ext cx="311150" cy="344488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43" extrusionOk="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7113588" y="1614488"/>
                <a:ext cx="847724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847" h="970" extrusionOk="0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8" name="Google Shape;518;p13"/>
          <p:cNvGrpSpPr/>
          <p:nvPr/>
        </p:nvGrpSpPr>
        <p:grpSpPr>
          <a:xfrm>
            <a:off x="-49250" y="4319475"/>
            <a:ext cx="2579200" cy="1012851"/>
            <a:chOff x="-49250" y="4319475"/>
            <a:chExt cx="2579200" cy="1012851"/>
          </a:xfrm>
        </p:grpSpPr>
        <p:pic>
          <p:nvPicPr>
            <p:cNvPr id="519" name="Google Shape;519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4091104">
              <a:off x="1951240" y="4698435"/>
              <a:ext cx="402770" cy="6516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0" name="Google Shape;520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49250" y="4319475"/>
              <a:ext cx="911450" cy="9558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0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68" name="Google Shape;768;p20"/>
          <p:cNvGrpSpPr/>
          <p:nvPr/>
        </p:nvGrpSpPr>
        <p:grpSpPr>
          <a:xfrm>
            <a:off x="-1450692" y="-1515305"/>
            <a:ext cx="13364304" cy="8738758"/>
            <a:chOff x="-1450692" y="-1515305"/>
            <a:chExt cx="13364304" cy="8738758"/>
          </a:xfrm>
        </p:grpSpPr>
        <p:grpSp>
          <p:nvGrpSpPr>
            <p:cNvPr id="769" name="Google Shape;769;p20"/>
            <p:cNvGrpSpPr/>
            <p:nvPr/>
          </p:nvGrpSpPr>
          <p:grpSpPr>
            <a:xfrm rot="1317341" flipH="1">
              <a:off x="-1053734" y="3806001"/>
              <a:ext cx="3667010" cy="2834720"/>
              <a:chOff x="-2212989" y="-1005507"/>
              <a:chExt cx="3666904" cy="2834639"/>
            </a:xfrm>
          </p:grpSpPr>
          <p:sp>
            <p:nvSpPr>
              <p:cNvPr id="770" name="Google Shape;770;p20"/>
              <p:cNvSpPr/>
              <p:nvPr/>
            </p:nvSpPr>
            <p:spPr>
              <a:xfrm rot="-280549">
                <a:off x="-24932" y="-582158"/>
                <a:ext cx="1427693" cy="1313328"/>
              </a:xfrm>
              <a:custGeom>
                <a:avLst/>
                <a:gdLst/>
                <a:ahLst/>
                <a:cxnLst/>
                <a:rect l="l" t="t" r="r" b="b"/>
                <a:pathLst>
                  <a:path w="1189" h="1091" extrusionOk="0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20"/>
              <p:cNvSpPr/>
              <p:nvPr/>
            </p:nvSpPr>
            <p:spPr>
              <a:xfrm rot="-280535">
                <a:off x="448947" y="-89603"/>
                <a:ext cx="320230" cy="316418"/>
              </a:xfrm>
              <a:custGeom>
                <a:avLst/>
                <a:gdLst/>
                <a:ahLst/>
                <a:cxnLst/>
                <a:rect l="l" t="t" r="r" b="b"/>
                <a:pathLst>
                  <a:path w="265" h="264" extrusionOk="0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0"/>
              <p:cNvSpPr/>
              <p:nvPr/>
            </p:nvSpPr>
            <p:spPr>
              <a:xfrm rot="-280549">
                <a:off x="-2110468" y="-900562"/>
                <a:ext cx="2681924" cy="2624750"/>
              </a:xfrm>
              <a:custGeom>
                <a:avLst/>
                <a:gdLst/>
                <a:ahLst/>
                <a:cxnLst/>
                <a:rect l="l" t="t" r="r" b="b"/>
                <a:pathLst>
                  <a:path w="2232" h="2183" extrusionOk="0">
                    <a:moveTo>
                      <a:pt x="1757" y="2149"/>
                    </a:moveTo>
                    <a:cubicBezTo>
                      <a:pt x="1722" y="2149"/>
                      <a:pt x="1689" y="2143"/>
                      <a:pt x="1661" y="2130"/>
                    </a:cubicBezTo>
                    <a:cubicBezTo>
                      <a:pt x="1543" y="2071"/>
                      <a:pt x="1444" y="2029"/>
                      <a:pt x="1350" y="1996"/>
                    </a:cubicBezTo>
                    <a:cubicBezTo>
                      <a:pt x="1328" y="1989"/>
                      <a:pt x="1228" y="1969"/>
                      <a:pt x="1102" y="1943"/>
                    </a:cubicBezTo>
                    <a:cubicBezTo>
                      <a:pt x="1020" y="1927"/>
                      <a:pt x="928" y="1909"/>
                      <a:pt x="838" y="1890"/>
                    </a:cubicBezTo>
                    <a:cubicBezTo>
                      <a:pt x="653" y="1851"/>
                      <a:pt x="503" y="1742"/>
                      <a:pt x="422" y="1683"/>
                    </a:cubicBezTo>
                    <a:cubicBezTo>
                      <a:pt x="399" y="1666"/>
                      <a:pt x="381" y="1653"/>
                      <a:pt x="369" y="1646"/>
                    </a:cubicBezTo>
                    <a:cubicBezTo>
                      <a:pt x="304" y="1609"/>
                      <a:pt x="179" y="1198"/>
                      <a:pt x="100" y="837"/>
                    </a:cubicBezTo>
                    <a:cubicBezTo>
                      <a:pt x="23" y="484"/>
                      <a:pt x="0" y="239"/>
                      <a:pt x="40" y="184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104" y="95"/>
                      <a:pt x="282" y="35"/>
                      <a:pt x="420" y="16"/>
                    </a:cubicBezTo>
                    <a:cubicBezTo>
                      <a:pt x="542" y="0"/>
                      <a:pt x="640" y="13"/>
                      <a:pt x="689" y="52"/>
                    </a:cubicBezTo>
                    <a:cubicBezTo>
                      <a:pt x="821" y="158"/>
                      <a:pt x="920" y="360"/>
                      <a:pt x="938" y="399"/>
                    </a:cubicBezTo>
                    <a:cubicBezTo>
                      <a:pt x="981" y="491"/>
                      <a:pt x="1054" y="604"/>
                      <a:pt x="1154" y="734"/>
                    </a:cubicBezTo>
                    <a:cubicBezTo>
                      <a:pt x="1186" y="776"/>
                      <a:pt x="1241" y="806"/>
                      <a:pt x="1297" y="811"/>
                    </a:cubicBezTo>
                    <a:cubicBezTo>
                      <a:pt x="1336" y="815"/>
                      <a:pt x="1369" y="806"/>
                      <a:pt x="1391" y="786"/>
                    </a:cubicBezTo>
                    <a:cubicBezTo>
                      <a:pt x="1397" y="780"/>
                      <a:pt x="1397" y="780"/>
                      <a:pt x="1397" y="780"/>
                    </a:cubicBezTo>
                    <a:cubicBezTo>
                      <a:pt x="1451" y="733"/>
                      <a:pt x="1516" y="673"/>
                      <a:pt x="1585" y="675"/>
                    </a:cubicBezTo>
                    <a:cubicBezTo>
                      <a:pt x="1708" y="679"/>
                      <a:pt x="1781" y="778"/>
                      <a:pt x="1797" y="813"/>
                    </a:cubicBezTo>
                    <a:cubicBezTo>
                      <a:pt x="1814" y="850"/>
                      <a:pt x="1797" y="1031"/>
                      <a:pt x="1718" y="1078"/>
                    </a:cubicBezTo>
                    <a:cubicBezTo>
                      <a:pt x="1680" y="1100"/>
                      <a:pt x="1623" y="1104"/>
                      <a:pt x="1572" y="1108"/>
                    </a:cubicBezTo>
                    <a:cubicBezTo>
                      <a:pt x="1517" y="1112"/>
                      <a:pt x="1464" y="1116"/>
                      <a:pt x="1450" y="1143"/>
                    </a:cubicBezTo>
                    <a:cubicBezTo>
                      <a:pt x="1419" y="1200"/>
                      <a:pt x="1394" y="1329"/>
                      <a:pt x="1471" y="1384"/>
                    </a:cubicBezTo>
                    <a:cubicBezTo>
                      <a:pt x="1483" y="1392"/>
                      <a:pt x="1495" y="1401"/>
                      <a:pt x="1508" y="1411"/>
                    </a:cubicBezTo>
                    <a:cubicBezTo>
                      <a:pt x="1591" y="1471"/>
                      <a:pt x="1704" y="1553"/>
                      <a:pt x="1788" y="1583"/>
                    </a:cubicBezTo>
                    <a:cubicBezTo>
                      <a:pt x="1829" y="1598"/>
                      <a:pt x="1886" y="1604"/>
                      <a:pt x="1946" y="1611"/>
                    </a:cubicBezTo>
                    <a:cubicBezTo>
                      <a:pt x="2060" y="1625"/>
                      <a:pt x="2178" y="1638"/>
                      <a:pt x="2199" y="1710"/>
                    </a:cubicBezTo>
                    <a:cubicBezTo>
                      <a:pt x="2232" y="1818"/>
                      <a:pt x="2207" y="1965"/>
                      <a:pt x="2096" y="2036"/>
                    </a:cubicBezTo>
                    <a:cubicBezTo>
                      <a:pt x="2015" y="2087"/>
                      <a:pt x="1872" y="2149"/>
                      <a:pt x="1757" y="2149"/>
                    </a:cubicBezTo>
                    <a:close/>
                    <a:moveTo>
                      <a:pt x="518" y="13"/>
                    </a:moveTo>
                    <a:cubicBezTo>
                      <a:pt x="488" y="13"/>
                      <a:pt x="455" y="16"/>
                      <a:pt x="421" y="20"/>
                    </a:cubicBezTo>
                    <a:cubicBezTo>
                      <a:pt x="253" y="43"/>
                      <a:pt x="98" y="111"/>
                      <a:pt x="44" y="186"/>
                    </a:cubicBezTo>
                    <a:cubicBezTo>
                      <a:pt x="4" y="241"/>
                      <a:pt x="27" y="484"/>
                      <a:pt x="104" y="836"/>
                    </a:cubicBezTo>
                    <a:cubicBezTo>
                      <a:pt x="183" y="1196"/>
                      <a:pt x="307" y="1606"/>
                      <a:pt x="371" y="1643"/>
                    </a:cubicBezTo>
                    <a:cubicBezTo>
                      <a:pt x="383" y="1650"/>
                      <a:pt x="401" y="1663"/>
                      <a:pt x="424" y="1679"/>
                    </a:cubicBezTo>
                    <a:cubicBezTo>
                      <a:pt x="505" y="1738"/>
                      <a:pt x="655" y="1847"/>
                      <a:pt x="839" y="1886"/>
                    </a:cubicBezTo>
                    <a:cubicBezTo>
                      <a:pt x="929" y="1905"/>
                      <a:pt x="1021" y="1923"/>
                      <a:pt x="1102" y="1939"/>
                    </a:cubicBezTo>
                    <a:cubicBezTo>
                      <a:pt x="1229" y="1965"/>
                      <a:pt x="1329" y="1985"/>
                      <a:pt x="1351" y="1992"/>
                    </a:cubicBezTo>
                    <a:cubicBezTo>
                      <a:pt x="1446" y="2025"/>
                      <a:pt x="1545" y="2068"/>
                      <a:pt x="1663" y="2126"/>
                    </a:cubicBezTo>
                    <a:cubicBezTo>
                      <a:pt x="1780" y="2183"/>
                      <a:pt x="1989" y="2099"/>
                      <a:pt x="2094" y="2032"/>
                    </a:cubicBezTo>
                    <a:cubicBezTo>
                      <a:pt x="2203" y="1962"/>
                      <a:pt x="2227" y="1818"/>
                      <a:pt x="2195" y="1711"/>
                    </a:cubicBezTo>
                    <a:cubicBezTo>
                      <a:pt x="2174" y="1642"/>
                      <a:pt x="2058" y="1628"/>
                      <a:pt x="1946" y="1616"/>
                    </a:cubicBezTo>
                    <a:cubicBezTo>
                      <a:pt x="1885" y="1609"/>
                      <a:pt x="1828" y="1602"/>
                      <a:pt x="1787" y="1587"/>
                    </a:cubicBezTo>
                    <a:cubicBezTo>
                      <a:pt x="1702" y="1556"/>
                      <a:pt x="1588" y="1474"/>
                      <a:pt x="1506" y="1414"/>
                    </a:cubicBezTo>
                    <a:cubicBezTo>
                      <a:pt x="1493" y="1405"/>
                      <a:pt x="1480" y="1396"/>
                      <a:pt x="1469" y="1388"/>
                    </a:cubicBezTo>
                    <a:cubicBezTo>
                      <a:pt x="1385" y="1328"/>
                      <a:pt x="1418" y="1193"/>
                      <a:pt x="1446" y="1141"/>
                    </a:cubicBezTo>
                    <a:cubicBezTo>
                      <a:pt x="1462" y="1112"/>
                      <a:pt x="1513" y="1108"/>
                      <a:pt x="1572" y="1104"/>
                    </a:cubicBezTo>
                    <a:cubicBezTo>
                      <a:pt x="1622" y="1100"/>
                      <a:pt x="1679" y="1096"/>
                      <a:pt x="1716" y="1074"/>
                    </a:cubicBezTo>
                    <a:cubicBezTo>
                      <a:pt x="1794" y="1028"/>
                      <a:pt x="1810" y="851"/>
                      <a:pt x="1793" y="815"/>
                    </a:cubicBezTo>
                    <a:cubicBezTo>
                      <a:pt x="1777" y="781"/>
                      <a:pt x="1706" y="683"/>
                      <a:pt x="1584" y="679"/>
                    </a:cubicBezTo>
                    <a:cubicBezTo>
                      <a:pt x="1583" y="679"/>
                      <a:pt x="1582" y="679"/>
                      <a:pt x="1581" y="679"/>
                    </a:cubicBezTo>
                    <a:cubicBezTo>
                      <a:pt x="1516" y="679"/>
                      <a:pt x="1452" y="737"/>
                      <a:pt x="1400" y="784"/>
                    </a:cubicBezTo>
                    <a:cubicBezTo>
                      <a:pt x="1394" y="789"/>
                      <a:pt x="1394" y="789"/>
                      <a:pt x="1394" y="789"/>
                    </a:cubicBezTo>
                    <a:cubicBezTo>
                      <a:pt x="1371" y="810"/>
                      <a:pt x="1337" y="819"/>
                      <a:pt x="1296" y="815"/>
                    </a:cubicBezTo>
                    <a:cubicBezTo>
                      <a:pt x="1239" y="810"/>
                      <a:pt x="1183" y="780"/>
                      <a:pt x="1150" y="737"/>
                    </a:cubicBezTo>
                    <a:cubicBezTo>
                      <a:pt x="1050" y="606"/>
                      <a:pt x="978" y="493"/>
                      <a:pt x="934" y="401"/>
                    </a:cubicBezTo>
                    <a:cubicBezTo>
                      <a:pt x="916" y="362"/>
                      <a:pt x="817" y="161"/>
                      <a:pt x="686" y="55"/>
                    </a:cubicBezTo>
                    <a:cubicBezTo>
                      <a:pt x="652" y="27"/>
                      <a:pt x="593" y="13"/>
                      <a:pt x="518" y="1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20"/>
              <p:cNvSpPr/>
              <p:nvPr/>
            </p:nvSpPr>
            <p:spPr>
              <a:xfrm rot="-280543">
                <a:off x="-393709" y="23076"/>
                <a:ext cx="276390" cy="251610"/>
              </a:xfrm>
              <a:custGeom>
                <a:avLst/>
                <a:gdLst/>
                <a:ahLst/>
                <a:cxnLst/>
                <a:rect l="l" t="t" r="r" b="b"/>
                <a:pathLst>
                  <a:path w="230" h="208" extrusionOk="0">
                    <a:moveTo>
                      <a:pt x="112" y="208"/>
                    </a:moveTo>
                    <a:cubicBezTo>
                      <a:pt x="107" y="208"/>
                      <a:pt x="102" y="208"/>
                      <a:pt x="97" y="207"/>
                    </a:cubicBezTo>
                    <a:cubicBezTo>
                      <a:pt x="67" y="204"/>
                      <a:pt x="37" y="184"/>
                      <a:pt x="18" y="157"/>
                    </a:cubicBezTo>
                    <a:cubicBezTo>
                      <a:pt x="5" y="137"/>
                      <a:pt x="0" y="115"/>
                      <a:pt x="5" y="97"/>
                    </a:cubicBezTo>
                    <a:cubicBezTo>
                      <a:pt x="17" y="54"/>
                      <a:pt x="51" y="28"/>
                      <a:pt x="121" y="7"/>
                    </a:cubicBezTo>
                    <a:cubicBezTo>
                      <a:pt x="144" y="0"/>
                      <a:pt x="167" y="4"/>
                      <a:pt x="185" y="18"/>
                    </a:cubicBezTo>
                    <a:cubicBezTo>
                      <a:pt x="216" y="41"/>
                      <a:pt x="230" y="86"/>
                      <a:pt x="230" y="120"/>
                    </a:cubicBezTo>
                    <a:cubicBezTo>
                      <a:pt x="230" y="141"/>
                      <a:pt x="221" y="160"/>
                      <a:pt x="204" y="176"/>
                    </a:cubicBezTo>
                    <a:cubicBezTo>
                      <a:pt x="181" y="196"/>
                      <a:pt x="146" y="208"/>
                      <a:pt x="112" y="208"/>
                    </a:cubicBezTo>
                    <a:close/>
                    <a:moveTo>
                      <a:pt x="143" y="8"/>
                    </a:moveTo>
                    <a:cubicBezTo>
                      <a:pt x="137" y="8"/>
                      <a:pt x="129" y="9"/>
                      <a:pt x="122" y="11"/>
                    </a:cubicBezTo>
                    <a:cubicBezTo>
                      <a:pt x="54" y="31"/>
                      <a:pt x="20" y="57"/>
                      <a:pt x="9" y="98"/>
                    </a:cubicBezTo>
                    <a:cubicBezTo>
                      <a:pt x="4" y="115"/>
                      <a:pt x="9" y="135"/>
                      <a:pt x="22" y="154"/>
                    </a:cubicBezTo>
                    <a:cubicBezTo>
                      <a:pt x="40" y="181"/>
                      <a:pt x="69" y="200"/>
                      <a:pt x="98" y="203"/>
                    </a:cubicBezTo>
                    <a:cubicBezTo>
                      <a:pt x="134" y="208"/>
                      <a:pt x="175" y="195"/>
                      <a:pt x="201" y="173"/>
                    </a:cubicBezTo>
                    <a:cubicBezTo>
                      <a:pt x="217" y="158"/>
                      <a:pt x="226" y="140"/>
                      <a:pt x="226" y="120"/>
                    </a:cubicBezTo>
                    <a:cubicBezTo>
                      <a:pt x="226" y="87"/>
                      <a:pt x="213" y="44"/>
                      <a:pt x="183" y="21"/>
                    </a:cubicBezTo>
                    <a:cubicBezTo>
                      <a:pt x="171" y="12"/>
                      <a:pt x="158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20"/>
              <p:cNvSpPr/>
              <p:nvPr/>
            </p:nvSpPr>
            <p:spPr>
              <a:xfrm rot="-280546">
                <a:off x="-371346" y="935469"/>
                <a:ext cx="756734" cy="590901"/>
              </a:xfrm>
              <a:custGeom>
                <a:avLst/>
                <a:gdLst/>
                <a:ahLst/>
                <a:cxnLst/>
                <a:rect l="l" t="t" r="r" b="b"/>
                <a:pathLst>
                  <a:path w="631" h="491" extrusionOk="0">
                    <a:moveTo>
                      <a:pt x="395" y="458"/>
                    </a:moveTo>
                    <a:cubicBezTo>
                      <a:pt x="376" y="458"/>
                      <a:pt x="357" y="453"/>
                      <a:pt x="339" y="443"/>
                    </a:cubicBezTo>
                    <a:cubicBezTo>
                      <a:pt x="256" y="396"/>
                      <a:pt x="73" y="283"/>
                      <a:pt x="35" y="233"/>
                    </a:cubicBezTo>
                    <a:cubicBezTo>
                      <a:pt x="9" y="198"/>
                      <a:pt x="0" y="103"/>
                      <a:pt x="28" y="45"/>
                    </a:cubicBezTo>
                    <a:cubicBezTo>
                      <a:pt x="40" y="18"/>
                      <a:pt x="60" y="3"/>
                      <a:pt x="83" y="2"/>
                    </a:cubicBezTo>
                    <a:cubicBezTo>
                      <a:pt x="136" y="0"/>
                      <a:pt x="198" y="40"/>
                      <a:pt x="252" y="75"/>
                    </a:cubicBezTo>
                    <a:cubicBezTo>
                      <a:pt x="282" y="94"/>
                      <a:pt x="311" y="113"/>
                      <a:pt x="334" y="121"/>
                    </a:cubicBezTo>
                    <a:cubicBezTo>
                      <a:pt x="400" y="146"/>
                      <a:pt x="506" y="152"/>
                      <a:pt x="570" y="155"/>
                    </a:cubicBezTo>
                    <a:cubicBezTo>
                      <a:pt x="580" y="156"/>
                      <a:pt x="580" y="156"/>
                      <a:pt x="580" y="156"/>
                    </a:cubicBezTo>
                    <a:cubicBezTo>
                      <a:pt x="596" y="157"/>
                      <a:pt x="607" y="166"/>
                      <a:pt x="614" y="182"/>
                    </a:cubicBezTo>
                    <a:cubicBezTo>
                      <a:pt x="631" y="224"/>
                      <a:pt x="615" y="307"/>
                      <a:pt x="582" y="345"/>
                    </a:cubicBezTo>
                    <a:cubicBezTo>
                      <a:pt x="549" y="383"/>
                      <a:pt x="473" y="458"/>
                      <a:pt x="395" y="458"/>
                    </a:cubicBezTo>
                    <a:close/>
                    <a:moveTo>
                      <a:pt x="87" y="6"/>
                    </a:moveTo>
                    <a:cubicBezTo>
                      <a:pt x="86" y="6"/>
                      <a:pt x="85" y="6"/>
                      <a:pt x="83" y="7"/>
                    </a:cubicBezTo>
                    <a:cubicBezTo>
                      <a:pt x="61" y="7"/>
                      <a:pt x="43" y="21"/>
                      <a:pt x="31" y="47"/>
                    </a:cubicBezTo>
                    <a:cubicBezTo>
                      <a:pt x="5" y="102"/>
                      <a:pt x="14" y="197"/>
                      <a:pt x="39" y="230"/>
                    </a:cubicBezTo>
                    <a:cubicBezTo>
                      <a:pt x="76" y="280"/>
                      <a:pt x="259" y="392"/>
                      <a:pt x="341" y="439"/>
                    </a:cubicBezTo>
                    <a:cubicBezTo>
                      <a:pt x="433" y="491"/>
                      <a:pt x="538" y="388"/>
                      <a:pt x="579" y="342"/>
                    </a:cubicBezTo>
                    <a:cubicBezTo>
                      <a:pt x="611" y="305"/>
                      <a:pt x="627" y="224"/>
                      <a:pt x="610" y="184"/>
                    </a:cubicBezTo>
                    <a:cubicBezTo>
                      <a:pt x="604" y="169"/>
                      <a:pt x="594" y="161"/>
                      <a:pt x="580" y="160"/>
                    </a:cubicBezTo>
                    <a:cubicBezTo>
                      <a:pt x="570" y="160"/>
                      <a:pt x="570" y="160"/>
                      <a:pt x="570" y="160"/>
                    </a:cubicBezTo>
                    <a:cubicBezTo>
                      <a:pt x="506" y="156"/>
                      <a:pt x="399" y="150"/>
                      <a:pt x="333" y="125"/>
                    </a:cubicBezTo>
                    <a:cubicBezTo>
                      <a:pt x="309" y="116"/>
                      <a:pt x="280" y="98"/>
                      <a:pt x="250" y="78"/>
                    </a:cubicBezTo>
                    <a:cubicBezTo>
                      <a:pt x="198" y="45"/>
                      <a:pt x="138" y="6"/>
                      <a:pt x="87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20"/>
              <p:cNvSpPr/>
              <p:nvPr/>
            </p:nvSpPr>
            <p:spPr>
              <a:xfrm rot="-280552">
                <a:off x="-1902582" y="-680185"/>
                <a:ext cx="1385757" cy="1942352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1615" extrusionOk="0">
                    <a:moveTo>
                      <a:pt x="838" y="1607"/>
                    </a:moveTo>
                    <a:cubicBezTo>
                      <a:pt x="799" y="1607"/>
                      <a:pt x="760" y="1598"/>
                      <a:pt x="722" y="1581"/>
                    </a:cubicBezTo>
                    <a:cubicBezTo>
                      <a:pt x="555" y="1501"/>
                      <a:pt x="192" y="1237"/>
                      <a:pt x="153" y="1155"/>
                    </a:cubicBezTo>
                    <a:cubicBezTo>
                      <a:pt x="116" y="1079"/>
                      <a:pt x="56" y="680"/>
                      <a:pt x="31" y="509"/>
                    </a:cubicBezTo>
                    <a:cubicBezTo>
                      <a:pt x="28" y="489"/>
                      <a:pt x="25" y="473"/>
                      <a:pt x="23" y="461"/>
                    </a:cubicBezTo>
                    <a:cubicBezTo>
                      <a:pt x="0" y="309"/>
                      <a:pt x="9" y="72"/>
                      <a:pt x="128" y="41"/>
                    </a:cubicBezTo>
                    <a:cubicBezTo>
                      <a:pt x="287" y="0"/>
                      <a:pt x="477" y="16"/>
                      <a:pt x="544" y="146"/>
                    </a:cubicBezTo>
                    <a:cubicBezTo>
                      <a:pt x="591" y="237"/>
                      <a:pt x="667" y="366"/>
                      <a:pt x="712" y="444"/>
                    </a:cubicBezTo>
                    <a:cubicBezTo>
                      <a:pt x="728" y="470"/>
                      <a:pt x="740" y="491"/>
                      <a:pt x="747" y="504"/>
                    </a:cubicBezTo>
                    <a:cubicBezTo>
                      <a:pt x="795" y="589"/>
                      <a:pt x="937" y="715"/>
                      <a:pt x="1020" y="757"/>
                    </a:cubicBezTo>
                    <a:cubicBezTo>
                      <a:pt x="1104" y="802"/>
                      <a:pt x="1154" y="983"/>
                      <a:pt x="1128" y="1081"/>
                    </a:cubicBezTo>
                    <a:cubicBezTo>
                      <a:pt x="1103" y="1172"/>
                      <a:pt x="1058" y="1341"/>
                      <a:pt x="1054" y="1446"/>
                    </a:cubicBezTo>
                    <a:cubicBezTo>
                      <a:pt x="1052" y="1492"/>
                      <a:pt x="1019" y="1540"/>
                      <a:pt x="967" y="1572"/>
                    </a:cubicBezTo>
                    <a:cubicBezTo>
                      <a:pt x="928" y="1595"/>
                      <a:pt x="883" y="1607"/>
                      <a:pt x="838" y="1607"/>
                    </a:cubicBezTo>
                    <a:close/>
                    <a:moveTo>
                      <a:pt x="129" y="43"/>
                    </a:moveTo>
                    <a:cubicBezTo>
                      <a:pt x="129" y="45"/>
                      <a:pt x="129" y="45"/>
                      <a:pt x="129" y="45"/>
                    </a:cubicBezTo>
                    <a:cubicBezTo>
                      <a:pt x="13" y="76"/>
                      <a:pt x="5" y="310"/>
                      <a:pt x="28" y="460"/>
                    </a:cubicBezTo>
                    <a:cubicBezTo>
                      <a:pt x="29" y="472"/>
                      <a:pt x="32" y="489"/>
                      <a:pt x="35" y="509"/>
                    </a:cubicBezTo>
                    <a:cubicBezTo>
                      <a:pt x="61" y="679"/>
                      <a:pt x="121" y="1078"/>
                      <a:pt x="157" y="1153"/>
                    </a:cubicBezTo>
                    <a:cubicBezTo>
                      <a:pt x="196" y="1235"/>
                      <a:pt x="557" y="1497"/>
                      <a:pt x="724" y="1577"/>
                    </a:cubicBezTo>
                    <a:cubicBezTo>
                      <a:pt x="803" y="1615"/>
                      <a:pt x="893" y="1611"/>
                      <a:pt x="965" y="1568"/>
                    </a:cubicBezTo>
                    <a:cubicBezTo>
                      <a:pt x="1016" y="1537"/>
                      <a:pt x="1048" y="1491"/>
                      <a:pt x="1050" y="1446"/>
                    </a:cubicBezTo>
                    <a:cubicBezTo>
                      <a:pt x="1053" y="1340"/>
                      <a:pt x="1099" y="1171"/>
                      <a:pt x="1124" y="1080"/>
                    </a:cubicBezTo>
                    <a:cubicBezTo>
                      <a:pt x="1150" y="983"/>
                      <a:pt x="1101" y="805"/>
                      <a:pt x="1018" y="761"/>
                    </a:cubicBezTo>
                    <a:cubicBezTo>
                      <a:pt x="935" y="718"/>
                      <a:pt x="792" y="592"/>
                      <a:pt x="744" y="506"/>
                    </a:cubicBezTo>
                    <a:cubicBezTo>
                      <a:pt x="737" y="493"/>
                      <a:pt x="724" y="472"/>
                      <a:pt x="709" y="446"/>
                    </a:cubicBezTo>
                    <a:cubicBezTo>
                      <a:pt x="663" y="368"/>
                      <a:pt x="587" y="239"/>
                      <a:pt x="541" y="147"/>
                    </a:cubicBezTo>
                    <a:cubicBezTo>
                      <a:pt x="475" y="20"/>
                      <a:pt x="287" y="4"/>
                      <a:pt x="129" y="45"/>
                    </a:cubicBezTo>
                    <a:lnTo>
                      <a:pt x="129" y="4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0"/>
              <p:cNvSpPr/>
              <p:nvPr/>
            </p:nvSpPr>
            <p:spPr>
              <a:xfrm rot="-280543">
                <a:off x="-1709492" y="-444157"/>
                <a:ext cx="913040" cy="1441039"/>
              </a:xfrm>
              <a:custGeom>
                <a:avLst/>
                <a:gdLst/>
                <a:ahLst/>
                <a:cxnLst/>
                <a:rect l="l" t="t" r="r" b="b"/>
                <a:pathLst>
                  <a:path w="759" h="1199" extrusionOk="0">
                    <a:moveTo>
                      <a:pt x="589" y="1199"/>
                    </a:moveTo>
                    <a:cubicBezTo>
                      <a:pt x="522" y="1199"/>
                      <a:pt x="413" y="1109"/>
                      <a:pt x="324" y="1035"/>
                    </a:cubicBezTo>
                    <a:cubicBezTo>
                      <a:pt x="275" y="995"/>
                      <a:pt x="233" y="960"/>
                      <a:pt x="205" y="945"/>
                    </a:cubicBezTo>
                    <a:cubicBezTo>
                      <a:pt x="117" y="897"/>
                      <a:pt x="38" y="709"/>
                      <a:pt x="30" y="585"/>
                    </a:cubicBezTo>
                    <a:cubicBezTo>
                      <a:pt x="29" y="568"/>
                      <a:pt x="29" y="568"/>
                      <a:pt x="29" y="568"/>
                    </a:cubicBezTo>
                    <a:cubicBezTo>
                      <a:pt x="20" y="424"/>
                      <a:pt x="0" y="87"/>
                      <a:pt x="57" y="33"/>
                    </a:cubicBezTo>
                    <a:cubicBezTo>
                      <a:pt x="81" y="11"/>
                      <a:pt x="120" y="0"/>
                      <a:pt x="164" y="5"/>
                    </a:cubicBezTo>
                    <a:cubicBezTo>
                      <a:pt x="228" y="12"/>
                      <a:pt x="290" y="48"/>
                      <a:pt x="326" y="100"/>
                    </a:cubicBezTo>
                    <a:cubicBezTo>
                      <a:pt x="353" y="140"/>
                      <a:pt x="375" y="197"/>
                      <a:pt x="397" y="257"/>
                    </a:cubicBezTo>
                    <a:cubicBezTo>
                      <a:pt x="428" y="339"/>
                      <a:pt x="460" y="425"/>
                      <a:pt x="510" y="461"/>
                    </a:cubicBezTo>
                    <a:cubicBezTo>
                      <a:pt x="523" y="471"/>
                      <a:pt x="538" y="481"/>
                      <a:pt x="554" y="492"/>
                    </a:cubicBezTo>
                    <a:cubicBezTo>
                      <a:pt x="640" y="550"/>
                      <a:pt x="759" y="630"/>
                      <a:pt x="743" y="762"/>
                    </a:cubicBezTo>
                    <a:cubicBezTo>
                      <a:pt x="742" y="772"/>
                      <a:pt x="741" y="783"/>
                      <a:pt x="739" y="794"/>
                    </a:cubicBezTo>
                    <a:cubicBezTo>
                      <a:pt x="721" y="950"/>
                      <a:pt x="696" y="1164"/>
                      <a:pt x="609" y="1196"/>
                    </a:cubicBezTo>
                    <a:cubicBezTo>
                      <a:pt x="603" y="1198"/>
                      <a:pt x="596" y="1199"/>
                      <a:pt x="589" y="1199"/>
                    </a:cubicBezTo>
                    <a:close/>
                    <a:moveTo>
                      <a:pt x="143" y="8"/>
                    </a:moveTo>
                    <a:cubicBezTo>
                      <a:pt x="109" y="8"/>
                      <a:pt x="79" y="18"/>
                      <a:pt x="60" y="36"/>
                    </a:cubicBezTo>
                    <a:cubicBezTo>
                      <a:pt x="4" y="89"/>
                      <a:pt x="25" y="436"/>
                      <a:pt x="33" y="567"/>
                    </a:cubicBezTo>
                    <a:cubicBezTo>
                      <a:pt x="34" y="585"/>
                      <a:pt x="34" y="585"/>
                      <a:pt x="34" y="585"/>
                    </a:cubicBezTo>
                    <a:cubicBezTo>
                      <a:pt x="42" y="708"/>
                      <a:pt x="120" y="894"/>
                      <a:pt x="207" y="941"/>
                    </a:cubicBezTo>
                    <a:cubicBezTo>
                      <a:pt x="236" y="957"/>
                      <a:pt x="278" y="992"/>
                      <a:pt x="327" y="1032"/>
                    </a:cubicBezTo>
                    <a:cubicBezTo>
                      <a:pt x="415" y="1105"/>
                      <a:pt x="523" y="1195"/>
                      <a:pt x="589" y="1195"/>
                    </a:cubicBezTo>
                    <a:cubicBezTo>
                      <a:pt x="595" y="1195"/>
                      <a:pt x="602" y="1194"/>
                      <a:pt x="608" y="1192"/>
                    </a:cubicBezTo>
                    <a:cubicBezTo>
                      <a:pt x="693" y="1161"/>
                      <a:pt x="717" y="949"/>
                      <a:pt x="735" y="793"/>
                    </a:cubicBezTo>
                    <a:cubicBezTo>
                      <a:pt x="737" y="782"/>
                      <a:pt x="738" y="772"/>
                      <a:pt x="739" y="762"/>
                    </a:cubicBezTo>
                    <a:cubicBezTo>
                      <a:pt x="755" y="632"/>
                      <a:pt x="637" y="553"/>
                      <a:pt x="552" y="495"/>
                    </a:cubicBezTo>
                    <a:cubicBezTo>
                      <a:pt x="536" y="485"/>
                      <a:pt x="520" y="474"/>
                      <a:pt x="507" y="465"/>
                    </a:cubicBezTo>
                    <a:cubicBezTo>
                      <a:pt x="457" y="427"/>
                      <a:pt x="425" y="341"/>
                      <a:pt x="393" y="258"/>
                    </a:cubicBezTo>
                    <a:cubicBezTo>
                      <a:pt x="371" y="198"/>
                      <a:pt x="350" y="142"/>
                      <a:pt x="322" y="102"/>
                    </a:cubicBezTo>
                    <a:cubicBezTo>
                      <a:pt x="287" y="52"/>
                      <a:pt x="226" y="16"/>
                      <a:pt x="163" y="9"/>
                    </a:cubicBezTo>
                    <a:cubicBezTo>
                      <a:pt x="157" y="8"/>
                      <a:pt x="150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0"/>
              <p:cNvSpPr/>
              <p:nvPr/>
            </p:nvSpPr>
            <p:spPr>
              <a:xfrm rot="-280539">
                <a:off x="-1594059" y="-217795"/>
                <a:ext cx="348824" cy="560404"/>
              </a:xfrm>
              <a:custGeom>
                <a:avLst/>
                <a:gdLst/>
                <a:ahLst/>
                <a:cxnLst/>
                <a:rect l="l" t="t" r="r" b="b"/>
                <a:pathLst>
                  <a:path w="291" h="465" extrusionOk="0">
                    <a:moveTo>
                      <a:pt x="128" y="464"/>
                    </a:moveTo>
                    <a:cubicBezTo>
                      <a:pt x="99" y="464"/>
                      <a:pt x="73" y="455"/>
                      <a:pt x="52" y="437"/>
                    </a:cubicBezTo>
                    <a:cubicBezTo>
                      <a:pt x="18" y="408"/>
                      <a:pt x="0" y="358"/>
                      <a:pt x="1" y="302"/>
                    </a:cubicBezTo>
                    <a:cubicBezTo>
                      <a:pt x="2" y="273"/>
                      <a:pt x="13" y="22"/>
                      <a:pt x="67" y="10"/>
                    </a:cubicBezTo>
                    <a:cubicBezTo>
                      <a:pt x="110" y="0"/>
                      <a:pt x="192" y="41"/>
                      <a:pt x="216" y="125"/>
                    </a:cubicBezTo>
                    <a:cubicBezTo>
                      <a:pt x="225" y="155"/>
                      <a:pt x="230" y="184"/>
                      <a:pt x="235" y="212"/>
                    </a:cubicBezTo>
                    <a:cubicBezTo>
                      <a:pt x="244" y="260"/>
                      <a:pt x="253" y="306"/>
                      <a:pt x="276" y="343"/>
                    </a:cubicBezTo>
                    <a:cubicBezTo>
                      <a:pt x="288" y="363"/>
                      <a:pt x="291" y="381"/>
                      <a:pt x="284" y="397"/>
                    </a:cubicBezTo>
                    <a:cubicBezTo>
                      <a:pt x="272" y="425"/>
                      <a:pt x="229" y="447"/>
                      <a:pt x="158" y="461"/>
                    </a:cubicBezTo>
                    <a:cubicBezTo>
                      <a:pt x="148" y="463"/>
                      <a:pt x="138" y="464"/>
                      <a:pt x="128" y="464"/>
                    </a:cubicBezTo>
                    <a:close/>
                    <a:moveTo>
                      <a:pt x="81" y="12"/>
                    </a:moveTo>
                    <a:cubicBezTo>
                      <a:pt x="76" y="12"/>
                      <a:pt x="72" y="13"/>
                      <a:pt x="67" y="14"/>
                    </a:cubicBezTo>
                    <a:cubicBezTo>
                      <a:pt x="26" y="23"/>
                      <a:pt x="9" y="206"/>
                      <a:pt x="6" y="302"/>
                    </a:cubicBezTo>
                    <a:cubicBezTo>
                      <a:pt x="4" y="356"/>
                      <a:pt x="22" y="406"/>
                      <a:pt x="55" y="433"/>
                    </a:cubicBezTo>
                    <a:cubicBezTo>
                      <a:pt x="82" y="457"/>
                      <a:pt x="117" y="465"/>
                      <a:pt x="157" y="457"/>
                    </a:cubicBezTo>
                    <a:cubicBezTo>
                      <a:pt x="227" y="443"/>
                      <a:pt x="269" y="422"/>
                      <a:pt x="280" y="396"/>
                    </a:cubicBezTo>
                    <a:cubicBezTo>
                      <a:pt x="287" y="381"/>
                      <a:pt x="284" y="364"/>
                      <a:pt x="272" y="346"/>
                    </a:cubicBezTo>
                    <a:cubicBezTo>
                      <a:pt x="249" y="308"/>
                      <a:pt x="240" y="261"/>
                      <a:pt x="231" y="212"/>
                    </a:cubicBezTo>
                    <a:cubicBezTo>
                      <a:pt x="226" y="185"/>
                      <a:pt x="221" y="156"/>
                      <a:pt x="212" y="126"/>
                    </a:cubicBezTo>
                    <a:cubicBezTo>
                      <a:pt x="191" y="52"/>
                      <a:pt x="124" y="12"/>
                      <a:pt x="8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 rot="-280543">
                <a:off x="-1162698" y="536497"/>
                <a:ext cx="251609" cy="29735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47" extrusionOk="0">
                    <a:moveTo>
                      <a:pt x="114" y="237"/>
                    </a:moveTo>
                    <a:cubicBezTo>
                      <a:pt x="73" y="237"/>
                      <a:pt x="32" y="180"/>
                      <a:pt x="7" y="122"/>
                    </a:cubicBezTo>
                    <a:cubicBezTo>
                      <a:pt x="0" y="107"/>
                      <a:pt x="0" y="92"/>
                      <a:pt x="7" y="78"/>
                    </a:cubicBezTo>
                    <a:cubicBezTo>
                      <a:pt x="24" y="40"/>
                      <a:pt x="78" y="14"/>
                      <a:pt x="104" y="5"/>
                    </a:cubicBezTo>
                    <a:cubicBezTo>
                      <a:pt x="117" y="0"/>
                      <a:pt x="135" y="5"/>
                      <a:pt x="154" y="17"/>
                    </a:cubicBezTo>
                    <a:cubicBezTo>
                      <a:pt x="178" y="34"/>
                      <a:pt x="204" y="64"/>
                      <a:pt x="206" y="95"/>
                    </a:cubicBezTo>
                    <a:cubicBezTo>
                      <a:pt x="210" y="146"/>
                      <a:pt x="179" y="216"/>
                      <a:pt x="131" y="234"/>
                    </a:cubicBezTo>
                    <a:cubicBezTo>
                      <a:pt x="126" y="236"/>
                      <a:pt x="120" y="237"/>
                      <a:pt x="114" y="237"/>
                    </a:cubicBezTo>
                    <a:close/>
                    <a:moveTo>
                      <a:pt x="115" y="7"/>
                    </a:moveTo>
                    <a:cubicBezTo>
                      <a:pt x="111" y="7"/>
                      <a:pt x="108" y="8"/>
                      <a:pt x="105" y="9"/>
                    </a:cubicBezTo>
                    <a:cubicBezTo>
                      <a:pt x="85" y="16"/>
                      <a:pt x="27" y="42"/>
                      <a:pt x="11" y="79"/>
                    </a:cubicBezTo>
                    <a:cubicBezTo>
                      <a:pt x="5" y="93"/>
                      <a:pt x="5" y="107"/>
                      <a:pt x="11" y="120"/>
                    </a:cubicBezTo>
                    <a:cubicBezTo>
                      <a:pt x="37" y="182"/>
                      <a:pt x="85" y="247"/>
                      <a:pt x="130" y="230"/>
                    </a:cubicBezTo>
                    <a:cubicBezTo>
                      <a:pt x="176" y="212"/>
                      <a:pt x="206" y="144"/>
                      <a:pt x="202" y="96"/>
                    </a:cubicBezTo>
                    <a:cubicBezTo>
                      <a:pt x="200" y="66"/>
                      <a:pt x="175" y="37"/>
                      <a:pt x="152" y="21"/>
                    </a:cubicBezTo>
                    <a:cubicBezTo>
                      <a:pt x="138" y="12"/>
                      <a:pt x="125" y="7"/>
                      <a:pt x="115" y="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20"/>
              <p:cNvSpPr/>
              <p:nvPr/>
            </p:nvSpPr>
            <p:spPr>
              <a:xfrm rot="-280544">
                <a:off x="-111693" y="1117273"/>
                <a:ext cx="360260" cy="232548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92" extrusionOk="0">
                    <a:moveTo>
                      <a:pt x="202" y="185"/>
                    </a:moveTo>
                    <a:cubicBezTo>
                      <a:pt x="178" y="185"/>
                      <a:pt x="156" y="174"/>
                      <a:pt x="135" y="164"/>
                    </a:cubicBezTo>
                    <a:cubicBezTo>
                      <a:pt x="132" y="162"/>
                      <a:pt x="132" y="162"/>
                      <a:pt x="132" y="162"/>
                    </a:cubicBezTo>
                    <a:cubicBezTo>
                      <a:pt x="103" y="147"/>
                      <a:pt x="42" y="117"/>
                      <a:pt x="21" y="96"/>
                    </a:cubicBezTo>
                    <a:cubicBezTo>
                      <a:pt x="1" y="76"/>
                      <a:pt x="0" y="52"/>
                      <a:pt x="18" y="24"/>
                    </a:cubicBezTo>
                    <a:cubicBezTo>
                      <a:pt x="35" y="0"/>
                      <a:pt x="80" y="24"/>
                      <a:pt x="120" y="46"/>
                    </a:cubicBezTo>
                    <a:cubicBezTo>
                      <a:pt x="124" y="48"/>
                      <a:pt x="124" y="48"/>
                      <a:pt x="124" y="48"/>
                    </a:cubicBezTo>
                    <a:cubicBezTo>
                      <a:pt x="128" y="50"/>
                      <a:pt x="133" y="52"/>
                      <a:pt x="137" y="54"/>
                    </a:cubicBezTo>
                    <a:cubicBezTo>
                      <a:pt x="169" y="72"/>
                      <a:pt x="192" y="84"/>
                      <a:pt x="213" y="84"/>
                    </a:cubicBezTo>
                    <a:cubicBezTo>
                      <a:pt x="217" y="84"/>
                      <a:pt x="222" y="84"/>
                      <a:pt x="227" y="84"/>
                    </a:cubicBezTo>
                    <a:cubicBezTo>
                      <a:pt x="249" y="82"/>
                      <a:pt x="273" y="81"/>
                      <a:pt x="291" y="101"/>
                    </a:cubicBezTo>
                    <a:cubicBezTo>
                      <a:pt x="297" y="107"/>
                      <a:pt x="299" y="115"/>
                      <a:pt x="298" y="122"/>
                    </a:cubicBezTo>
                    <a:cubicBezTo>
                      <a:pt x="295" y="139"/>
                      <a:pt x="275" y="156"/>
                      <a:pt x="240" y="175"/>
                    </a:cubicBezTo>
                    <a:cubicBezTo>
                      <a:pt x="227" y="182"/>
                      <a:pt x="214" y="185"/>
                      <a:pt x="202" y="185"/>
                    </a:cubicBezTo>
                    <a:close/>
                    <a:moveTo>
                      <a:pt x="40" y="18"/>
                    </a:moveTo>
                    <a:cubicBezTo>
                      <a:pt x="32" y="18"/>
                      <a:pt x="26" y="21"/>
                      <a:pt x="22" y="27"/>
                    </a:cubicBezTo>
                    <a:cubicBezTo>
                      <a:pt x="4" y="52"/>
                      <a:pt x="5" y="74"/>
                      <a:pt x="24" y="93"/>
                    </a:cubicBezTo>
                    <a:cubicBezTo>
                      <a:pt x="45" y="114"/>
                      <a:pt x="105" y="144"/>
                      <a:pt x="134" y="158"/>
                    </a:cubicBezTo>
                    <a:cubicBezTo>
                      <a:pt x="137" y="160"/>
                      <a:pt x="137" y="160"/>
                      <a:pt x="137" y="160"/>
                    </a:cubicBezTo>
                    <a:cubicBezTo>
                      <a:pt x="168" y="175"/>
                      <a:pt x="201" y="192"/>
                      <a:pt x="238" y="172"/>
                    </a:cubicBezTo>
                    <a:cubicBezTo>
                      <a:pt x="272" y="154"/>
                      <a:pt x="291" y="136"/>
                      <a:pt x="293" y="122"/>
                    </a:cubicBezTo>
                    <a:cubicBezTo>
                      <a:pt x="295" y="115"/>
                      <a:pt x="293" y="109"/>
                      <a:pt x="288" y="104"/>
                    </a:cubicBezTo>
                    <a:cubicBezTo>
                      <a:pt x="271" y="85"/>
                      <a:pt x="248" y="87"/>
                      <a:pt x="227" y="88"/>
                    </a:cubicBezTo>
                    <a:cubicBezTo>
                      <a:pt x="222" y="88"/>
                      <a:pt x="217" y="88"/>
                      <a:pt x="213" y="88"/>
                    </a:cubicBezTo>
                    <a:cubicBezTo>
                      <a:pt x="191" y="88"/>
                      <a:pt x="167" y="76"/>
                      <a:pt x="135" y="58"/>
                    </a:cubicBezTo>
                    <a:cubicBezTo>
                      <a:pt x="131" y="56"/>
                      <a:pt x="126" y="54"/>
                      <a:pt x="122" y="51"/>
                    </a:cubicBezTo>
                    <a:cubicBezTo>
                      <a:pt x="118" y="49"/>
                      <a:pt x="118" y="49"/>
                      <a:pt x="118" y="49"/>
                    </a:cubicBezTo>
                    <a:cubicBezTo>
                      <a:pt x="92" y="35"/>
                      <a:pt x="60" y="18"/>
                      <a:pt x="40" y="1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" name="Google Shape;780;p20"/>
            <p:cNvGrpSpPr/>
            <p:nvPr/>
          </p:nvGrpSpPr>
          <p:grpSpPr>
            <a:xfrm>
              <a:off x="6919528" y="-1515305"/>
              <a:ext cx="4994084" cy="4706371"/>
              <a:chOff x="6919528" y="-1515305"/>
              <a:chExt cx="4994084" cy="4706371"/>
            </a:xfrm>
          </p:grpSpPr>
          <p:sp>
            <p:nvSpPr>
              <p:cNvPr id="781" name="Google Shape;781;p20"/>
              <p:cNvSpPr/>
              <p:nvPr/>
            </p:nvSpPr>
            <p:spPr>
              <a:xfrm rot="-9228737">
                <a:off x="7395922" y="-555142"/>
                <a:ext cx="893983" cy="846332"/>
              </a:xfrm>
              <a:custGeom>
                <a:avLst/>
                <a:gdLst/>
                <a:ahLst/>
                <a:cxnLst/>
                <a:rect l="l" t="t" r="r" b="b"/>
                <a:pathLst>
                  <a:path w="744" h="705" extrusionOk="0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20"/>
              <p:cNvSpPr/>
              <p:nvPr/>
            </p:nvSpPr>
            <p:spPr>
              <a:xfrm rot="-9228721">
                <a:off x="7797807" y="-301601"/>
                <a:ext cx="320233" cy="316421"/>
              </a:xfrm>
              <a:custGeom>
                <a:avLst/>
                <a:gdLst/>
                <a:ahLst/>
                <a:cxnLst/>
                <a:rect l="l" t="t" r="r" b="b"/>
                <a:pathLst>
                  <a:path w="265" h="264" extrusionOk="0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3" name="Google Shape;783;p20"/>
              <p:cNvGrpSpPr/>
              <p:nvPr/>
            </p:nvGrpSpPr>
            <p:grpSpPr>
              <a:xfrm>
                <a:off x="6919528" y="-1515305"/>
                <a:ext cx="4994084" cy="4706371"/>
                <a:chOff x="6919528" y="-1515305"/>
                <a:chExt cx="4994084" cy="4706371"/>
              </a:xfrm>
            </p:grpSpPr>
            <p:sp>
              <p:nvSpPr>
                <p:cNvPr id="784" name="Google Shape;784;p20"/>
                <p:cNvSpPr/>
                <p:nvPr/>
              </p:nvSpPr>
              <p:spPr>
                <a:xfrm rot="-9228737">
                  <a:off x="7136050" y="-729015"/>
                  <a:ext cx="1427706" cy="1313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9" h="1091" extrusionOk="0">
                      <a:moveTo>
                        <a:pt x="212" y="1079"/>
                      </a:moveTo>
                      <a:cubicBezTo>
                        <a:pt x="167" y="1079"/>
                        <a:pt x="123" y="1072"/>
                        <a:pt x="88" y="1058"/>
                      </a:cubicBezTo>
                      <a:cubicBezTo>
                        <a:pt x="41" y="1040"/>
                        <a:pt x="13" y="1012"/>
                        <a:pt x="9" y="976"/>
                      </a:cubicBezTo>
                      <a:cubicBezTo>
                        <a:pt x="0" y="900"/>
                        <a:pt x="44" y="812"/>
                        <a:pt x="87" y="727"/>
                      </a:cubicBezTo>
                      <a:cubicBezTo>
                        <a:pt x="112" y="676"/>
                        <a:pt x="139" y="622"/>
                        <a:pt x="153" y="573"/>
                      </a:cubicBezTo>
                      <a:cubicBezTo>
                        <a:pt x="177" y="487"/>
                        <a:pt x="162" y="423"/>
                        <a:pt x="147" y="356"/>
                      </a:cubicBezTo>
                      <a:cubicBezTo>
                        <a:pt x="139" y="322"/>
                        <a:pt x="131" y="287"/>
                        <a:pt x="128" y="247"/>
                      </a:cubicBezTo>
                      <a:cubicBezTo>
                        <a:pt x="117" y="127"/>
                        <a:pt x="298" y="25"/>
                        <a:pt x="363" y="12"/>
                      </a:cubicBezTo>
                      <a:cubicBezTo>
                        <a:pt x="363" y="12"/>
                        <a:pt x="363" y="12"/>
                        <a:pt x="363" y="12"/>
                      </a:cubicBezTo>
                      <a:cubicBezTo>
                        <a:pt x="420" y="0"/>
                        <a:pt x="541" y="12"/>
                        <a:pt x="791" y="138"/>
                      </a:cubicBezTo>
                      <a:cubicBezTo>
                        <a:pt x="825" y="155"/>
                        <a:pt x="888" y="168"/>
                        <a:pt x="955" y="183"/>
                      </a:cubicBezTo>
                      <a:cubicBezTo>
                        <a:pt x="1025" y="198"/>
                        <a:pt x="1098" y="214"/>
                        <a:pt x="1136" y="234"/>
                      </a:cubicBezTo>
                      <a:cubicBezTo>
                        <a:pt x="1159" y="247"/>
                        <a:pt x="1174" y="274"/>
                        <a:pt x="1180" y="313"/>
                      </a:cubicBezTo>
                      <a:cubicBezTo>
                        <a:pt x="1189" y="380"/>
                        <a:pt x="1167" y="483"/>
                        <a:pt x="1108" y="543"/>
                      </a:cubicBezTo>
                      <a:cubicBezTo>
                        <a:pt x="1098" y="553"/>
                        <a:pt x="1098" y="553"/>
                        <a:pt x="1098" y="553"/>
                      </a:cubicBezTo>
                      <a:cubicBezTo>
                        <a:pt x="1018" y="633"/>
                        <a:pt x="909" y="742"/>
                        <a:pt x="805" y="766"/>
                      </a:cubicBezTo>
                      <a:cubicBezTo>
                        <a:pt x="722" y="785"/>
                        <a:pt x="595" y="869"/>
                        <a:pt x="429" y="1013"/>
                      </a:cubicBezTo>
                      <a:cubicBezTo>
                        <a:pt x="378" y="1058"/>
                        <a:pt x="292" y="1079"/>
                        <a:pt x="212" y="1079"/>
                      </a:cubicBezTo>
                      <a:close/>
                      <a:moveTo>
                        <a:pt x="401" y="12"/>
                      </a:moveTo>
                      <a:cubicBezTo>
                        <a:pt x="386" y="12"/>
                        <a:pt x="374" y="14"/>
                        <a:pt x="364" y="16"/>
                      </a:cubicBezTo>
                      <a:cubicBezTo>
                        <a:pt x="364" y="16"/>
                        <a:pt x="364" y="16"/>
                        <a:pt x="364" y="16"/>
                      </a:cubicBezTo>
                      <a:cubicBezTo>
                        <a:pt x="300" y="29"/>
                        <a:pt x="121" y="129"/>
                        <a:pt x="132" y="247"/>
                      </a:cubicBezTo>
                      <a:cubicBezTo>
                        <a:pt x="135" y="286"/>
                        <a:pt x="143" y="321"/>
                        <a:pt x="151" y="355"/>
                      </a:cubicBezTo>
                      <a:cubicBezTo>
                        <a:pt x="166" y="423"/>
                        <a:pt x="181" y="487"/>
                        <a:pt x="157" y="574"/>
                      </a:cubicBezTo>
                      <a:cubicBezTo>
                        <a:pt x="143" y="624"/>
                        <a:pt x="116" y="677"/>
                        <a:pt x="90" y="729"/>
                      </a:cubicBezTo>
                      <a:cubicBezTo>
                        <a:pt x="48" y="814"/>
                        <a:pt x="5" y="901"/>
                        <a:pt x="13" y="975"/>
                      </a:cubicBezTo>
                      <a:cubicBezTo>
                        <a:pt x="18" y="1018"/>
                        <a:pt x="58" y="1042"/>
                        <a:pt x="90" y="1055"/>
                      </a:cubicBezTo>
                      <a:cubicBezTo>
                        <a:pt x="183" y="1091"/>
                        <a:pt x="347" y="1079"/>
                        <a:pt x="426" y="1010"/>
                      </a:cubicBezTo>
                      <a:cubicBezTo>
                        <a:pt x="593" y="865"/>
                        <a:pt x="720" y="782"/>
                        <a:pt x="804" y="762"/>
                      </a:cubicBezTo>
                      <a:cubicBezTo>
                        <a:pt x="907" y="738"/>
                        <a:pt x="1015" y="629"/>
                        <a:pt x="1095" y="550"/>
                      </a:cubicBezTo>
                      <a:cubicBezTo>
                        <a:pt x="1105" y="540"/>
                        <a:pt x="1105" y="540"/>
                        <a:pt x="1105" y="540"/>
                      </a:cubicBezTo>
                      <a:cubicBezTo>
                        <a:pt x="1163" y="481"/>
                        <a:pt x="1185" y="380"/>
                        <a:pt x="1175" y="314"/>
                      </a:cubicBezTo>
                      <a:cubicBezTo>
                        <a:pt x="1170" y="276"/>
                        <a:pt x="1156" y="250"/>
                        <a:pt x="1134" y="238"/>
                      </a:cubicBezTo>
                      <a:cubicBezTo>
                        <a:pt x="1097" y="218"/>
                        <a:pt x="1024" y="202"/>
                        <a:pt x="954" y="187"/>
                      </a:cubicBezTo>
                      <a:cubicBezTo>
                        <a:pt x="887" y="172"/>
                        <a:pt x="824" y="159"/>
                        <a:pt x="789" y="141"/>
                      </a:cubicBezTo>
                      <a:cubicBezTo>
                        <a:pt x="585" y="39"/>
                        <a:pt x="468" y="12"/>
                        <a:pt x="401" y="12"/>
                      </a:cubicBezTo>
                      <a:close/>
                    </a:path>
                  </a:pathLst>
                </a:custGeom>
                <a:solidFill>
                  <a:srgbClr val="FFFFFF">
                    <a:alpha val="2089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85" name="Google Shape;785;p20"/>
                <p:cNvGrpSpPr/>
                <p:nvPr/>
              </p:nvGrpSpPr>
              <p:grpSpPr>
                <a:xfrm rot="-9314812">
                  <a:off x="7771585" y="-931546"/>
                  <a:ext cx="3564923" cy="3538854"/>
                  <a:chOff x="7369176" y="-1374985"/>
                  <a:chExt cx="3565003" cy="3538933"/>
                </a:xfrm>
              </p:grpSpPr>
              <p:sp>
                <p:nvSpPr>
                  <p:cNvPr id="786" name="Google Shape;786;p20"/>
                  <p:cNvSpPr/>
                  <p:nvPr/>
                </p:nvSpPr>
                <p:spPr>
                  <a:xfrm rot="-9228737">
                    <a:off x="7810704" y="-917908"/>
                    <a:ext cx="2681948" cy="26247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2" h="2183" extrusionOk="0">
                        <a:moveTo>
                          <a:pt x="1757" y="2149"/>
                        </a:moveTo>
                        <a:cubicBezTo>
                          <a:pt x="1722" y="2149"/>
                          <a:pt x="1689" y="2143"/>
                          <a:pt x="1661" y="2130"/>
                        </a:cubicBezTo>
                        <a:cubicBezTo>
                          <a:pt x="1543" y="2071"/>
                          <a:pt x="1444" y="2029"/>
                          <a:pt x="1350" y="1996"/>
                        </a:cubicBezTo>
                        <a:cubicBezTo>
                          <a:pt x="1328" y="1989"/>
                          <a:pt x="1228" y="1969"/>
                          <a:pt x="1102" y="1943"/>
                        </a:cubicBezTo>
                        <a:cubicBezTo>
                          <a:pt x="1020" y="1927"/>
                          <a:pt x="928" y="1909"/>
                          <a:pt x="838" y="1890"/>
                        </a:cubicBezTo>
                        <a:cubicBezTo>
                          <a:pt x="653" y="1851"/>
                          <a:pt x="503" y="1742"/>
                          <a:pt x="422" y="1683"/>
                        </a:cubicBezTo>
                        <a:cubicBezTo>
                          <a:pt x="399" y="1666"/>
                          <a:pt x="381" y="1653"/>
                          <a:pt x="369" y="1646"/>
                        </a:cubicBezTo>
                        <a:cubicBezTo>
                          <a:pt x="304" y="1609"/>
                          <a:pt x="179" y="1198"/>
                          <a:pt x="100" y="837"/>
                        </a:cubicBezTo>
                        <a:cubicBezTo>
                          <a:pt x="23" y="484"/>
                          <a:pt x="0" y="239"/>
                          <a:pt x="40" y="184"/>
                        </a:cubicBezTo>
                        <a:cubicBezTo>
                          <a:pt x="40" y="184"/>
                          <a:pt x="40" y="184"/>
                          <a:pt x="40" y="184"/>
                        </a:cubicBezTo>
                        <a:cubicBezTo>
                          <a:pt x="104" y="95"/>
                          <a:pt x="282" y="35"/>
                          <a:pt x="420" y="16"/>
                        </a:cubicBezTo>
                        <a:cubicBezTo>
                          <a:pt x="542" y="0"/>
                          <a:pt x="640" y="13"/>
                          <a:pt x="689" y="52"/>
                        </a:cubicBezTo>
                        <a:cubicBezTo>
                          <a:pt x="821" y="158"/>
                          <a:pt x="920" y="360"/>
                          <a:pt x="938" y="399"/>
                        </a:cubicBezTo>
                        <a:cubicBezTo>
                          <a:pt x="981" y="491"/>
                          <a:pt x="1054" y="604"/>
                          <a:pt x="1154" y="734"/>
                        </a:cubicBezTo>
                        <a:cubicBezTo>
                          <a:pt x="1186" y="776"/>
                          <a:pt x="1241" y="806"/>
                          <a:pt x="1297" y="811"/>
                        </a:cubicBezTo>
                        <a:cubicBezTo>
                          <a:pt x="1336" y="815"/>
                          <a:pt x="1369" y="806"/>
                          <a:pt x="1391" y="786"/>
                        </a:cubicBezTo>
                        <a:cubicBezTo>
                          <a:pt x="1397" y="780"/>
                          <a:pt x="1397" y="780"/>
                          <a:pt x="1397" y="780"/>
                        </a:cubicBezTo>
                        <a:cubicBezTo>
                          <a:pt x="1451" y="733"/>
                          <a:pt x="1516" y="673"/>
                          <a:pt x="1585" y="675"/>
                        </a:cubicBezTo>
                        <a:cubicBezTo>
                          <a:pt x="1708" y="679"/>
                          <a:pt x="1781" y="778"/>
                          <a:pt x="1797" y="813"/>
                        </a:cubicBezTo>
                        <a:cubicBezTo>
                          <a:pt x="1814" y="850"/>
                          <a:pt x="1797" y="1031"/>
                          <a:pt x="1718" y="1078"/>
                        </a:cubicBezTo>
                        <a:cubicBezTo>
                          <a:pt x="1680" y="1100"/>
                          <a:pt x="1623" y="1104"/>
                          <a:pt x="1572" y="1108"/>
                        </a:cubicBezTo>
                        <a:cubicBezTo>
                          <a:pt x="1517" y="1112"/>
                          <a:pt x="1464" y="1116"/>
                          <a:pt x="1450" y="1143"/>
                        </a:cubicBezTo>
                        <a:cubicBezTo>
                          <a:pt x="1419" y="1200"/>
                          <a:pt x="1394" y="1329"/>
                          <a:pt x="1471" y="1384"/>
                        </a:cubicBezTo>
                        <a:cubicBezTo>
                          <a:pt x="1483" y="1392"/>
                          <a:pt x="1495" y="1401"/>
                          <a:pt x="1508" y="1411"/>
                        </a:cubicBezTo>
                        <a:cubicBezTo>
                          <a:pt x="1591" y="1471"/>
                          <a:pt x="1704" y="1553"/>
                          <a:pt x="1788" y="1583"/>
                        </a:cubicBezTo>
                        <a:cubicBezTo>
                          <a:pt x="1829" y="1598"/>
                          <a:pt x="1886" y="1604"/>
                          <a:pt x="1946" y="1611"/>
                        </a:cubicBezTo>
                        <a:cubicBezTo>
                          <a:pt x="2060" y="1625"/>
                          <a:pt x="2178" y="1638"/>
                          <a:pt x="2199" y="1710"/>
                        </a:cubicBezTo>
                        <a:cubicBezTo>
                          <a:pt x="2232" y="1818"/>
                          <a:pt x="2207" y="1965"/>
                          <a:pt x="2096" y="2036"/>
                        </a:cubicBezTo>
                        <a:cubicBezTo>
                          <a:pt x="2015" y="2087"/>
                          <a:pt x="1872" y="2149"/>
                          <a:pt x="1757" y="2149"/>
                        </a:cubicBezTo>
                        <a:close/>
                        <a:moveTo>
                          <a:pt x="518" y="13"/>
                        </a:moveTo>
                        <a:cubicBezTo>
                          <a:pt x="488" y="13"/>
                          <a:pt x="455" y="16"/>
                          <a:pt x="421" y="20"/>
                        </a:cubicBezTo>
                        <a:cubicBezTo>
                          <a:pt x="253" y="43"/>
                          <a:pt x="98" y="111"/>
                          <a:pt x="44" y="186"/>
                        </a:cubicBezTo>
                        <a:cubicBezTo>
                          <a:pt x="4" y="241"/>
                          <a:pt x="27" y="484"/>
                          <a:pt x="104" y="836"/>
                        </a:cubicBezTo>
                        <a:cubicBezTo>
                          <a:pt x="183" y="1196"/>
                          <a:pt x="307" y="1606"/>
                          <a:pt x="371" y="1643"/>
                        </a:cubicBezTo>
                        <a:cubicBezTo>
                          <a:pt x="383" y="1650"/>
                          <a:pt x="401" y="1663"/>
                          <a:pt x="424" y="1679"/>
                        </a:cubicBezTo>
                        <a:cubicBezTo>
                          <a:pt x="505" y="1738"/>
                          <a:pt x="655" y="1847"/>
                          <a:pt x="839" y="1886"/>
                        </a:cubicBezTo>
                        <a:cubicBezTo>
                          <a:pt x="929" y="1905"/>
                          <a:pt x="1021" y="1923"/>
                          <a:pt x="1102" y="1939"/>
                        </a:cubicBezTo>
                        <a:cubicBezTo>
                          <a:pt x="1229" y="1965"/>
                          <a:pt x="1329" y="1985"/>
                          <a:pt x="1351" y="1992"/>
                        </a:cubicBezTo>
                        <a:cubicBezTo>
                          <a:pt x="1446" y="2025"/>
                          <a:pt x="1545" y="2068"/>
                          <a:pt x="1663" y="2126"/>
                        </a:cubicBezTo>
                        <a:cubicBezTo>
                          <a:pt x="1780" y="2183"/>
                          <a:pt x="1989" y="2099"/>
                          <a:pt x="2094" y="2032"/>
                        </a:cubicBezTo>
                        <a:cubicBezTo>
                          <a:pt x="2203" y="1962"/>
                          <a:pt x="2227" y="1818"/>
                          <a:pt x="2195" y="1711"/>
                        </a:cubicBezTo>
                        <a:cubicBezTo>
                          <a:pt x="2174" y="1642"/>
                          <a:pt x="2058" y="1628"/>
                          <a:pt x="1946" y="1616"/>
                        </a:cubicBezTo>
                        <a:cubicBezTo>
                          <a:pt x="1885" y="1609"/>
                          <a:pt x="1828" y="1602"/>
                          <a:pt x="1787" y="1587"/>
                        </a:cubicBezTo>
                        <a:cubicBezTo>
                          <a:pt x="1702" y="1556"/>
                          <a:pt x="1588" y="1474"/>
                          <a:pt x="1506" y="1414"/>
                        </a:cubicBezTo>
                        <a:cubicBezTo>
                          <a:pt x="1493" y="1405"/>
                          <a:pt x="1480" y="1396"/>
                          <a:pt x="1469" y="1388"/>
                        </a:cubicBezTo>
                        <a:cubicBezTo>
                          <a:pt x="1385" y="1328"/>
                          <a:pt x="1418" y="1193"/>
                          <a:pt x="1446" y="1141"/>
                        </a:cubicBezTo>
                        <a:cubicBezTo>
                          <a:pt x="1462" y="1112"/>
                          <a:pt x="1513" y="1108"/>
                          <a:pt x="1572" y="1104"/>
                        </a:cubicBezTo>
                        <a:cubicBezTo>
                          <a:pt x="1622" y="1100"/>
                          <a:pt x="1679" y="1096"/>
                          <a:pt x="1716" y="1074"/>
                        </a:cubicBezTo>
                        <a:cubicBezTo>
                          <a:pt x="1794" y="1028"/>
                          <a:pt x="1810" y="851"/>
                          <a:pt x="1793" y="815"/>
                        </a:cubicBezTo>
                        <a:cubicBezTo>
                          <a:pt x="1777" y="781"/>
                          <a:pt x="1706" y="683"/>
                          <a:pt x="1584" y="679"/>
                        </a:cubicBezTo>
                        <a:cubicBezTo>
                          <a:pt x="1583" y="679"/>
                          <a:pt x="1582" y="679"/>
                          <a:pt x="1581" y="679"/>
                        </a:cubicBezTo>
                        <a:cubicBezTo>
                          <a:pt x="1516" y="679"/>
                          <a:pt x="1452" y="737"/>
                          <a:pt x="1400" y="784"/>
                        </a:cubicBezTo>
                        <a:cubicBezTo>
                          <a:pt x="1394" y="789"/>
                          <a:pt x="1394" y="789"/>
                          <a:pt x="1394" y="789"/>
                        </a:cubicBezTo>
                        <a:cubicBezTo>
                          <a:pt x="1371" y="810"/>
                          <a:pt x="1337" y="819"/>
                          <a:pt x="1296" y="815"/>
                        </a:cubicBezTo>
                        <a:cubicBezTo>
                          <a:pt x="1239" y="810"/>
                          <a:pt x="1183" y="780"/>
                          <a:pt x="1150" y="737"/>
                        </a:cubicBezTo>
                        <a:cubicBezTo>
                          <a:pt x="1050" y="606"/>
                          <a:pt x="978" y="493"/>
                          <a:pt x="934" y="401"/>
                        </a:cubicBezTo>
                        <a:cubicBezTo>
                          <a:pt x="916" y="362"/>
                          <a:pt x="817" y="161"/>
                          <a:pt x="686" y="55"/>
                        </a:cubicBezTo>
                        <a:cubicBezTo>
                          <a:pt x="652" y="27"/>
                          <a:pt x="593" y="13"/>
                          <a:pt x="518" y="13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8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7" name="Google Shape;787;p20"/>
                  <p:cNvSpPr/>
                  <p:nvPr/>
                </p:nvSpPr>
                <p:spPr>
                  <a:xfrm rot="-9228732">
                    <a:off x="8437385" y="230698"/>
                    <a:ext cx="276392" cy="2516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" h="208" extrusionOk="0">
                        <a:moveTo>
                          <a:pt x="112" y="208"/>
                        </a:moveTo>
                        <a:cubicBezTo>
                          <a:pt x="107" y="208"/>
                          <a:pt x="102" y="208"/>
                          <a:pt x="97" y="207"/>
                        </a:cubicBezTo>
                        <a:cubicBezTo>
                          <a:pt x="67" y="204"/>
                          <a:pt x="37" y="184"/>
                          <a:pt x="18" y="157"/>
                        </a:cubicBezTo>
                        <a:cubicBezTo>
                          <a:pt x="5" y="137"/>
                          <a:pt x="0" y="115"/>
                          <a:pt x="5" y="97"/>
                        </a:cubicBezTo>
                        <a:cubicBezTo>
                          <a:pt x="17" y="54"/>
                          <a:pt x="51" y="28"/>
                          <a:pt x="121" y="7"/>
                        </a:cubicBezTo>
                        <a:cubicBezTo>
                          <a:pt x="144" y="0"/>
                          <a:pt x="167" y="4"/>
                          <a:pt x="185" y="18"/>
                        </a:cubicBezTo>
                        <a:cubicBezTo>
                          <a:pt x="216" y="41"/>
                          <a:pt x="230" y="86"/>
                          <a:pt x="230" y="120"/>
                        </a:cubicBezTo>
                        <a:cubicBezTo>
                          <a:pt x="230" y="141"/>
                          <a:pt x="221" y="160"/>
                          <a:pt x="204" y="176"/>
                        </a:cubicBezTo>
                        <a:cubicBezTo>
                          <a:pt x="181" y="196"/>
                          <a:pt x="146" y="208"/>
                          <a:pt x="112" y="208"/>
                        </a:cubicBezTo>
                        <a:close/>
                        <a:moveTo>
                          <a:pt x="143" y="8"/>
                        </a:moveTo>
                        <a:cubicBezTo>
                          <a:pt x="137" y="8"/>
                          <a:pt x="129" y="9"/>
                          <a:pt x="122" y="11"/>
                        </a:cubicBezTo>
                        <a:cubicBezTo>
                          <a:pt x="54" y="31"/>
                          <a:pt x="20" y="57"/>
                          <a:pt x="9" y="98"/>
                        </a:cubicBezTo>
                        <a:cubicBezTo>
                          <a:pt x="4" y="115"/>
                          <a:pt x="9" y="135"/>
                          <a:pt x="22" y="154"/>
                        </a:cubicBezTo>
                        <a:cubicBezTo>
                          <a:pt x="40" y="181"/>
                          <a:pt x="69" y="200"/>
                          <a:pt x="98" y="203"/>
                        </a:cubicBezTo>
                        <a:cubicBezTo>
                          <a:pt x="134" y="208"/>
                          <a:pt x="175" y="195"/>
                          <a:pt x="201" y="173"/>
                        </a:cubicBezTo>
                        <a:cubicBezTo>
                          <a:pt x="217" y="158"/>
                          <a:pt x="226" y="140"/>
                          <a:pt x="226" y="120"/>
                        </a:cubicBezTo>
                        <a:cubicBezTo>
                          <a:pt x="226" y="87"/>
                          <a:pt x="213" y="44"/>
                          <a:pt x="183" y="21"/>
                        </a:cubicBezTo>
                        <a:cubicBezTo>
                          <a:pt x="171" y="12"/>
                          <a:pt x="158" y="8"/>
                          <a:pt x="143" y="8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8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8" name="Google Shape;788;p20"/>
                  <p:cNvSpPr/>
                  <p:nvPr/>
                </p:nvSpPr>
                <p:spPr>
                  <a:xfrm rot="-9228730">
                    <a:off x="8526937" y="-1002453"/>
                    <a:ext cx="756741" cy="5909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" h="491" extrusionOk="0">
                        <a:moveTo>
                          <a:pt x="395" y="458"/>
                        </a:moveTo>
                        <a:cubicBezTo>
                          <a:pt x="376" y="458"/>
                          <a:pt x="357" y="453"/>
                          <a:pt x="339" y="443"/>
                        </a:cubicBezTo>
                        <a:cubicBezTo>
                          <a:pt x="256" y="396"/>
                          <a:pt x="73" y="283"/>
                          <a:pt x="35" y="233"/>
                        </a:cubicBezTo>
                        <a:cubicBezTo>
                          <a:pt x="9" y="198"/>
                          <a:pt x="0" y="103"/>
                          <a:pt x="28" y="45"/>
                        </a:cubicBezTo>
                        <a:cubicBezTo>
                          <a:pt x="40" y="18"/>
                          <a:pt x="60" y="3"/>
                          <a:pt x="83" y="2"/>
                        </a:cubicBezTo>
                        <a:cubicBezTo>
                          <a:pt x="136" y="0"/>
                          <a:pt x="198" y="40"/>
                          <a:pt x="252" y="75"/>
                        </a:cubicBezTo>
                        <a:cubicBezTo>
                          <a:pt x="282" y="94"/>
                          <a:pt x="311" y="113"/>
                          <a:pt x="334" y="121"/>
                        </a:cubicBezTo>
                        <a:cubicBezTo>
                          <a:pt x="400" y="146"/>
                          <a:pt x="506" y="152"/>
                          <a:pt x="570" y="155"/>
                        </a:cubicBezTo>
                        <a:cubicBezTo>
                          <a:pt x="580" y="156"/>
                          <a:pt x="580" y="156"/>
                          <a:pt x="580" y="156"/>
                        </a:cubicBezTo>
                        <a:cubicBezTo>
                          <a:pt x="596" y="157"/>
                          <a:pt x="607" y="166"/>
                          <a:pt x="614" y="182"/>
                        </a:cubicBezTo>
                        <a:cubicBezTo>
                          <a:pt x="631" y="224"/>
                          <a:pt x="615" y="307"/>
                          <a:pt x="582" y="345"/>
                        </a:cubicBezTo>
                        <a:cubicBezTo>
                          <a:pt x="549" y="383"/>
                          <a:pt x="473" y="458"/>
                          <a:pt x="395" y="458"/>
                        </a:cubicBezTo>
                        <a:close/>
                        <a:moveTo>
                          <a:pt x="87" y="6"/>
                        </a:moveTo>
                        <a:cubicBezTo>
                          <a:pt x="86" y="6"/>
                          <a:pt x="85" y="6"/>
                          <a:pt x="83" y="7"/>
                        </a:cubicBezTo>
                        <a:cubicBezTo>
                          <a:pt x="61" y="7"/>
                          <a:pt x="43" y="21"/>
                          <a:pt x="31" y="47"/>
                        </a:cubicBezTo>
                        <a:cubicBezTo>
                          <a:pt x="5" y="102"/>
                          <a:pt x="14" y="197"/>
                          <a:pt x="39" y="230"/>
                        </a:cubicBezTo>
                        <a:cubicBezTo>
                          <a:pt x="76" y="280"/>
                          <a:pt x="259" y="392"/>
                          <a:pt x="341" y="439"/>
                        </a:cubicBezTo>
                        <a:cubicBezTo>
                          <a:pt x="433" y="491"/>
                          <a:pt x="538" y="388"/>
                          <a:pt x="579" y="342"/>
                        </a:cubicBezTo>
                        <a:cubicBezTo>
                          <a:pt x="611" y="305"/>
                          <a:pt x="627" y="224"/>
                          <a:pt x="610" y="184"/>
                        </a:cubicBezTo>
                        <a:cubicBezTo>
                          <a:pt x="604" y="169"/>
                          <a:pt x="594" y="161"/>
                          <a:pt x="580" y="160"/>
                        </a:cubicBezTo>
                        <a:cubicBezTo>
                          <a:pt x="570" y="160"/>
                          <a:pt x="570" y="160"/>
                          <a:pt x="570" y="160"/>
                        </a:cubicBezTo>
                        <a:cubicBezTo>
                          <a:pt x="506" y="156"/>
                          <a:pt x="399" y="150"/>
                          <a:pt x="333" y="125"/>
                        </a:cubicBezTo>
                        <a:cubicBezTo>
                          <a:pt x="309" y="116"/>
                          <a:pt x="280" y="98"/>
                          <a:pt x="250" y="78"/>
                        </a:cubicBezTo>
                        <a:cubicBezTo>
                          <a:pt x="198" y="45"/>
                          <a:pt x="138" y="6"/>
                          <a:pt x="87" y="6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8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9" name="Google Shape;789;p20"/>
                  <p:cNvSpPr/>
                  <p:nvPr/>
                </p:nvSpPr>
                <p:spPr>
                  <a:xfrm rot="-9228736">
                    <a:off x="8774676" y="-247169"/>
                    <a:ext cx="1385770" cy="19423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4" h="1615" extrusionOk="0">
                        <a:moveTo>
                          <a:pt x="838" y="1607"/>
                        </a:moveTo>
                        <a:cubicBezTo>
                          <a:pt x="799" y="1607"/>
                          <a:pt x="760" y="1598"/>
                          <a:pt x="722" y="1581"/>
                        </a:cubicBezTo>
                        <a:cubicBezTo>
                          <a:pt x="555" y="1501"/>
                          <a:pt x="192" y="1237"/>
                          <a:pt x="153" y="1155"/>
                        </a:cubicBezTo>
                        <a:cubicBezTo>
                          <a:pt x="116" y="1079"/>
                          <a:pt x="56" y="680"/>
                          <a:pt x="31" y="509"/>
                        </a:cubicBezTo>
                        <a:cubicBezTo>
                          <a:pt x="28" y="489"/>
                          <a:pt x="25" y="473"/>
                          <a:pt x="23" y="461"/>
                        </a:cubicBezTo>
                        <a:cubicBezTo>
                          <a:pt x="0" y="309"/>
                          <a:pt x="9" y="72"/>
                          <a:pt x="128" y="41"/>
                        </a:cubicBezTo>
                        <a:cubicBezTo>
                          <a:pt x="287" y="0"/>
                          <a:pt x="477" y="16"/>
                          <a:pt x="544" y="146"/>
                        </a:cubicBezTo>
                        <a:cubicBezTo>
                          <a:pt x="591" y="237"/>
                          <a:pt x="667" y="366"/>
                          <a:pt x="712" y="444"/>
                        </a:cubicBezTo>
                        <a:cubicBezTo>
                          <a:pt x="728" y="470"/>
                          <a:pt x="740" y="491"/>
                          <a:pt x="747" y="504"/>
                        </a:cubicBezTo>
                        <a:cubicBezTo>
                          <a:pt x="795" y="589"/>
                          <a:pt x="937" y="715"/>
                          <a:pt x="1020" y="757"/>
                        </a:cubicBezTo>
                        <a:cubicBezTo>
                          <a:pt x="1104" y="802"/>
                          <a:pt x="1154" y="983"/>
                          <a:pt x="1128" y="1081"/>
                        </a:cubicBezTo>
                        <a:cubicBezTo>
                          <a:pt x="1103" y="1172"/>
                          <a:pt x="1058" y="1341"/>
                          <a:pt x="1054" y="1446"/>
                        </a:cubicBezTo>
                        <a:cubicBezTo>
                          <a:pt x="1052" y="1492"/>
                          <a:pt x="1019" y="1540"/>
                          <a:pt x="967" y="1572"/>
                        </a:cubicBezTo>
                        <a:cubicBezTo>
                          <a:pt x="928" y="1595"/>
                          <a:pt x="883" y="1607"/>
                          <a:pt x="838" y="1607"/>
                        </a:cubicBezTo>
                        <a:close/>
                        <a:moveTo>
                          <a:pt x="129" y="43"/>
                        </a:moveTo>
                        <a:cubicBezTo>
                          <a:pt x="129" y="45"/>
                          <a:pt x="129" y="45"/>
                          <a:pt x="129" y="45"/>
                        </a:cubicBezTo>
                        <a:cubicBezTo>
                          <a:pt x="13" y="76"/>
                          <a:pt x="5" y="310"/>
                          <a:pt x="28" y="460"/>
                        </a:cubicBezTo>
                        <a:cubicBezTo>
                          <a:pt x="29" y="472"/>
                          <a:pt x="32" y="489"/>
                          <a:pt x="35" y="509"/>
                        </a:cubicBezTo>
                        <a:cubicBezTo>
                          <a:pt x="61" y="679"/>
                          <a:pt x="121" y="1078"/>
                          <a:pt x="157" y="1153"/>
                        </a:cubicBezTo>
                        <a:cubicBezTo>
                          <a:pt x="196" y="1235"/>
                          <a:pt x="557" y="1497"/>
                          <a:pt x="724" y="1577"/>
                        </a:cubicBezTo>
                        <a:cubicBezTo>
                          <a:pt x="803" y="1615"/>
                          <a:pt x="893" y="1611"/>
                          <a:pt x="965" y="1568"/>
                        </a:cubicBezTo>
                        <a:cubicBezTo>
                          <a:pt x="1016" y="1537"/>
                          <a:pt x="1048" y="1491"/>
                          <a:pt x="1050" y="1446"/>
                        </a:cubicBezTo>
                        <a:cubicBezTo>
                          <a:pt x="1053" y="1340"/>
                          <a:pt x="1099" y="1171"/>
                          <a:pt x="1124" y="1080"/>
                        </a:cubicBezTo>
                        <a:cubicBezTo>
                          <a:pt x="1150" y="983"/>
                          <a:pt x="1101" y="805"/>
                          <a:pt x="1018" y="761"/>
                        </a:cubicBezTo>
                        <a:cubicBezTo>
                          <a:pt x="935" y="718"/>
                          <a:pt x="792" y="592"/>
                          <a:pt x="744" y="506"/>
                        </a:cubicBezTo>
                        <a:cubicBezTo>
                          <a:pt x="737" y="493"/>
                          <a:pt x="724" y="472"/>
                          <a:pt x="709" y="446"/>
                        </a:cubicBezTo>
                        <a:cubicBezTo>
                          <a:pt x="663" y="368"/>
                          <a:pt x="587" y="239"/>
                          <a:pt x="541" y="147"/>
                        </a:cubicBezTo>
                        <a:cubicBezTo>
                          <a:pt x="475" y="20"/>
                          <a:pt x="287" y="4"/>
                          <a:pt x="129" y="45"/>
                        </a:cubicBezTo>
                        <a:lnTo>
                          <a:pt x="129" y="43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208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0" name="Google Shape;790;p20"/>
                  <p:cNvSpPr/>
                  <p:nvPr/>
                </p:nvSpPr>
                <p:spPr>
                  <a:xfrm rot="-9228734">
                    <a:off x="9040672" y="38242"/>
                    <a:ext cx="913049" cy="14410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9" h="1199" extrusionOk="0">
                        <a:moveTo>
                          <a:pt x="589" y="1199"/>
                        </a:moveTo>
                        <a:cubicBezTo>
                          <a:pt x="522" y="1199"/>
                          <a:pt x="413" y="1109"/>
                          <a:pt x="324" y="1035"/>
                        </a:cubicBezTo>
                        <a:cubicBezTo>
                          <a:pt x="275" y="995"/>
                          <a:pt x="233" y="960"/>
                          <a:pt x="205" y="945"/>
                        </a:cubicBezTo>
                        <a:cubicBezTo>
                          <a:pt x="117" y="897"/>
                          <a:pt x="38" y="709"/>
                          <a:pt x="30" y="585"/>
                        </a:cubicBezTo>
                        <a:cubicBezTo>
                          <a:pt x="29" y="568"/>
                          <a:pt x="29" y="568"/>
                          <a:pt x="29" y="568"/>
                        </a:cubicBezTo>
                        <a:cubicBezTo>
                          <a:pt x="20" y="424"/>
                          <a:pt x="0" y="87"/>
                          <a:pt x="57" y="33"/>
                        </a:cubicBezTo>
                        <a:cubicBezTo>
                          <a:pt x="81" y="11"/>
                          <a:pt x="120" y="0"/>
                          <a:pt x="164" y="5"/>
                        </a:cubicBezTo>
                        <a:cubicBezTo>
                          <a:pt x="228" y="12"/>
                          <a:pt x="290" y="48"/>
                          <a:pt x="326" y="100"/>
                        </a:cubicBezTo>
                        <a:cubicBezTo>
                          <a:pt x="353" y="140"/>
                          <a:pt x="375" y="197"/>
                          <a:pt x="397" y="257"/>
                        </a:cubicBezTo>
                        <a:cubicBezTo>
                          <a:pt x="428" y="339"/>
                          <a:pt x="460" y="425"/>
                          <a:pt x="510" y="461"/>
                        </a:cubicBezTo>
                        <a:cubicBezTo>
                          <a:pt x="523" y="471"/>
                          <a:pt x="538" y="481"/>
                          <a:pt x="554" y="492"/>
                        </a:cubicBezTo>
                        <a:cubicBezTo>
                          <a:pt x="640" y="550"/>
                          <a:pt x="759" y="630"/>
                          <a:pt x="743" y="762"/>
                        </a:cubicBezTo>
                        <a:cubicBezTo>
                          <a:pt x="742" y="772"/>
                          <a:pt x="741" y="783"/>
                          <a:pt x="739" y="794"/>
                        </a:cubicBezTo>
                        <a:cubicBezTo>
                          <a:pt x="721" y="950"/>
                          <a:pt x="696" y="1164"/>
                          <a:pt x="609" y="1196"/>
                        </a:cubicBezTo>
                        <a:cubicBezTo>
                          <a:pt x="603" y="1198"/>
                          <a:pt x="596" y="1199"/>
                          <a:pt x="589" y="1199"/>
                        </a:cubicBezTo>
                        <a:close/>
                        <a:moveTo>
                          <a:pt x="143" y="8"/>
                        </a:moveTo>
                        <a:cubicBezTo>
                          <a:pt x="109" y="8"/>
                          <a:pt x="79" y="18"/>
                          <a:pt x="60" y="36"/>
                        </a:cubicBezTo>
                        <a:cubicBezTo>
                          <a:pt x="4" y="89"/>
                          <a:pt x="25" y="436"/>
                          <a:pt x="33" y="567"/>
                        </a:cubicBezTo>
                        <a:cubicBezTo>
                          <a:pt x="34" y="585"/>
                          <a:pt x="34" y="585"/>
                          <a:pt x="34" y="585"/>
                        </a:cubicBezTo>
                        <a:cubicBezTo>
                          <a:pt x="42" y="708"/>
                          <a:pt x="120" y="894"/>
                          <a:pt x="207" y="941"/>
                        </a:cubicBezTo>
                        <a:cubicBezTo>
                          <a:pt x="236" y="957"/>
                          <a:pt x="278" y="992"/>
                          <a:pt x="327" y="1032"/>
                        </a:cubicBezTo>
                        <a:cubicBezTo>
                          <a:pt x="415" y="1105"/>
                          <a:pt x="523" y="1195"/>
                          <a:pt x="589" y="1195"/>
                        </a:cubicBezTo>
                        <a:cubicBezTo>
                          <a:pt x="595" y="1195"/>
                          <a:pt x="602" y="1194"/>
                          <a:pt x="608" y="1192"/>
                        </a:cubicBezTo>
                        <a:cubicBezTo>
                          <a:pt x="693" y="1161"/>
                          <a:pt x="717" y="949"/>
                          <a:pt x="735" y="793"/>
                        </a:cubicBezTo>
                        <a:cubicBezTo>
                          <a:pt x="737" y="782"/>
                          <a:pt x="738" y="772"/>
                          <a:pt x="739" y="762"/>
                        </a:cubicBezTo>
                        <a:cubicBezTo>
                          <a:pt x="755" y="632"/>
                          <a:pt x="637" y="553"/>
                          <a:pt x="552" y="495"/>
                        </a:cubicBezTo>
                        <a:cubicBezTo>
                          <a:pt x="536" y="485"/>
                          <a:pt x="520" y="474"/>
                          <a:pt x="507" y="465"/>
                        </a:cubicBezTo>
                        <a:cubicBezTo>
                          <a:pt x="457" y="427"/>
                          <a:pt x="425" y="341"/>
                          <a:pt x="393" y="258"/>
                        </a:cubicBezTo>
                        <a:cubicBezTo>
                          <a:pt x="371" y="198"/>
                          <a:pt x="350" y="142"/>
                          <a:pt x="322" y="102"/>
                        </a:cubicBezTo>
                        <a:cubicBezTo>
                          <a:pt x="287" y="52"/>
                          <a:pt x="226" y="16"/>
                          <a:pt x="163" y="9"/>
                        </a:cubicBezTo>
                        <a:cubicBezTo>
                          <a:pt x="157" y="8"/>
                          <a:pt x="150" y="8"/>
                          <a:pt x="143" y="8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8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1" name="Google Shape;791;p20"/>
                  <p:cNvSpPr/>
                  <p:nvPr/>
                </p:nvSpPr>
                <p:spPr>
                  <a:xfrm rot="-9228731">
                    <a:off x="9356097" y="747729"/>
                    <a:ext cx="348827" cy="5604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" h="465" extrusionOk="0">
                        <a:moveTo>
                          <a:pt x="128" y="464"/>
                        </a:moveTo>
                        <a:cubicBezTo>
                          <a:pt x="99" y="464"/>
                          <a:pt x="73" y="455"/>
                          <a:pt x="52" y="437"/>
                        </a:cubicBezTo>
                        <a:cubicBezTo>
                          <a:pt x="18" y="408"/>
                          <a:pt x="0" y="358"/>
                          <a:pt x="1" y="302"/>
                        </a:cubicBezTo>
                        <a:cubicBezTo>
                          <a:pt x="2" y="273"/>
                          <a:pt x="13" y="22"/>
                          <a:pt x="67" y="10"/>
                        </a:cubicBezTo>
                        <a:cubicBezTo>
                          <a:pt x="110" y="0"/>
                          <a:pt x="192" y="41"/>
                          <a:pt x="216" y="125"/>
                        </a:cubicBezTo>
                        <a:cubicBezTo>
                          <a:pt x="225" y="155"/>
                          <a:pt x="230" y="184"/>
                          <a:pt x="235" y="212"/>
                        </a:cubicBezTo>
                        <a:cubicBezTo>
                          <a:pt x="244" y="260"/>
                          <a:pt x="253" y="306"/>
                          <a:pt x="276" y="343"/>
                        </a:cubicBezTo>
                        <a:cubicBezTo>
                          <a:pt x="288" y="363"/>
                          <a:pt x="291" y="381"/>
                          <a:pt x="284" y="397"/>
                        </a:cubicBezTo>
                        <a:cubicBezTo>
                          <a:pt x="272" y="425"/>
                          <a:pt x="229" y="447"/>
                          <a:pt x="158" y="461"/>
                        </a:cubicBezTo>
                        <a:cubicBezTo>
                          <a:pt x="148" y="463"/>
                          <a:pt x="138" y="464"/>
                          <a:pt x="128" y="464"/>
                        </a:cubicBezTo>
                        <a:close/>
                        <a:moveTo>
                          <a:pt x="81" y="12"/>
                        </a:moveTo>
                        <a:cubicBezTo>
                          <a:pt x="76" y="12"/>
                          <a:pt x="72" y="13"/>
                          <a:pt x="67" y="14"/>
                        </a:cubicBezTo>
                        <a:cubicBezTo>
                          <a:pt x="26" y="23"/>
                          <a:pt x="9" y="206"/>
                          <a:pt x="6" y="302"/>
                        </a:cubicBezTo>
                        <a:cubicBezTo>
                          <a:pt x="4" y="356"/>
                          <a:pt x="22" y="406"/>
                          <a:pt x="55" y="433"/>
                        </a:cubicBezTo>
                        <a:cubicBezTo>
                          <a:pt x="82" y="457"/>
                          <a:pt x="117" y="465"/>
                          <a:pt x="157" y="457"/>
                        </a:cubicBezTo>
                        <a:cubicBezTo>
                          <a:pt x="227" y="443"/>
                          <a:pt x="269" y="422"/>
                          <a:pt x="280" y="396"/>
                        </a:cubicBezTo>
                        <a:cubicBezTo>
                          <a:pt x="287" y="381"/>
                          <a:pt x="284" y="364"/>
                          <a:pt x="272" y="346"/>
                        </a:cubicBezTo>
                        <a:cubicBezTo>
                          <a:pt x="249" y="308"/>
                          <a:pt x="240" y="261"/>
                          <a:pt x="231" y="212"/>
                        </a:cubicBezTo>
                        <a:cubicBezTo>
                          <a:pt x="226" y="185"/>
                          <a:pt x="221" y="156"/>
                          <a:pt x="212" y="126"/>
                        </a:cubicBezTo>
                        <a:cubicBezTo>
                          <a:pt x="191" y="52"/>
                          <a:pt x="124" y="12"/>
                          <a:pt x="81" y="12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8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2" name="Google Shape;792;p20"/>
                  <p:cNvSpPr/>
                  <p:nvPr/>
                </p:nvSpPr>
                <p:spPr>
                  <a:xfrm rot="-9228735">
                    <a:off x="9395630" y="148316"/>
                    <a:ext cx="251611" cy="2973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0" h="247" extrusionOk="0">
                        <a:moveTo>
                          <a:pt x="114" y="237"/>
                        </a:moveTo>
                        <a:cubicBezTo>
                          <a:pt x="73" y="237"/>
                          <a:pt x="32" y="180"/>
                          <a:pt x="7" y="122"/>
                        </a:cubicBezTo>
                        <a:cubicBezTo>
                          <a:pt x="0" y="107"/>
                          <a:pt x="0" y="92"/>
                          <a:pt x="7" y="78"/>
                        </a:cubicBezTo>
                        <a:cubicBezTo>
                          <a:pt x="24" y="40"/>
                          <a:pt x="78" y="14"/>
                          <a:pt x="104" y="5"/>
                        </a:cubicBezTo>
                        <a:cubicBezTo>
                          <a:pt x="117" y="0"/>
                          <a:pt x="135" y="5"/>
                          <a:pt x="154" y="17"/>
                        </a:cubicBezTo>
                        <a:cubicBezTo>
                          <a:pt x="178" y="34"/>
                          <a:pt x="204" y="64"/>
                          <a:pt x="206" y="95"/>
                        </a:cubicBezTo>
                        <a:cubicBezTo>
                          <a:pt x="210" y="146"/>
                          <a:pt x="179" y="216"/>
                          <a:pt x="131" y="234"/>
                        </a:cubicBezTo>
                        <a:cubicBezTo>
                          <a:pt x="126" y="236"/>
                          <a:pt x="120" y="237"/>
                          <a:pt x="114" y="237"/>
                        </a:cubicBezTo>
                        <a:close/>
                        <a:moveTo>
                          <a:pt x="115" y="7"/>
                        </a:moveTo>
                        <a:cubicBezTo>
                          <a:pt x="111" y="7"/>
                          <a:pt x="108" y="8"/>
                          <a:pt x="105" y="9"/>
                        </a:cubicBezTo>
                        <a:cubicBezTo>
                          <a:pt x="85" y="16"/>
                          <a:pt x="27" y="42"/>
                          <a:pt x="11" y="79"/>
                        </a:cubicBezTo>
                        <a:cubicBezTo>
                          <a:pt x="5" y="93"/>
                          <a:pt x="5" y="107"/>
                          <a:pt x="11" y="120"/>
                        </a:cubicBezTo>
                        <a:cubicBezTo>
                          <a:pt x="37" y="182"/>
                          <a:pt x="85" y="247"/>
                          <a:pt x="130" y="230"/>
                        </a:cubicBezTo>
                        <a:cubicBezTo>
                          <a:pt x="176" y="212"/>
                          <a:pt x="206" y="144"/>
                          <a:pt x="202" y="96"/>
                        </a:cubicBezTo>
                        <a:cubicBezTo>
                          <a:pt x="200" y="66"/>
                          <a:pt x="175" y="37"/>
                          <a:pt x="152" y="21"/>
                        </a:cubicBezTo>
                        <a:cubicBezTo>
                          <a:pt x="138" y="12"/>
                          <a:pt x="125" y="7"/>
                          <a:pt x="115" y="7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8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793" name="Google Shape;793;p20"/>
          <p:cNvGrpSpPr/>
          <p:nvPr/>
        </p:nvGrpSpPr>
        <p:grpSpPr>
          <a:xfrm>
            <a:off x="-650147" y="-494505"/>
            <a:ext cx="10016492" cy="5684063"/>
            <a:chOff x="-650147" y="-494505"/>
            <a:chExt cx="10016492" cy="5684063"/>
          </a:xfrm>
        </p:grpSpPr>
        <p:pic>
          <p:nvPicPr>
            <p:cNvPr id="794" name="Google Shape;794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255539">
              <a:off x="-488446" y="3994025"/>
              <a:ext cx="895672" cy="1070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5" name="Google Shape;79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20971" y="445025"/>
              <a:ext cx="545374" cy="651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6" name="Google Shape;796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8767514">
              <a:off x="7578075" y="-352153"/>
              <a:ext cx="750220" cy="786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" name="Google Shape;901;p23"/>
          <p:cNvGrpSpPr/>
          <p:nvPr/>
        </p:nvGrpSpPr>
        <p:grpSpPr>
          <a:xfrm>
            <a:off x="-1853247" y="-1662784"/>
            <a:ext cx="12631784" cy="8791553"/>
            <a:chOff x="-1853247" y="-1662784"/>
            <a:chExt cx="12631784" cy="8791553"/>
          </a:xfrm>
        </p:grpSpPr>
        <p:grpSp>
          <p:nvGrpSpPr>
            <p:cNvPr id="902" name="Google Shape;902;p23"/>
            <p:cNvGrpSpPr/>
            <p:nvPr/>
          </p:nvGrpSpPr>
          <p:grpSpPr>
            <a:xfrm rot="-5400000">
              <a:off x="6853018" y="-1873891"/>
              <a:ext cx="3714412" cy="4136626"/>
              <a:chOff x="6452693" y="2612509"/>
              <a:chExt cx="3714412" cy="4136626"/>
            </a:xfrm>
          </p:grpSpPr>
          <p:sp>
            <p:nvSpPr>
              <p:cNvPr id="903" name="Google Shape;903;p23"/>
              <p:cNvSpPr/>
              <p:nvPr/>
            </p:nvSpPr>
            <p:spPr>
              <a:xfrm rot="-3153882">
                <a:off x="8323793" y="2921831"/>
                <a:ext cx="1427693" cy="1313327"/>
              </a:xfrm>
              <a:custGeom>
                <a:avLst/>
                <a:gdLst/>
                <a:ahLst/>
                <a:cxnLst/>
                <a:rect l="l" t="t" r="r" b="b"/>
                <a:pathLst>
                  <a:path w="1189" h="1091" extrusionOk="0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23"/>
              <p:cNvSpPr/>
              <p:nvPr/>
            </p:nvSpPr>
            <p:spPr>
              <a:xfrm rot="-3153878">
                <a:off x="8543966" y="3095589"/>
                <a:ext cx="893976" cy="846324"/>
              </a:xfrm>
              <a:custGeom>
                <a:avLst/>
                <a:gdLst/>
                <a:ahLst/>
                <a:cxnLst/>
                <a:rect l="l" t="t" r="r" b="b"/>
                <a:pathLst>
                  <a:path w="744" h="705" extrusionOk="0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23"/>
              <p:cNvSpPr/>
              <p:nvPr/>
            </p:nvSpPr>
            <p:spPr>
              <a:xfrm rot="-3153878">
                <a:off x="8819601" y="3475568"/>
                <a:ext cx="320230" cy="316418"/>
              </a:xfrm>
              <a:custGeom>
                <a:avLst/>
                <a:gdLst/>
                <a:ahLst/>
                <a:cxnLst/>
                <a:rect l="l" t="t" r="r" b="b"/>
                <a:pathLst>
                  <a:path w="265" h="264" extrusionOk="0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23"/>
              <p:cNvSpPr/>
              <p:nvPr/>
            </p:nvSpPr>
            <p:spPr>
              <a:xfrm rot="-3153878">
                <a:off x="6968935" y="3574233"/>
                <a:ext cx="2681928" cy="2624752"/>
              </a:xfrm>
              <a:custGeom>
                <a:avLst/>
                <a:gdLst/>
                <a:ahLst/>
                <a:cxnLst/>
                <a:rect l="l" t="t" r="r" b="b"/>
                <a:pathLst>
                  <a:path w="2232" h="2183" extrusionOk="0">
                    <a:moveTo>
                      <a:pt x="1757" y="2149"/>
                    </a:moveTo>
                    <a:cubicBezTo>
                      <a:pt x="1722" y="2149"/>
                      <a:pt x="1689" y="2143"/>
                      <a:pt x="1661" y="2130"/>
                    </a:cubicBezTo>
                    <a:cubicBezTo>
                      <a:pt x="1543" y="2071"/>
                      <a:pt x="1444" y="2029"/>
                      <a:pt x="1350" y="1996"/>
                    </a:cubicBezTo>
                    <a:cubicBezTo>
                      <a:pt x="1328" y="1989"/>
                      <a:pt x="1228" y="1969"/>
                      <a:pt x="1102" y="1943"/>
                    </a:cubicBezTo>
                    <a:cubicBezTo>
                      <a:pt x="1020" y="1927"/>
                      <a:pt x="928" y="1909"/>
                      <a:pt x="838" y="1890"/>
                    </a:cubicBezTo>
                    <a:cubicBezTo>
                      <a:pt x="653" y="1851"/>
                      <a:pt x="503" y="1742"/>
                      <a:pt x="422" y="1683"/>
                    </a:cubicBezTo>
                    <a:cubicBezTo>
                      <a:pt x="399" y="1666"/>
                      <a:pt x="381" y="1653"/>
                      <a:pt x="369" y="1646"/>
                    </a:cubicBezTo>
                    <a:cubicBezTo>
                      <a:pt x="304" y="1609"/>
                      <a:pt x="179" y="1198"/>
                      <a:pt x="100" y="837"/>
                    </a:cubicBezTo>
                    <a:cubicBezTo>
                      <a:pt x="23" y="484"/>
                      <a:pt x="0" y="239"/>
                      <a:pt x="40" y="184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104" y="95"/>
                      <a:pt x="282" y="35"/>
                      <a:pt x="420" y="16"/>
                    </a:cubicBezTo>
                    <a:cubicBezTo>
                      <a:pt x="542" y="0"/>
                      <a:pt x="640" y="13"/>
                      <a:pt x="689" y="52"/>
                    </a:cubicBezTo>
                    <a:cubicBezTo>
                      <a:pt x="821" y="158"/>
                      <a:pt x="920" y="360"/>
                      <a:pt x="938" y="399"/>
                    </a:cubicBezTo>
                    <a:cubicBezTo>
                      <a:pt x="981" y="491"/>
                      <a:pt x="1054" y="604"/>
                      <a:pt x="1154" y="734"/>
                    </a:cubicBezTo>
                    <a:cubicBezTo>
                      <a:pt x="1186" y="776"/>
                      <a:pt x="1241" y="806"/>
                      <a:pt x="1297" y="811"/>
                    </a:cubicBezTo>
                    <a:cubicBezTo>
                      <a:pt x="1336" y="815"/>
                      <a:pt x="1369" y="806"/>
                      <a:pt x="1391" y="786"/>
                    </a:cubicBezTo>
                    <a:cubicBezTo>
                      <a:pt x="1397" y="780"/>
                      <a:pt x="1397" y="780"/>
                      <a:pt x="1397" y="780"/>
                    </a:cubicBezTo>
                    <a:cubicBezTo>
                      <a:pt x="1451" y="733"/>
                      <a:pt x="1516" y="673"/>
                      <a:pt x="1585" y="675"/>
                    </a:cubicBezTo>
                    <a:cubicBezTo>
                      <a:pt x="1708" y="679"/>
                      <a:pt x="1781" y="778"/>
                      <a:pt x="1797" y="813"/>
                    </a:cubicBezTo>
                    <a:cubicBezTo>
                      <a:pt x="1814" y="850"/>
                      <a:pt x="1797" y="1031"/>
                      <a:pt x="1718" y="1078"/>
                    </a:cubicBezTo>
                    <a:cubicBezTo>
                      <a:pt x="1680" y="1100"/>
                      <a:pt x="1623" y="1104"/>
                      <a:pt x="1572" y="1108"/>
                    </a:cubicBezTo>
                    <a:cubicBezTo>
                      <a:pt x="1517" y="1112"/>
                      <a:pt x="1464" y="1116"/>
                      <a:pt x="1450" y="1143"/>
                    </a:cubicBezTo>
                    <a:cubicBezTo>
                      <a:pt x="1419" y="1200"/>
                      <a:pt x="1394" y="1329"/>
                      <a:pt x="1471" y="1384"/>
                    </a:cubicBezTo>
                    <a:cubicBezTo>
                      <a:pt x="1483" y="1392"/>
                      <a:pt x="1495" y="1401"/>
                      <a:pt x="1508" y="1411"/>
                    </a:cubicBezTo>
                    <a:cubicBezTo>
                      <a:pt x="1591" y="1471"/>
                      <a:pt x="1704" y="1553"/>
                      <a:pt x="1788" y="1583"/>
                    </a:cubicBezTo>
                    <a:cubicBezTo>
                      <a:pt x="1829" y="1598"/>
                      <a:pt x="1886" y="1604"/>
                      <a:pt x="1946" y="1611"/>
                    </a:cubicBezTo>
                    <a:cubicBezTo>
                      <a:pt x="2060" y="1625"/>
                      <a:pt x="2178" y="1638"/>
                      <a:pt x="2199" y="1710"/>
                    </a:cubicBezTo>
                    <a:cubicBezTo>
                      <a:pt x="2232" y="1818"/>
                      <a:pt x="2207" y="1965"/>
                      <a:pt x="2096" y="2036"/>
                    </a:cubicBezTo>
                    <a:cubicBezTo>
                      <a:pt x="2015" y="2087"/>
                      <a:pt x="1872" y="2149"/>
                      <a:pt x="1757" y="2149"/>
                    </a:cubicBezTo>
                    <a:close/>
                    <a:moveTo>
                      <a:pt x="518" y="13"/>
                    </a:moveTo>
                    <a:cubicBezTo>
                      <a:pt x="488" y="13"/>
                      <a:pt x="455" y="16"/>
                      <a:pt x="421" y="20"/>
                    </a:cubicBezTo>
                    <a:cubicBezTo>
                      <a:pt x="253" y="43"/>
                      <a:pt x="98" y="111"/>
                      <a:pt x="44" y="186"/>
                    </a:cubicBezTo>
                    <a:cubicBezTo>
                      <a:pt x="4" y="241"/>
                      <a:pt x="27" y="484"/>
                      <a:pt x="104" y="836"/>
                    </a:cubicBezTo>
                    <a:cubicBezTo>
                      <a:pt x="183" y="1196"/>
                      <a:pt x="307" y="1606"/>
                      <a:pt x="371" y="1643"/>
                    </a:cubicBezTo>
                    <a:cubicBezTo>
                      <a:pt x="383" y="1650"/>
                      <a:pt x="401" y="1663"/>
                      <a:pt x="424" y="1679"/>
                    </a:cubicBezTo>
                    <a:cubicBezTo>
                      <a:pt x="505" y="1738"/>
                      <a:pt x="655" y="1847"/>
                      <a:pt x="839" y="1886"/>
                    </a:cubicBezTo>
                    <a:cubicBezTo>
                      <a:pt x="929" y="1905"/>
                      <a:pt x="1021" y="1923"/>
                      <a:pt x="1102" y="1939"/>
                    </a:cubicBezTo>
                    <a:cubicBezTo>
                      <a:pt x="1229" y="1965"/>
                      <a:pt x="1329" y="1985"/>
                      <a:pt x="1351" y="1992"/>
                    </a:cubicBezTo>
                    <a:cubicBezTo>
                      <a:pt x="1446" y="2025"/>
                      <a:pt x="1545" y="2068"/>
                      <a:pt x="1663" y="2126"/>
                    </a:cubicBezTo>
                    <a:cubicBezTo>
                      <a:pt x="1780" y="2183"/>
                      <a:pt x="1989" y="2099"/>
                      <a:pt x="2094" y="2032"/>
                    </a:cubicBezTo>
                    <a:cubicBezTo>
                      <a:pt x="2203" y="1962"/>
                      <a:pt x="2227" y="1818"/>
                      <a:pt x="2195" y="1711"/>
                    </a:cubicBezTo>
                    <a:cubicBezTo>
                      <a:pt x="2174" y="1642"/>
                      <a:pt x="2058" y="1628"/>
                      <a:pt x="1946" y="1616"/>
                    </a:cubicBezTo>
                    <a:cubicBezTo>
                      <a:pt x="1885" y="1609"/>
                      <a:pt x="1828" y="1602"/>
                      <a:pt x="1787" y="1587"/>
                    </a:cubicBezTo>
                    <a:cubicBezTo>
                      <a:pt x="1702" y="1556"/>
                      <a:pt x="1588" y="1474"/>
                      <a:pt x="1506" y="1414"/>
                    </a:cubicBezTo>
                    <a:cubicBezTo>
                      <a:pt x="1493" y="1405"/>
                      <a:pt x="1480" y="1396"/>
                      <a:pt x="1469" y="1388"/>
                    </a:cubicBezTo>
                    <a:cubicBezTo>
                      <a:pt x="1385" y="1328"/>
                      <a:pt x="1418" y="1193"/>
                      <a:pt x="1446" y="1141"/>
                    </a:cubicBezTo>
                    <a:cubicBezTo>
                      <a:pt x="1462" y="1112"/>
                      <a:pt x="1513" y="1108"/>
                      <a:pt x="1572" y="1104"/>
                    </a:cubicBezTo>
                    <a:cubicBezTo>
                      <a:pt x="1622" y="1100"/>
                      <a:pt x="1679" y="1096"/>
                      <a:pt x="1716" y="1074"/>
                    </a:cubicBezTo>
                    <a:cubicBezTo>
                      <a:pt x="1794" y="1028"/>
                      <a:pt x="1810" y="851"/>
                      <a:pt x="1793" y="815"/>
                    </a:cubicBezTo>
                    <a:cubicBezTo>
                      <a:pt x="1777" y="781"/>
                      <a:pt x="1706" y="683"/>
                      <a:pt x="1584" y="679"/>
                    </a:cubicBezTo>
                    <a:cubicBezTo>
                      <a:pt x="1583" y="679"/>
                      <a:pt x="1582" y="679"/>
                      <a:pt x="1581" y="679"/>
                    </a:cubicBezTo>
                    <a:cubicBezTo>
                      <a:pt x="1516" y="679"/>
                      <a:pt x="1452" y="737"/>
                      <a:pt x="1400" y="784"/>
                    </a:cubicBezTo>
                    <a:cubicBezTo>
                      <a:pt x="1394" y="789"/>
                      <a:pt x="1394" y="789"/>
                      <a:pt x="1394" y="789"/>
                    </a:cubicBezTo>
                    <a:cubicBezTo>
                      <a:pt x="1371" y="810"/>
                      <a:pt x="1337" y="819"/>
                      <a:pt x="1296" y="815"/>
                    </a:cubicBezTo>
                    <a:cubicBezTo>
                      <a:pt x="1239" y="810"/>
                      <a:pt x="1183" y="780"/>
                      <a:pt x="1150" y="737"/>
                    </a:cubicBezTo>
                    <a:cubicBezTo>
                      <a:pt x="1050" y="606"/>
                      <a:pt x="978" y="493"/>
                      <a:pt x="934" y="401"/>
                    </a:cubicBezTo>
                    <a:cubicBezTo>
                      <a:pt x="916" y="362"/>
                      <a:pt x="817" y="161"/>
                      <a:pt x="686" y="55"/>
                    </a:cubicBezTo>
                    <a:cubicBezTo>
                      <a:pt x="652" y="27"/>
                      <a:pt x="593" y="13"/>
                      <a:pt x="518" y="1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23"/>
              <p:cNvSpPr/>
              <p:nvPr/>
            </p:nvSpPr>
            <p:spPr>
              <a:xfrm rot="-3153880">
                <a:off x="8321314" y="4203185"/>
                <a:ext cx="276390" cy="251610"/>
              </a:xfrm>
              <a:custGeom>
                <a:avLst/>
                <a:gdLst/>
                <a:ahLst/>
                <a:cxnLst/>
                <a:rect l="l" t="t" r="r" b="b"/>
                <a:pathLst>
                  <a:path w="230" h="208" extrusionOk="0">
                    <a:moveTo>
                      <a:pt x="112" y="208"/>
                    </a:moveTo>
                    <a:cubicBezTo>
                      <a:pt x="107" y="208"/>
                      <a:pt x="102" y="208"/>
                      <a:pt x="97" y="207"/>
                    </a:cubicBezTo>
                    <a:cubicBezTo>
                      <a:pt x="67" y="204"/>
                      <a:pt x="37" y="184"/>
                      <a:pt x="18" y="157"/>
                    </a:cubicBezTo>
                    <a:cubicBezTo>
                      <a:pt x="5" y="137"/>
                      <a:pt x="0" y="115"/>
                      <a:pt x="5" y="97"/>
                    </a:cubicBezTo>
                    <a:cubicBezTo>
                      <a:pt x="17" y="54"/>
                      <a:pt x="51" y="28"/>
                      <a:pt x="121" y="7"/>
                    </a:cubicBezTo>
                    <a:cubicBezTo>
                      <a:pt x="144" y="0"/>
                      <a:pt x="167" y="4"/>
                      <a:pt x="185" y="18"/>
                    </a:cubicBezTo>
                    <a:cubicBezTo>
                      <a:pt x="216" y="41"/>
                      <a:pt x="230" y="86"/>
                      <a:pt x="230" y="120"/>
                    </a:cubicBezTo>
                    <a:cubicBezTo>
                      <a:pt x="230" y="141"/>
                      <a:pt x="221" y="160"/>
                      <a:pt x="204" y="176"/>
                    </a:cubicBezTo>
                    <a:cubicBezTo>
                      <a:pt x="181" y="196"/>
                      <a:pt x="146" y="208"/>
                      <a:pt x="112" y="208"/>
                    </a:cubicBezTo>
                    <a:close/>
                    <a:moveTo>
                      <a:pt x="143" y="8"/>
                    </a:moveTo>
                    <a:cubicBezTo>
                      <a:pt x="137" y="8"/>
                      <a:pt x="129" y="9"/>
                      <a:pt x="122" y="11"/>
                    </a:cubicBezTo>
                    <a:cubicBezTo>
                      <a:pt x="54" y="31"/>
                      <a:pt x="20" y="57"/>
                      <a:pt x="9" y="98"/>
                    </a:cubicBezTo>
                    <a:cubicBezTo>
                      <a:pt x="4" y="115"/>
                      <a:pt x="9" y="135"/>
                      <a:pt x="22" y="154"/>
                    </a:cubicBezTo>
                    <a:cubicBezTo>
                      <a:pt x="40" y="181"/>
                      <a:pt x="69" y="200"/>
                      <a:pt x="98" y="203"/>
                    </a:cubicBezTo>
                    <a:cubicBezTo>
                      <a:pt x="134" y="208"/>
                      <a:pt x="175" y="195"/>
                      <a:pt x="201" y="173"/>
                    </a:cubicBezTo>
                    <a:cubicBezTo>
                      <a:pt x="217" y="158"/>
                      <a:pt x="226" y="140"/>
                      <a:pt x="226" y="120"/>
                    </a:cubicBezTo>
                    <a:cubicBezTo>
                      <a:pt x="226" y="87"/>
                      <a:pt x="213" y="44"/>
                      <a:pt x="183" y="21"/>
                    </a:cubicBezTo>
                    <a:cubicBezTo>
                      <a:pt x="171" y="12"/>
                      <a:pt x="158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23"/>
              <p:cNvSpPr/>
              <p:nvPr/>
            </p:nvSpPr>
            <p:spPr>
              <a:xfrm rot="-3153881">
                <a:off x="9059897" y="4564360"/>
                <a:ext cx="756735" cy="59090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491" extrusionOk="0">
                    <a:moveTo>
                      <a:pt x="395" y="458"/>
                    </a:moveTo>
                    <a:cubicBezTo>
                      <a:pt x="376" y="458"/>
                      <a:pt x="357" y="453"/>
                      <a:pt x="339" y="443"/>
                    </a:cubicBezTo>
                    <a:cubicBezTo>
                      <a:pt x="256" y="396"/>
                      <a:pt x="73" y="283"/>
                      <a:pt x="35" y="233"/>
                    </a:cubicBezTo>
                    <a:cubicBezTo>
                      <a:pt x="9" y="198"/>
                      <a:pt x="0" y="103"/>
                      <a:pt x="28" y="45"/>
                    </a:cubicBezTo>
                    <a:cubicBezTo>
                      <a:pt x="40" y="18"/>
                      <a:pt x="60" y="3"/>
                      <a:pt x="83" y="2"/>
                    </a:cubicBezTo>
                    <a:cubicBezTo>
                      <a:pt x="136" y="0"/>
                      <a:pt x="198" y="40"/>
                      <a:pt x="252" y="75"/>
                    </a:cubicBezTo>
                    <a:cubicBezTo>
                      <a:pt x="282" y="94"/>
                      <a:pt x="311" y="113"/>
                      <a:pt x="334" y="121"/>
                    </a:cubicBezTo>
                    <a:cubicBezTo>
                      <a:pt x="400" y="146"/>
                      <a:pt x="506" y="152"/>
                      <a:pt x="570" y="155"/>
                    </a:cubicBezTo>
                    <a:cubicBezTo>
                      <a:pt x="580" y="156"/>
                      <a:pt x="580" y="156"/>
                      <a:pt x="580" y="156"/>
                    </a:cubicBezTo>
                    <a:cubicBezTo>
                      <a:pt x="596" y="157"/>
                      <a:pt x="607" y="166"/>
                      <a:pt x="614" y="182"/>
                    </a:cubicBezTo>
                    <a:cubicBezTo>
                      <a:pt x="631" y="224"/>
                      <a:pt x="615" y="307"/>
                      <a:pt x="582" y="345"/>
                    </a:cubicBezTo>
                    <a:cubicBezTo>
                      <a:pt x="549" y="383"/>
                      <a:pt x="473" y="458"/>
                      <a:pt x="395" y="458"/>
                    </a:cubicBezTo>
                    <a:close/>
                    <a:moveTo>
                      <a:pt x="87" y="6"/>
                    </a:moveTo>
                    <a:cubicBezTo>
                      <a:pt x="86" y="6"/>
                      <a:pt x="85" y="6"/>
                      <a:pt x="83" y="7"/>
                    </a:cubicBezTo>
                    <a:cubicBezTo>
                      <a:pt x="61" y="7"/>
                      <a:pt x="43" y="21"/>
                      <a:pt x="31" y="47"/>
                    </a:cubicBezTo>
                    <a:cubicBezTo>
                      <a:pt x="5" y="102"/>
                      <a:pt x="14" y="197"/>
                      <a:pt x="39" y="230"/>
                    </a:cubicBezTo>
                    <a:cubicBezTo>
                      <a:pt x="76" y="280"/>
                      <a:pt x="259" y="392"/>
                      <a:pt x="341" y="439"/>
                    </a:cubicBezTo>
                    <a:cubicBezTo>
                      <a:pt x="433" y="491"/>
                      <a:pt x="538" y="388"/>
                      <a:pt x="579" y="342"/>
                    </a:cubicBezTo>
                    <a:cubicBezTo>
                      <a:pt x="611" y="305"/>
                      <a:pt x="627" y="224"/>
                      <a:pt x="610" y="184"/>
                    </a:cubicBezTo>
                    <a:cubicBezTo>
                      <a:pt x="604" y="169"/>
                      <a:pt x="594" y="161"/>
                      <a:pt x="580" y="160"/>
                    </a:cubicBezTo>
                    <a:cubicBezTo>
                      <a:pt x="570" y="160"/>
                      <a:pt x="570" y="160"/>
                      <a:pt x="570" y="160"/>
                    </a:cubicBezTo>
                    <a:cubicBezTo>
                      <a:pt x="506" y="156"/>
                      <a:pt x="399" y="150"/>
                      <a:pt x="333" y="125"/>
                    </a:cubicBezTo>
                    <a:cubicBezTo>
                      <a:pt x="309" y="116"/>
                      <a:pt x="280" y="98"/>
                      <a:pt x="250" y="78"/>
                    </a:cubicBezTo>
                    <a:cubicBezTo>
                      <a:pt x="198" y="45"/>
                      <a:pt x="138" y="6"/>
                      <a:pt x="87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23"/>
              <p:cNvSpPr/>
              <p:nvPr/>
            </p:nvSpPr>
            <p:spPr>
              <a:xfrm rot="-3153883">
                <a:off x="7232204" y="4160970"/>
                <a:ext cx="1385758" cy="1942353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1615" extrusionOk="0">
                    <a:moveTo>
                      <a:pt x="838" y="1607"/>
                    </a:moveTo>
                    <a:cubicBezTo>
                      <a:pt x="799" y="1607"/>
                      <a:pt x="760" y="1598"/>
                      <a:pt x="722" y="1581"/>
                    </a:cubicBezTo>
                    <a:cubicBezTo>
                      <a:pt x="555" y="1501"/>
                      <a:pt x="192" y="1237"/>
                      <a:pt x="153" y="1155"/>
                    </a:cubicBezTo>
                    <a:cubicBezTo>
                      <a:pt x="116" y="1079"/>
                      <a:pt x="56" y="680"/>
                      <a:pt x="31" y="509"/>
                    </a:cubicBezTo>
                    <a:cubicBezTo>
                      <a:pt x="28" y="489"/>
                      <a:pt x="25" y="473"/>
                      <a:pt x="23" y="461"/>
                    </a:cubicBezTo>
                    <a:cubicBezTo>
                      <a:pt x="0" y="309"/>
                      <a:pt x="9" y="72"/>
                      <a:pt x="128" y="41"/>
                    </a:cubicBezTo>
                    <a:cubicBezTo>
                      <a:pt x="287" y="0"/>
                      <a:pt x="477" y="16"/>
                      <a:pt x="544" y="146"/>
                    </a:cubicBezTo>
                    <a:cubicBezTo>
                      <a:pt x="591" y="237"/>
                      <a:pt x="667" y="366"/>
                      <a:pt x="712" y="444"/>
                    </a:cubicBezTo>
                    <a:cubicBezTo>
                      <a:pt x="728" y="470"/>
                      <a:pt x="740" y="491"/>
                      <a:pt x="747" y="504"/>
                    </a:cubicBezTo>
                    <a:cubicBezTo>
                      <a:pt x="795" y="589"/>
                      <a:pt x="937" y="715"/>
                      <a:pt x="1020" y="757"/>
                    </a:cubicBezTo>
                    <a:cubicBezTo>
                      <a:pt x="1104" y="802"/>
                      <a:pt x="1154" y="983"/>
                      <a:pt x="1128" y="1081"/>
                    </a:cubicBezTo>
                    <a:cubicBezTo>
                      <a:pt x="1103" y="1172"/>
                      <a:pt x="1058" y="1341"/>
                      <a:pt x="1054" y="1446"/>
                    </a:cubicBezTo>
                    <a:cubicBezTo>
                      <a:pt x="1052" y="1492"/>
                      <a:pt x="1019" y="1540"/>
                      <a:pt x="967" y="1572"/>
                    </a:cubicBezTo>
                    <a:cubicBezTo>
                      <a:pt x="928" y="1595"/>
                      <a:pt x="883" y="1607"/>
                      <a:pt x="838" y="1607"/>
                    </a:cubicBezTo>
                    <a:close/>
                    <a:moveTo>
                      <a:pt x="129" y="43"/>
                    </a:moveTo>
                    <a:cubicBezTo>
                      <a:pt x="129" y="45"/>
                      <a:pt x="129" y="45"/>
                      <a:pt x="129" y="45"/>
                    </a:cubicBezTo>
                    <a:cubicBezTo>
                      <a:pt x="13" y="76"/>
                      <a:pt x="5" y="310"/>
                      <a:pt x="28" y="460"/>
                    </a:cubicBezTo>
                    <a:cubicBezTo>
                      <a:pt x="29" y="472"/>
                      <a:pt x="32" y="489"/>
                      <a:pt x="35" y="509"/>
                    </a:cubicBezTo>
                    <a:cubicBezTo>
                      <a:pt x="61" y="679"/>
                      <a:pt x="121" y="1078"/>
                      <a:pt x="157" y="1153"/>
                    </a:cubicBezTo>
                    <a:cubicBezTo>
                      <a:pt x="196" y="1235"/>
                      <a:pt x="557" y="1497"/>
                      <a:pt x="724" y="1577"/>
                    </a:cubicBezTo>
                    <a:cubicBezTo>
                      <a:pt x="803" y="1615"/>
                      <a:pt x="893" y="1611"/>
                      <a:pt x="965" y="1568"/>
                    </a:cubicBezTo>
                    <a:cubicBezTo>
                      <a:pt x="1016" y="1537"/>
                      <a:pt x="1048" y="1491"/>
                      <a:pt x="1050" y="1446"/>
                    </a:cubicBezTo>
                    <a:cubicBezTo>
                      <a:pt x="1053" y="1340"/>
                      <a:pt x="1099" y="1171"/>
                      <a:pt x="1124" y="1080"/>
                    </a:cubicBezTo>
                    <a:cubicBezTo>
                      <a:pt x="1150" y="983"/>
                      <a:pt x="1101" y="805"/>
                      <a:pt x="1018" y="761"/>
                    </a:cubicBezTo>
                    <a:cubicBezTo>
                      <a:pt x="935" y="718"/>
                      <a:pt x="792" y="592"/>
                      <a:pt x="744" y="506"/>
                    </a:cubicBezTo>
                    <a:cubicBezTo>
                      <a:pt x="737" y="493"/>
                      <a:pt x="724" y="472"/>
                      <a:pt x="709" y="446"/>
                    </a:cubicBezTo>
                    <a:cubicBezTo>
                      <a:pt x="663" y="368"/>
                      <a:pt x="587" y="239"/>
                      <a:pt x="541" y="147"/>
                    </a:cubicBezTo>
                    <a:cubicBezTo>
                      <a:pt x="475" y="20"/>
                      <a:pt x="287" y="4"/>
                      <a:pt x="129" y="45"/>
                    </a:cubicBezTo>
                    <a:lnTo>
                      <a:pt x="129" y="4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23"/>
              <p:cNvSpPr/>
              <p:nvPr/>
            </p:nvSpPr>
            <p:spPr>
              <a:xfrm rot="-3153878">
                <a:off x="7428695" y="4433917"/>
                <a:ext cx="913039" cy="1441039"/>
              </a:xfrm>
              <a:custGeom>
                <a:avLst/>
                <a:gdLst/>
                <a:ahLst/>
                <a:cxnLst/>
                <a:rect l="l" t="t" r="r" b="b"/>
                <a:pathLst>
                  <a:path w="759" h="1199" extrusionOk="0">
                    <a:moveTo>
                      <a:pt x="589" y="1199"/>
                    </a:moveTo>
                    <a:cubicBezTo>
                      <a:pt x="522" y="1199"/>
                      <a:pt x="413" y="1109"/>
                      <a:pt x="324" y="1035"/>
                    </a:cubicBezTo>
                    <a:cubicBezTo>
                      <a:pt x="275" y="995"/>
                      <a:pt x="233" y="960"/>
                      <a:pt x="205" y="945"/>
                    </a:cubicBezTo>
                    <a:cubicBezTo>
                      <a:pt x="117" y="897"/>
                      <a:pt x="38" y="709"/>
                      <a:pt x="30" y="585"/>
                    </a:cubicBezTo>
                    <a:cubicBezTo>
                      <a:pt x="29" y="568"/>
                      <a:pt x="29" y="568"/>
                      <a:pt x="29" y="568"/>
                    </a:cubicBezTo>
                    <a:cubicBezTo>
                      <a:pt x="20" y="424"/>
                      <a:pt x="0" y="87"/>
                      <a:pt x="57" y="33"/>
                    </a:cubicBezTo>
                    <a:cubicBezTo>
                      <a:pt x="81" y="11"/>
                      <a:pt x="120" y="0"/>
                      <a:pt x="164" y="5"/>
                    </a:cubicBezTo>
                    <a:cubicBezTo>
                      <a:pt x="228" y="12"/>
                      <a:pt x="290" y="48"/>
                      <a:pt x="326" y="100"/>
                    </a:cubicBezTo>
                    <a:cubicBezTo>
                      <a:pt x="353" y="140"/>
                      <a:pt x="375" y="197"/>
                      <a:pt x="397" y="257"/>
                    </a:cubicBezTo>
                    <a:cubicBezTo>
                      <a:pt x="428" y="339"/>
                      <a:pt x="460" y="425"/>
                      <a:pt x="510" y="461"/>
                    </a:cubicBezTo>
                    <a:cubicBezTo>
                      <a:pt x="523" y="471"/>
                      <a:pt x="538" y="481"/>
                      <a:pt x="554" y="492"/>
                    </a:cubicBezTo>
                    <a:cubicBezTo>
                      <a:pt x="640" y="550"/>
                      <a:pt x="759" y="630"/>
                      <a:pt x="743" y="762"/>
                    </a:cubicBezTo>
                    <a:cubicBezTo>
                      <a:pt x="742" y="772"/>
                      <a:pt x="741" y="783"/>
                      <a:pt x="739" y="794"/>
                    </a:cubicBezTo>
                    <a:cubicBezTo>
                      <a:pt x="721" y="950"/>
                      <a:pt x="696" y="1164"/>
                      <a:pt x="609" y="1196"/>
                    </a:cubicBezTo>
                    <a:cubicBezTo>
                      <a:pt x="603" y="1198"/>
                      <a:pt x="596" y="1199"/>
                      <a:pt x="589" y="1199"/>
                    </a:cubicBezTo>
                    <a:close/>
                    <a:moveTo>
                      <a:pt x="143" y="8"/>
                    </a:moveTo>
                    <a:cubicBezTo>
                      <a:pt x="109" y="8"/>
                      <a:pt x="79" y="18"/>
                      <a:pt x="60" y="36"/>
                    </a:cubicBezTo>
                    <a:cubicBezTo>
                      <a:pt x="4" y="89"/>
                      <a:pt x="25" y="436"/>
                      <a:pt x="33" y="567"/>
                    </a:cubicBezTo>
                    <a:cubicBezTo>
                      <a:pt x="34" y="585"/>
                      <a:pt x="34" y="585"/>
                      <a:pt x="34" y="585"/>
                    </a:cubicBezTo>
                    <a:cubicBezTo>
                      <a:pt x="42" y="708"/>
                      <a:pt x="120" y="894"/>
                      <a:pt x="207" y="941"/>
                    </a:cubicBezTo>
                    <a:cubicBezTo>
                      <a:pt x="236" y="957"/>
                      <a:pt x="278" y="992"/>
                      <a:pt x="327" y="1032"/>
                    </a:cubicBezTo>
                    <a:cubicBezTo>
                      <a:pt x="415" y="1105"/>
                      <a:pt x="523" y="1195"/>
                      <a:pt x="589" y="1195"/>
                    </a:cubicBezTo>
                    <a:cubicBezTo>
                      <a:pt x="595" y="1195"/>
                      <a:pt x="602" y="1194"/>
                      <a:pt x="608" y="1192"/>
                    </a:cubicBezTo>
                    <a:cubicBezTo>
                      <a:pt x="693" y="1161"/>
                      <a:pt x="717" y="949"/>
                      <a:pt x="735" y="793"/>
                    </a:cubicBezTo>
                    <a:cubicBezTo>
                      <a:pt x="737" y="782"/>
                      <a:pt x="738" y="772"/>
                      <a:pt x="739" y="762"/>
                    </a:cubicBezTo>
                    <a:cubicBezTo>
                      <a:pt x="755" y="632"/>
                      <a:pt x="637" y="553"/>
                      <a:pt x="552" y="495"/>
                    </a:cubicBezTo>
                    <a:cubicBezTo>
                      <a:pt x="536" y="485"/>
                      <a:pt x="520" y="474"/>
                      <a:pt x="507" y="465"/>
                    </a:cubicBezTo>
                    <a:cubicBezTo>
                      <a:pt x="457" y="427"/>
                      <a:pt x="425" y="341"/>
                      <a:pt x="393" y="258"/>
                    </a:cubicBezTo>
                    <a:cubicBezTo>
                      <a:pt x="371" y="198"/>
                      <a:pt x="350" y="142"/>
                      <a:pt x="322" y="102"/>
                    </a:cubicBezTo>
                    <a:cubicBezTo>
                      <a:pt x="287" y="52"/>
                      <a:pt x="226" y="16"/>
                      <a:pt x="163" y="9"/>
                    </a:cubicBezTo>
                    <a:cubicBezTo>
                      <a:pt x="157" y="8"/>
                      <a:pt x="150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23"/>
              <p:cNvSpPr/>
              <p:nvPr/>
            </p:nvSpPr>
            <p:spPr>
              <a:xfrm rot="-3153879">
                <a:off x="7440314" y="4854408"/>
                <a:ext cx="348823" cy="560404"/>
              </a:xfrm>
              <a:custGeom>
                <a:avLst/>
                <a:gdLst/>
                <a:ahLst/>
                <a:cxnLst/>
                <a:rect l="l" t="t" r="r" b="b"/>
                <a:pathLst>
                  <a:path w="291" h="465" extrusionOk="0">
                    <a:moveTo>
                      <a:pt x="128" y="464"/>
                    </a:moveTo>
                    <a:cubicBezTo>
                      <a:pt x="99" y="464"/>
                      <a:pt x="73" y="455"/>
                      <a:pt x="52" y="437"/>
                    </a:cubicBezTo>
                    <a:cubicBezTo>
                      <a:pt x="18" y="408"/>
                      <a:pt x="0" y="358"/>
                      <a:pt x="1" y="302"/>
                    </a:cubicBezTo>
                    <a:cubicBezTo>
                      <a:pt x="2" y="273"/>
                      <a:pt x="13" y="22"/>
                      <a:pt x="67" y="10"/>
                    </a:cubicBezTo>
                    <a:cubicBezTo>
                      <a:pt x="110" y="0"/>
                      <a:pt x="192" y="41"/>
                      <a:pt x="216" y="125"/>
                    </a:cubicBezTo>
                    <a:cubicBezTo>
                      <a:pt x="225" y="155"/>
                      <a:pt x="230" y="184"/>
                      <a:pt x="235" y="212"/>
                    </a:cubicBezTo>
                    <a:cubicBezTo>
                      <a:pt x="244" y="260"/>
                      <a:pt x="253" y="306"/>
                      <a:pt x="276" y="343"/>
                    </a:cubicBezTo>
                    <a:cubicBezTo>
                      <a:pt x="288" y="363"/>
                      <a:pt x="291" y="381"/>
                      <a:pt x="284" y="397"/>
                    </a:cubicBezTo>
                    <a:cubicBezTo>
                      <a:pt x="272" y="425"/>
                      <a:pt x="229" y="447"/>
                      <a:pt x="158" y="461"/>
                    </a:cubicBezTo>
                    <a:cubicBezTo>
                      <a:pt x="148" y="463"/>
                      <a:pt x="138" y="464"/>
                      <a:pt x="128" y="464"/>
                    </a:cubicBezTo>
                    <a:close/>
                    <a:moveTo>
                      <a:pt x="81" y="12"/>
                    </a:moveTo>
                    <a:cubicBezTo>
                      <a:pt x="76" y="12"/>
                      <a:pt x="72" y="13"/>
                      <a:pt x="67" y="14"/>
                    </a:cubicBezTo>
                    <a:cubicBezTo>
                      <a:pt x="26" y="23"/>
                      <a:pt x="9" y="206"/>
                      <a:pt x="6" y="302"/>
                    </a:cubicBezTo>
                    <a:cubicBezTo>
                      <a:pt x="4" y="356"/>
                      <a:pt x="22" y="406"/>
                      <a:pt x="55" y="433"/>
                    </a:cubicBezTo>
                    <a:cubicBezTo>
                      <a:pt x="82" y="457"/>
                      <a:pt x="117" y="465"/>
                      <a:pt x="157" y="457"/>
                    </a:cubicBezTo>
                    <a:cubicBezTo>
                      <a:pt x="227" y="443"/>
                      <a:pt x="269" y="422"/>
                      <a:pt x="280" y="396"/>
                    </a:cubicBezTo>
                    <a:cubicBezTo>
                      <a:pt x="287" y="381"/>
                      <a:pt x="284" y="364"/>
                      <a:pt x="272" y="346"/>
                    </a:cubicBezTo>
                    <a:cubicBezTo>
                      <a:pt x="249" y="308"/>
                      <a:pt x="240" y="261"/>
                      <a:pt x="231" y="212"/>
                    </a:cubicBezTo>
                    <a:cubicBezTo>
                      <a:pt x="226" y="185"/>
                      <a:pt x="221" y="156"/>
                      <a:pt x="212" y="126"/>
                    </a:cubicBezTo>
                    <a:cubicBezTo>
                      <a:pt x="191" y="52"/>
                      <a:pt x="124" y="12"/>
                      <a:pt x="8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23"/>
              <p:cNvSpPr/>
              <p:nvPr/>
            </p:nvSpPr>
            <p:spPr>
              <a:xfrm rot="-3153880">
                <a:off x="8207583" y="5119597"/>
                <a:ext cx="251609" cy="297357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47" extrusionOk="0">
                    <a:moveTo>
                      <a:pt x="114" y="237"/>
                    </a:moveTo>
                    <a:cubicBezTo>
                      <a:pt x="73" y="237"/>
                      <a:pt x="32" y="180"/>
                      <a:pt x="7" y="122"/>
                    </a:cubicBezTo>
                    <a:cubicBezTo>
                      <a:pt x="0" y="107"/>
                      <a:pt x="0" y="92"/>
                      <a:pt x="7" y="78"/>
                    </a:cubicBezTo>
                    <a:cubicBezTo>
                      <a:pt x="24" y="40"/>
                      <a:pt x="78" y="14"/>
                      <a:pt x="104" y="5"/>
                    </a:cubicBezTo>
                    <a:cubicBezTo>
                      <a:pt x="117" y="0"/>
                      <a:pt x="135" y="5"/>
                      <a:pt x="154" y="17"/>
                    </a:cubicBezTo>
                    <a:cubicBezTo>
                      <a:pt x="178" y="34"/>
                      <a:pt x="204" y="64"/>
                      <a:pt x="206" y="95"/>
                    </a:cubicBezTo>
                    <a:cubicBezTo>
                      <a:pt x="210" y="146"/>
                      <a:pt x="179" y="216"/>
                      <a:pt x="131" y="234"/>
                    </a:cubicBezTo>
                    <a:cubicBezTo>
                      <a:pt x="126" y="236"/>
                      <a:pt x="120" y="237"/>
                      <a:pt x="114" y="237"/>
                    </a:cubicBezTo>
                    <a:close/>
                    <a:moveTo>
                      <a:pt x="115" y="7"/>
                    </a:moveTo>
                    <a:cubicBezTo>
                      <a:pt x="111" y="7"/>
                      <a:pt x="108" y="8"/>
                      <a:pt x="105" y="9"/>
                    </a:cubicBezTo>
                    <a:cubicBezTo>
                      <a:pt x="85" y="16"/>
                      <a:pt x="27" y="42"/>
                      <a:pt x="11" y="79"/>
                    </a:cubicBezTo>
                    <a:cubicBezTo>
                      <a:pt x="5" y="93"/>
                      <a:pt x="5" y="107"/>
                      <a:pt x="11" y="120"/>
                    </a:cubicBezTo>
                    <a:cubicBezTo>
                      <a:pt x="37" y="182"/>
                      <a:pt x="85" y="247"/>
                      <a:pt x="130" y="230"/>
                    </a:cubicBezTo>
                    <a:cubicBezTo>
                      <a:pt x="176" y="212"/>
                      <a:pt x="206" y="144"/>
                      <a:pt x="202" y="96"/>
                    </a:cubicBezTo>
                    <a:cubicBezTo>
                      <a:pt x="200" y="66"/>
                      <a:pt x="175" y="37"/>
                      <a:pt x="152" y="21"/>
                    </a:cubicBezTo>
                    <a:cubicBezTo>
                      <a:pt x="138" y="12"/>
                      <a:pt x="125" y="7"/>
                      <a:pt x="115" y="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23"/>
              <p:cNvSpPr/>
              <p:nvPr/>
            </p:nvSpPr>
            <p:spPr>
              <a:xfrm rot="-3153878">
                <a:off x="9301266" y="4699738"/>
                <a:ext cx="360260" cy="232548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92" extrusionOk="0">
                    <a:moveTo>
                      <a:pt x="202" y="185"/>
                    </a:moveTo>
                    <a:cubicBezTo>
                      <a:pt x="178" y="185"/>
                      <a:pt x="156" y="174"/>
                      <a:pt x="135" y="164"/>
                    </a:cubicBezTo>
                    <a:cubicBezTo>
                      <a:pt x="132" y="162"/>
                      <a:pt x="132" y="162"/>
                      <a:pt x="132" y="162"/>
                    </a:cubicBezTo>
                    <a:cubicBezTo>
                      <a:pt x="103" y="147"/>
                      <a:pt x="42" y="117"/>
                      <a:pt x="21" y="96"/>
                    </a:cubicBezTo>
                    <a:cubicBezTo>
                      <a:pt x="1" y="76"/>
                      <a:pt x="0" y="52"/>
                      <a:pt x="18" y="24"/>
                    </a:cubicBezTo>
                    <a:cubicBezTo>
                      <a:pt x="35" y="0"/>
                      <a:pt x="80" y="24"/>
                      <a:pt x="120" y="46"/>
                    </a:cubicBezTo>
                    <a:cubicBezTo>
                      <a:pt x="124" y="48"/>
                      <a:pt x="124" y="48"/>
                      <a:pt x="124" y="48"/>
                    </a:cubicBezTo>
                    <a:cubicBezTo>
                      <a:pt x="128" y="50"/>
                      <a:pt x="133" y="52"/>
                      <a:pt x="137" y="54"/>
                    </a:cubicBezTo>
                    <a:cubicBezTo>
                      <a:pt x="169" y="72"/>
                      <a:pt x="192" y="84"/>
                      <a:pt x="213" y="84"/>
                    </a:cubicBezTo>
                    <a:cubicBezTo>
                      <a:pt x="217" y="84"/>
                      <a:pt x="222" y="84"/>
                      <a:pt x="227" y="84"/>
                    </a:cubicBezTo>
                    <a:cubicBezTo>
                      <a:pt x="249" y="82"/>
                      <a:pt x="273" y="81"/>
                      <a:pt x="291" y="101"/>
                    </a:cubicBezTo>
                    <a:cubicBezTo>
                      <a:pt x="297" y="107"/>
                      <a:pt x="299" y="115"/>
                      <a:pt x="298" y="122"/>
                    </a:cubicBezTo>
                    <a:cubicBezTo>
                      <a:pt x="295" y="139"/>
                      <a:pt x="275" y="156"/>
                      <a:pt x="240" y="175"/>
                    </a:cubicBezTo>
                    <a:cubicBezTo>
                      <a:pt x="227" y="182"/>
                      <a:pt x="214" y="185"/>
                      <a:pt x="202" y="185"/>
                    </a:cubicBezTo>
                    <a:close/>
                    <a:moveTo>
                      <a:pt x="40" y="18"/>
                    </a:moveTo>
                    <a:cubicBezTo>
                      <a:pt x="32" y="18"/>
                      <a:pt x="26" y="21"/>
                      <a:pt x="22" y="27"/>
                    </a:cubicBezTo>
                    <a:cubicBezTo>
                      <a:pt x="4" y="52"/>
                      <a:pt x="5" y="74"/>
                      <a:pt x="24" y="93"/>
                    </a:cubicBezTo>
                    <a:cubicBezTo>
                      <a:pt x="45" y="114"/>
                      <a:pt x="105" y="144"/>
                      <a:pt x="134" y="158"/>
                    </a:cubicBezTo>
                    <a:cubicBezTo>
                      <a:pt x="137" y="160"/>
                      <a:pt x="137" y="160"/>
                      <a:pt x="137" y="160"/>
                    </a:cubicBezTo>
                    <a:cubicBezTo>
                      <a:pt x="168" y="175"/>
                      <a:pt x="201" y="192"/>
                      <a:pt x="238" y="172"/>
                    </a:cubicBezTo>
                    <a:cubicBezTo>
                      <a:pt x="272" y="154"/>
                      <a:pt x="291" y="136"/>
                      <a:pt x="293" y="122"/>
                    </a:cubicBezTo>
                    <a:cubicBezTo>
                      <a:pt x="295" y="115"/>
                      <a:pt x="293" y="109"/>
                      <a:pt x="288" y="104"/>
                    </a:cubicBezTo>
                    <a:cubicBezTo>
                      <a:pt x="271" y="85"/>
                      <a:pt x="248" y="87"/>
                      <a:pt x="227" y="88"/>
                    </a:cubicBezTo>
                    <a:cubicBezTo>
                      <a:pt x="222" y="88"/>
                      <a:pt x="217" y="88"/>
                      <a:pt x="213" y="88"/>
                    </a:cubicBezTo>
                    <a:cubicBezTo>
                      <a:pt x="191" y="88"/>
                      <a:pt x="167" y="76"/>
                      <a:pt x="135" y="58"/>
                    </a:cubicBezTo>
                    <a:cubicBezTo>
                      <a:pt x="131" y="56"/>
                      <a:pt x="126" y="54"/>
                      <a:pt x="122" y="51"/>
                    </a:cubicBezTo>
                    <a:cubicBezTo>
                      <a:pt x="118" y="49"/>
                      <a:pt x="118" y="49"/>
                      <a:pt x="118" y="49"/>
                    </a:cubicBezTo>
                    <a:cubicBezTo>
                      <a:pt x="92" y="35"/>
                      <a:pt x="60" y="18"/>
                      <a:pt x="40" y="1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4" name="Google Shape;914;p23"/>
            <p:cNvGrpSpPr/>
            <p:nvPr/>
          </p:nvGrpSpPr>
          <p:grpSpPr>
            <a:xfrm rot="4013921" flipH="1">
              <a:off x="-1557369" y="3601925"/>
              <a:ext cx="3347380" cy="2854672"/>
              <a:chOff x="6937375" y="1462088"/>
              <a:chExt cx="2459038" cy="2097088"/>
            </a:xfrm>
          </p:grpSpPr>
          <p:sp>
            <p:nvSpPr>
              <p:cNvPr id="915" name="Google Shape;915;p23"/>
              <p:cNvSpPr/>
              <p:nvPr/>
            </p:nvSpPr>
            <p:spPr>
              <a:xfrm>
                <a:off x="7761288" y="2465388"/>
                <a:ext cx="1189039" cy="1093788"/>
              </a:xfrm>
              <a:custGeom>
                <a:avLst/>
                <a:gdLst/>
                <a:ahLst/>
                <a:cxnLst/>
                <a:rect l="l" t="t" r="r" b="b"/>
                <a:pathLst>
                  <a:path w="1189" h="1091" extrusionOk="0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23"/>
              <p:cNvSpPr/>
              <p:nvPr/>
            </p:nvSpPr>
            <p:spPr>
              <a:xfrm>
                <a:off x="7999413" y="2598738"/>
                <a:ext cx="744538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744" h="705" extrusionOk="0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23"/>
              <p:cNvSpPr/>
              <p:nvPr/>
            </p:nvSpPr>
            <p:spPr>
              <a:xfrm>
                <a:off x="8156575" y="2870201"/>
                <a:ext cx="266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265" h="264" extrusionOk="0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23"/>
              <p:cNvSpPr/>
              <p:nvPr/>
            </p:nvSpPr>
            <p:spPr>
              <a:xfrm>
                <a:off x="8231188" y="1757363"/>
                <a:ext cx="1165225" cy="869949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869" extrusionOk="0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23"/>
              <p:cNvSpPr/>
              <p:nvPr/>
            </p:nvSpPr>
            <p:spPr>
              <a:xfrm>
                <a:off x="8447088" y="1878013"/>
                <a:ext cx="796925" cy="617538"/>
              </a:xfrm>
              <a:custGeom>
                <a:avLst/>
                <a:gdLst/>
                <a:ahLst/>
                <a:cxnLst/>
                <a:rect l="l" t="t" r="r" b="b"/>
                <a:pathLst>
                  <a:path w="796" h="618" extrusionOk="0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3"/>
              <p:cNvSpPr/>
              <p:nvPr/>
            </p:nvSpPr>
            <p:spPr>
              <a:xfrm>
                <a:off x="8756650" y="2111376"/>
                <a:ext cx="357188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8" extrusionOk="0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23"/>
              <p:cNvSpPr/>
              <p:nvPr/>
            </p:nvSpPr>
            <p:spPr>
              <a:xfrm>
                <a:off x="6937375" y="1462088"/>
                <a:ext cx="1258887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1218" extrusionOk="0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23"/>
              <p:cNvSpPr/>
              <p:nvPr/>
            </p:nvSpPr>
            <p:spPr>
              <a:xfrm>
                <a:off x="7381875" y="2116138"/>
                <a:ext cx="311150" cy="344488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43" extrusionOk="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23"/>
              <p:cNvSpPr/>
              <p:nvPr/>
            </p:nvSpPr>
            <p:spPr>
              <a:xfrm>
                <a:off x="7113588" y="1614488"/>
                <a:ext cx="847724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847" h="970" extrusionOk="0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4" name="Google Shape;924;p23"/>
            <p:cNvGrpSpPr/>
            <p:nvPr/>
          </p:nvGrpSpPr>
          <p:grpSpPr>
            <a:xfrm rot="-606681" flipH="1">
              <a:off x="6756969" y="3601834"/>
              <a:ext cx="3347596" cy="2854857"/>
              <a:chOff x="6937375" y="1462088"/>
              <a:chExt cx="2459038" cy="2097088"/>
            </a:xfrm>
          </p:grpSpPr>
          <p:sp>
            <p:nvSpPr>
              <p:cNvPr id="925" name="Google Shape;925;p23"/>
              <p:cNvSpPr/>
              <p:nvPr/>
            </p:nvSpPr>
            <p:spPr>
              <a:xfrm>
                <a:off x="7761288" y="2465388"/>
                <a:ext cx="1189039" cy="1093788"/>
              </a:xfrm>
              <a:custGeom>
                <a:avLst/>
                <a:gdLst/>
                <a:ahLst/>
                <a:cxnLst/>
                <a:rect l="l" t="t" r="r" b="b"/>
                <a:pathLst>
                  <a:path w="1189" h="1091" extrusionOk="0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23"/>
              <p:cNvSpPr/>
              <p:nvPr/>
            </p:nvSpPr>
            <p:spPr>
              <a:xfrm>
                <a:off x="7999413" y="2598738"/>
                <a:ext cx="744538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744" h="705" extrusionOk="0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23"/>
              <p:cNvSpPr/>
              <p:nvPr/>
            </p:nvSpPr>
            <p:spPr>
              <a:xfrm>
                <a:off x="8156575" y="2870201"/>
                <a:ext cx="266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265" h="264" extrusionOk="0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3"/>
              <p:cNvSpPr/>
              <p:nvPr/>
            </p:nvSpPr>
            <p:spPr>
              <a:xfrm>
                <a:off x="8231188" y="1757363"/>
                <a:ext cx="1165225" cy="869949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869" extrusionOk="0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23"/>
              <p:cNvSpPr/>
              <p:nvPr/>
            </p:nvSpPr>
            <p:spPr>
              <a:xfrm>
                <a:off x="8447088" y="1878013"/>
                <a:ext cx="796925" cy="617538"/>
              </a:xfrm>
              <a:custGeom>
                <a:avLst/>
                <a:gdLst/>
                <a:ahLst/>
                <a:cxnLst/>
                <a:rect l="l" t="t" r="r" b="b"/>
                <a:pathLst>
                  <a:path w="796" h="618" extrusionOk="0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23"/>
              <p:cNvSpPr/>
              <p:nvPr/>
            </p:nvSpPr>
            <p:spPr>
              <a:xfrm>
                <a:off x="8756650" y="2111376"/>
                <a:ext cx="357188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8" extrusionOk="0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23"/>
              <p:cNvSpPr/>
              <p:nvPr/>
            </p:nvSpPr>
            <p:spPr>
              <a:xfrm>
                <a:off x="6937375" y="1462088"/>
                <a:ext cx="1258887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1218" extrusionOk="0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23"/>
              <p:cNvSpPr/>
              <p:nvPr/>
            </p:nvSpPr>
            <p:spPr>
              <a:xfrm>
                <a:off x="7381875" y="2116138"/>
                <a:ext cx="311150" cy="344488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43" extrusionOk="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23"/>
              <p:cNvSpPr/>
              <p:nvPr/>
            </p:nvSpPr>
            <p:spPr>
              <a:xfrm>
                <a:off x="7113588" y="1614488"/>
                <a:ext cx="847724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847" h="970" extrusionOk="0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34" name="Google Shape;934;p23"/>
          <p:cNvGrpSpPr/>
          <p:nvPr/>
        </p:nvGrpSpPr>
        <p:grpSpPr>
          <a:xfrm rot="-606453" flipH="1">
            <a:off x="7005515" y="3955594"/>
            <a:ext cx="2579252" cy="1012872"/>
            <a:chOff x="-49250" y="4319475"/>
            <a:chExt cx="2579200" cy="1012851"/>
          </a:xfrm>
        </p:grpSpPr>
        <p:pic>
          <p:nvPicPr>
            <p:cNvPr id="935" name="Google Shape;935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4091104">
              <a:off x="1951240" y="4698435"/>
              <a:ext cx="402770" cy="6516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6" name="Google Shape;936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49250" y="4319475"/>
              <a:ext cx="911450" cy="9558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8" name="Google Shape;938;p24"/>
          <p:cNvGrpSpPr/>
          <p:nvPr/>
        </p:nvGrpSpPr>
        <p:grpSpPr>
          <a:xfrm>
            <a:off x="-1327495" y="-1880341"/>
            <a:ext cx="12993435" cy="9236613"/>
            <a:chOff x="-1327495" y="-1880341"/>
            <a:chExt cx="12993435" cy="9236613"/>
          </a:xfrm>
        </p:grpSpPr>
        <p:sp>
          <p:nvSpPr>
            <p:cNvPr id="939" name="Google Shape;939;p24"/>
            <p:cNvSpPr/>
            <p:nvPr/>
          </p:nvSpPr>
          <p:spPr>
            <a:xfrm rot="-6299999">
              <a:off x="-719640" y="1637615"/>
              <a:ext cx="1606584" cy="1477887"/>
            </a:xfrm>
            <a:custGeom>
              <a:avLst/>
              <a:gdLst/>
              <a:ahLst/>
              <a:cxnLst/>
              <a:rect l="l" t="t" r="r" b="b"/>
              <a:pathLst>
                <a:path w="1189" h="1091" extrusionOk="0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24"/>
            <p:cNvSpPr/>
            <p:nvPr/>
          </p:nvSpPr>
          <p:spPr>
            <a:xfrm rot="-6300000">
              <a:off x="-1030392" y="-1433126"/>
              <a:ext cx="3399769" cy="3223903"/>
            </a:xfrm>
            <a:custGeom>
              <a:avLst/>
              <a:gdLst/>
              <a:ahLst/>
              <a:cxnLst/>
              <a:rect l="l" t="t" r="r" b="b"/>
              <a:pathLst>
                <a:path w="2514" h="2383" extrusionOk="0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24"/>
            <p:cNvSpPr/>
            <p:nvPr/>
          </p:nvSpPr>
          <p:spPr>
            <a:xfrm rot="-6300000">
              <a:off x="-928007" y="-1178606"/>
              <a:ext cx="3103763" cy="2797047"/>
            </a:xfrm>
            <a:custGeom>
              <a:avLst/>
              <a:gdLst/>
              <a:ahLst/>
              <a:cxnLst/>
              <a:rect l="l" t="t" r="r" b="b"/>
              <a:pathLst>
                <a:path w="2295" h="2067" extrusionOk="0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24"/>
            <p:cNvSpPr/>
            <p:nvPr/>
          </p:nvSpPr>
          <p:spPr>
            <a:xfrm rot="-6299999">
              <a:off x="-465479" y="429269"/>
              <a:ext cx="707839" cy="697117"/>
            </a:xfrm>
            <a:custGeom>
              <a:avLst/>
              <a:gdLst/>
              <a:ahLst/>
              <a:cxnLst/>
              <a:rect l="l" t="t" r="r" b="b"/>
              <a:pathLst>
                <a:path w="524" h="514" extrusionOk="0">
                  <a:moveTo>
                    <a:pt x="233" y="514"/>
                  </a:moveTo>
                  <a:cubicBezTo>
                    <a:pt x="222" y="514"/>
                    <a:pt x="211" y="513"/>
                    <a:pt x="201" y="513"/>
                  </a:cubicBezTo>
                  <a:cubicBezTo>
                    <a:pt x="118" y="507"/>
                    <a:pt x="56" y="417"/>
                    <a:pt x="22" y="252"/>
                  </a:cubicBezTo>
                  <a:cubicBezTo>
                    <a:pt x="0" y="147"/>
                    <a:pt x="68" y="52"/>
                    <a:pt x="182" y="25"/>
                  </a:cubicBezTo>
                  <a:cubicBezTo>
                    <a:pt x="291" y="0"/>
                    <a:pt x="363" y="57"/>
                    <a:pt x="391" y="115"/>
                  </a:cubicBezTo>
                  <a:cubicBezTo>
                    <a:pt x="391" y="115"/>
                    <a:pt x="391" y="115"/>
                    <a:pt x="391" y="115"/>
                  </a:cubicBezTo>
                  <a:cubicBezTo>
                    <a:pt x="399" y="129"/>
                    <a:pt x="413" y="147"/>
                    <a:pt x="429" y="168"/>
                  </a:cubicBezTo>
                  <a:cubicBezTo>
                    <a:pt x="469" y="220"/>
                    <a:pt x="524" y="291"/>
                    <a:pt x="524" y="374"/>
                  </a:cubicBezTo>
                  <a:cubicBezTo>
                    <a:pt x="524" y="400"/>
                    <a:pt x="514" y="423"/>
                    <a:pt x="493" y="443"/>
                  </a:cubicBezTo>
                  <a:cubicBezTo>
                    <a:pt x="435" y="496"/>
                    <a:pt x="315" y="514"/>
                    <a:pt x="233" y="514"/>
                  </a:cubicBezTo>
                  <a:close/>
                  <a:moveTo>
                    <a:pt x="233" y="23"/>
                  </a:moveTo>
                  <a:cubicBezTo>
                    <a:pt x="217" y="23"/>
                    <a:pt x="201" y="25"/>
                    <a:pt x="183" y="29"/>
                  </a:cubicBezTo>
                  <a:cubicBezTo>
                    <a:pt x="71" y="55"/>
                    <a:pt x="5" y="149"/>
                    <a:pt x="26" y="252"/>
                  </a:cubicBezTo>
                  <a:cubicBezTo>
                    <a:pt x="49" y="365"/>
                    <a:pt x="99" y="501"/>
                    <a:pt x="201" y="508"/>
                  </a:cubicBezTo>
                  <a:cubicBezTo>
                    <a:pt x="279" y="514"/>
                    <a:pt x="425" y="500"/>
                    <a:pt x="490" y="439"/>
                  </a:cubicBezTo>
                  <a:cubicBezTo>
                    <a:pt x="510" y="421"/>
                    <a:pt x="520" y="398"/>
                    <a:pt x="520" y="374"/>
                  </a:cubicBezTo>
                  <a:cubicBezTo>
                    <a:pt x="520" y="293"/>
                    <a:pt x="465" y="222"/>
                    <a:pt x="425" y="171"/>
                  </a:cubicBezTo>
                  <a:cubicBezTo>
                    <a:pt x="409" y="150"/>
                    <a:pt x="395" y="131"/>
                    <a:pt x="388" y="116"/>
                  </a:cubicBezTo>
                  <a:cubicBezTo>
                    <a:pt x="388" y="116"/>
                    <a:pt x="388" y="116"/>
                    <a:pt x="388" y="116"/>
                  </a:cubicBezTo>
                  <a:cubicBezTo>
                    <a:pt x="364" y="70"/>
                    <a:pt x="312" y="23"/>
                    <a:pt x="233" y="2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24"/>
            <p:cNvSpPr/>
            <p:nvPr/>
          </p:nvSpPr>
          <p:spPr>
            <a:xfrm rot="-6300001">
              <a:off x="-242071" y="-1145801"/>
              <a:ext cx="1930469" cy="1947637"/>
            </a:xfrm>
            <a:custGeom>
              <a:avLst/>
              <a:gdLst/>
              <a:ahLst/>
              <a:cxnLst/>
              <a:rect l="l" t="t" r="r" b="b"/>
              <a:pathLst>
                <a:path w="1428" h="1439" extrusionOk="0">
                  <a:moveTo>
                    <a:pt x="527" y="1417"/>
                  </a:moveTo>
                  <a:cubicBezTo>
                    <a:pt x="397" y="1417"/>
                    <a:pt x="261" y="1399"/>
                    <a:pt x="201" y="1375"/>
                  </a:cubicBezTo>
                  <a:cubicBezTo>
                    <a:pt x="106" y="1337"/>
                    <a:pt x="151" y="1168"/>
                    <a:pt x="184" y="1044"/>
                  </a:cubicBezTo>
                  <a:cubicBezTo>
                    <a:pt x="190" y="1021"/>
                    <a:pt x="195" y="1000"/>
                    <a:pt x="200" y="981"/>
                  </a:cubicBezTo>
                  <a:cubicBezTo>
                    <a:pt x="213" y="922"/>
                    <a:pt x="157" y="837"/>
                    <a:pt x="103" y="754"/>
                  </a:cubicBezTo>
                  <a:cubicBezTo>
                    <a:pt x="52" y="677"/>
                    <a:pt x="0" y="597"/>
                    <a:pt x="0" y="535"/>
                  </a:cubicBezTo>
                  <a:cubicBezTo>
                    <a:pt x="0" y="410"/>
                    <a:pt x="187" y="349"/>
                    <a:pt x="305" y="341"/>
                  </a:cubicBezTo>
                  <a:cubicBezTo>
                    <a:pt x="406" y="334"/>
                    <a:pt x="480" y="287"/>
                    <a:pt x="569" y="176"/>
                  </a:cubicBezTo>
                  <a:cubicBezTo>
                    <a:pt x="612" y="122"/>
                    <a:pt x="712" y="67"/>
                    <a:pt x="825" y="35"/>
                  </a:cubicBezTo>
                  <a:cubicBezTo>
                    <a:pt x="946" y="0"/>
                    <a:pt x="1047" y="2"/>
                    <a:pt x="1096" y="39"/>
                  </a:cubicBezTo>
                  <a:cubicBezTo>
                    <a:pt x="1157" y="85"/>
                    <a:pt x="1357" y="246"/>
                    <a:pt x="1348" y="362"/>
                  </a:cubicBezTo>
                  <a:cubicBezTo>
                    <a:pt x="1341" y="460"/>
                    <a:pt x="1377" y="730"/>
                    <a:pt x="1414" y="852"/>
                  </a:cubicBezTo>
                  <a:cubicBezTo>
                    <a:pt x="1428" y="897"/>
                    <a:pt x="1419" y="947"/>
                    <a:pt x="1389" y="998"/>
                  </a:cubicBezTo>
                  <a:cubicBezTo>
                    <a:pt x="1346" y="1071"/>
                    <a:pt x="1265" y="1130"/>
                    <a:pt x="1188" y="1146"/>
                  </a:cubicBezTo>
                  <a:cubicBezTo>
                    <a:pt x="1057" y="1173"/>
                    <a:pt x="894" y="1294"/>
                    <a:pt x="808" y="1364"/>
                  </a:cubicBezTo>
                  <a:cubicBezTo>
                    <a:pt x="761" y="1402"/>
                    <a:pt x="647" y="1417"/>
                    <a:pt x="527" y="1417"/>
                  </a:cubicBezTo>
                  <a:close/>
                  <a:moveTo>
                    <a:pt x="983" y="14"/>
                  </a:moveTo>
                  <a:cubicBezTo>
                    <a:pt x="843" y="14"/>
                    <a:pt x="641" y="93"/>
                    <a:pt x="572" y="178"/>
                  </a:cubicBezTo>
                  <a:cubicBezTo>
                    <a:pt x="482" y="291"/>
                    <a:pt x="407" y="338"/>
                    <a:pt x="305" y="345"/>
                  </a:cubicBezTo>
                  <a:cubicBezTo>
                    <a:pt x="189" y="353"/>
                    <a:pt x="4" y="412"/>
                    <a:pt x="4" y="535"/>
                  </a:cubicBezTo>
                  <a:cubicBezTo>
                    <a:pt x="4" y="596"/>
                    <a:pt x="56" y="675"/>
                    <a:pt x="106" y="752"/>
                  </a:cubicBezTo>
                  <a:cubicBezTo>
                    <a:pt x="163" y="839"/>
                    <a:pt x="217" y="922"/>
                    <a:pt x="204" y="982"/>
                  </a:cubicBezTo>
                  <a:cubicBezTo>
                    <a:pt x="199" y="1001"/>
                    <a:pt x="194" y="1022"/>
                    <a:pt x="188" y="1045"/>
                  </a:cubicBezTo>
                  <a:cubicBezTo>
                    <a:pt x="155" y="1167"/>
                    <a:pt x="111" y="1335"/>
                    <a:pt x="202" y="1371"/>
                  </a:cubicBezTo>
                  <a:cubicBezTo>
                    <a:pt x="317" y="1417"/>
                    <a:pt x="709" y="1439"/>
                    <a:pt x="806" y="1360"/>
                  </a:cubicBezTo>
                  <a:cubicBezTo>
                    <a:pt x="891" y="1291"/>
                    <a:pt x="1055" y="1169"/>
                    <a:pt x="1187" y="1142"/>
                  </a:cubicBezTo>
                  <a:cubicBezTo>
                    <a:pt x="1263" y="1126"/>
                    <a:pt x="1343" y="1067"/>
                    <a:pt x="1386" y="995"/>
                  </a:cubicBezTo>
                  <a:cubicBezTo>
                    <a:pt x="1406" y="961"/>
                    <a:pt x="1427" y="908"/>
                    <a:pt x="1410" y="853"/>
                  </a:cubicBezTo>
                  <a:cubicBezTo>
                    <a:pt x="1373" y="731"/>
                    <a:pt x="1337" y="460"/>
                    <a:pt x="1344" y="361"/>
                  </a:cubicBezTo>
                  <a:cubicBezTo>
                    <a:pt x="1352" y="248"/>
                    <a:pt x="1154" y="88"/>
                    <a:pt x="1094" y="42"/>
                  </a:cubicBezTo>
                  <a:cubicBezTo>
                    <a:pt x="1068" y="23"/>
                    <a:pt x="1029" y="14"/>
                    <a:pt x="983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24"/>
            <p:cNvSpPr/>
            <p:nvPr/>
          </p:nvSpPr>
          <p:spPr>
            <a:xfrm rot="-6300000">
              <a:off x="-344029" y="651924"/>
              <a:ext cx="371079" cy="332471"/>
            </a:xfrm>
            <a:custGeom>
              <a:avLst/>
              <a:gdLst/>
              <a:ahLst/>
              <a:cxnLst/>
              <a:rect l="l" t="t" r="r" b="b"/>
              <a:pathLst>
                <a:path w="275" h="246" extrusionOk="0">
                  <a:moveTo>
                    <a:pt x="129" y="246"/>
                  </a:moveTo>
                  <a:cubicBezTo>
                    <a:pt x="110" y="246"/>
                    <a:pt x="92" y="243"/>
                    <a:pt x="77" y="239"/>
                  </a:cubicBezTo>
                  <a:cubicBezTo>
                    <a:pt x="49" y="231"/>
                    <a:pt x="30" y="218"/>
                    <a:pt x="21" y="202"/>
                  </a:cubicBezTo>
                  <a:cubicBezTo>
                    <a:pt x="1" y="160"/>
                    <a:pt x="0" y="82"/>
                    <a:pt x="85" y="40"/>
                  </a:cubicBezTo>
                  <a:cubicBezTo>
                    <a:pt x="166" y="0"/>
                    <a:pt x="197" y="53"/>
                    <a:pt x="222" y="97"/>
                  </a:cubicBezTo>
                  <a:cubicBezTo>
                    <a:pt x="224" y="100"/>
                    <a:pt x="224" y="100"/>
                    <a:pt x="224" y="100"/>
                  </a:cubicBezTo>
                  <a:cubicBezTo>
                    <a:pt x="249" y="142"/>
                    <a:pt x="275" y="186"/>
                    <a:pt x="213" y="225"/>
                  </a:cubicBezTo>
                  <a:cubicBezTo>
                    <a:pt x="188" y="240"/>
                    <a:pt x="158" y="246"/>
                    <a:pt x="129" y="246"/>
                  </a:cubicBezTo>
                  <a:close/>
                  <a:moveTo>
                    <a:pt x="137" y="30"/>
                  </a:moveTo>
                  <a:cubicBezTo>
                    <a:pt x="123" y="30"/>
                    <a:pt x="107" y="34"/>
                    <a:pt x="87" y="44"/>
                  </a:cubicBezTo>
                  <a:cubicBezTo>
                    <a:pt x="5" y="85"/>
                    <a:pt x="5" y="160"/>
                    <a:pt x="25" y="200"/>
                  </a:cubicBezTo>
                  <a:cubicBezTo>
                    <a:pt x="33" y="215"/>
                    <a:pt x="52" y="228"/>
                    <a:pt x="78" y="235"/>
                  </a:cubicBezTo>
                  <a:cubicBezTo>
                    <a:pt x="116" y="246"/>
                    <a:pt x="171" y="245"/>
                    <a:pt x="210" y="221"/>
                  </a:cubicBezTo>
                  <a:cubicBezTo>
                    <a:pt x="269" y="184"/>
                    <a:pt x="246" y="144"/>
                    <a:pt x="221" y="102"/>
                  </a:cubicBezTo>
                  <a:cubicBezTo>
                    <a:pt x="219" y="99"/>
                    <a:pt x="219" y="99"/>
                    <a:pt x="219" y="99"/>
                  </a:cubicBezTo>
                  <a:cubicBezTo>
                    <a:pt x="200" y="66"/>
                    <a:pt x="179" y="30"/>
                    <a:pt x="137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24"/>
            <p:cNvSpPr/>
            <p:nvPr/>
          </p:nvSpPr>
          <p:spPr>
            <a:xfrm rot="-6299998">
              <a:off x="-128244" y="-739262"/>
              <a:ext cx="1276257" cy="1108953"/>
            </a:xfrm>
            <a:custGeom>
              <a:avLst/>
              <a:gdLst/>
              <a:ahLst/>
              <a:cxnLst/>
              <a:rect l="l" t="t" r="r" b="b"/>
              <a:pathLst>
                <a:path w="943" h="819" extrusionOk="0">
                  <a:moveTo>
                    <a:pt x="448" y="775"/>
                  </a:moveTo>
                  <a:cubicBezTo>
                    <a:pt x="266" y="775"/>
                    <a:pt x="86" y="619"/>
                    <a:pt x="47" y="583"/>
                  </a:cubicBezTo>
                  <a:cubicBezTo>
                    <a:pt x="15" y="553"/>
                    <a:pt x="0" y="422"/>
                    <a:pt x="2" y="375"/>
                  </a:cubicBezTo>
                  <a:cubicBezTo>
                    <a:pt x="6" y="300"/>
                    <a:pt x="107" y="234"/>
                    <a:pt x="236" y="223"/>
                  </a:cubicBezTo>
                  <a:cubicBezTo>
                    <a:pt x="360" y="212"/>
                    <a:pt x="455" y="58"/>
                    <a:pt x="456" y="56"/>
                  </a:cubicBezTo>
                  <a:cubicBezTo>
                    <a:pt x="457" y="56"/>
                    <a:pt x="457" y="56"/>
                    <a:pt x="457" y="56"/>
                  </a:cubicBezTo>
                  <a:cubicBezTo>
                    <a:pt x="495" y="18"/>
                    <a:pt x="543" y="0"/>
                    <a:pt x="600" y="4"/>
                  </a:cubicBezTo>
                  <a:cubicBezTo>
                    <a:pt x="703" y="10"/>
                    <a:pt x="813" y="86"/>
                    <a:pt x="869" y="158"/>
                  </a:cubicBezTo>
                  <a:cubicBezTo>
                    <a:pt x="943" y="255"/>
                    <a:pt x="923" y="352"/>
                    <a:pt x="905" y="437"/>
                  </a:cubicBezTo>
                  <a:cubicBezTo>
                    <a:pt x="902" y="450"/>
                    <a:pt x="900" y="462"/>
                    <a:pt x="897" y="474"/>
                  </a:cubicBezTo>
                  <a:cubicBezTo>
                    <a:pt x="879" y="571"/>
                    <a:pt x="736" y="706"/>
                    <a:pt x="526" y="765"/>
                  </a:cubicBezTo>
                  <a:cubicBezTo>
                    <a:pt x="500" y="772"/>
                    <a:pt x="474" y="775"/>
                    <a:pt x="448" y="775"/>
                  </a:cubicBezTo>
                  <a:close/>
                  <a:moveTo>
                    <a:pt x="460" y="58"/>
                  </a:moveTo>
                  <a:cubicBezTo>
                    <a:pt x="456" y="65"/>
                    <a:pt x="361" y="217"/>
                    <a:pt x="236" y="227"/>
                  </a:cubicBezTo>
                  <a:cubicBezTo>
                    <a:pt x="111" y="238"/>
                    <a:pt x="10" y="303"/>
                    <a:pt x="7" y="375"/>
                  </a:cubicBezTo>
                  <a:cubicBezTo>
                    <a:pt x="4" y="421"/>
                    <a:pt x="19" y="552"/>
                    <a:pt x="50" y="580"/>
                  </a:cubicBezTo>
                  <a:cubicBezTo>
                    <a:pt x="77" y="605"/>
                    <a:pt x="317" y="819"/>
                    <a:pt x="525" y="761"/>
                  </a:cubicBezTo>
                  <a:cubicBezTo>
                    <a:pt x="733" y="702"/>
                    <a:pt x="876" y="569"/>
                    <a:pt x="893" y="474"/>
                  </a:cubicBezTo>
                  <a:cubicBezTo>
                    <a:pt x="896" y="461"/>
                    <a:pt x="898" y="449"/>
                    <a:pt x="901" y="436"/>
                  </a:cubicBezTo>
                  <a:cubicBezTo>
                    <a:pt x="919" y="352"/>
                    <a:pt x="939" y="256"/>
                    <a:pt x="865" y="161"/>
                  </a:cubicBezTo>
                  <a:cubicBezTo>
                    <a:pt x="811" y="90"/>
                    <a:pt x="702" y="14"/>
                    <a:pt x="600" y="8"/>
                  </a:cubicBezTo>
                  <a:cubicBezTo>
                    <a:pt x="544" y="4"/>
                    <a:pt x="497" y="21"/>
                    <a:pt x="460" y="5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24"/>
            <p:cNvSpPr/>
            <p:nvPr/>
          </p:nvSpPr>
          <p:spPr>
            <a:xfrm rot="-6300002">
              <a:off x="1140665" y="-208360"/>
              <a:ext cx="542677" cy="407545"/>
            </a:xfrm>
            <a:custGeom>
              <a:avLst/>
              <a:gdLst/>
              <a:ahLst/>
              <a:cxnLst/>
              <a:rect l="l" t="t" r="r" b="b"/>
              <a:pathLst>
                <a:path w="401" h="302" extrusionOk="0">
                  <a:moveTo>
                    <a:pt x="282" y="284"/>
                  </a:moveTo>
                  <a:cubicBezTo>
                    <a:pt x="187" y="284"/>
                    <a:pt x="59" y="256"/>
                    <a:pt x="26" y="240"/>
                  </a:cubicBezTo>
                  <a:cubicBezTo>
                    <a:pt x="14" y="234"/>
                    <a:pt x="6" y="220"/>
                    <a:pt x="4" y="199"/>
                  </a:cubicBezTo>
                  <a:cubicBezTo>
                    <a:pt x="0" y="151"/>
                    <a:pt x="27" y="73"/>
                    <a:pt x="74" y="37"/>
                  </a:cubicBezTo>
                  <a:cubicBezTo>
                    <a:pt x="123" y="0"/>
                    <a:pt x="192" y="35"/>
                    <a:pt x="253" y="66"/>
                  </a:cubicBezTo>
                  <a:cubicBezTo>
                    <a:pt x="272" y="76"/>
                    <a:pt x="291" y="85"/>
                    <a:pt x="308" y="92"/>
                  </a:cubicBezTo>
                  <a:cubicBezTo>
                    <a:pt x="356" y="111"/>
                    <a:pt x="396" y="163"/>
                    <a:pt x="399" y="209"/>
                  </a:cubicBezTo>
                  <a:cubicBezTo>
                    <a:pt x="401" y="236"/>
                    <a:pt x="390" y="257"/>
                    <a:pt x="368" y="269"/>
                  </a:cubicBezTo>
                  <a:cubicBezTo>
                    <a:pt x="349" y="280"/>
                    <a:pt x="318" y="284"/>
                    <a:pt x="282" y="284"/>
                  </a:cubicBezTo>
                  <a:close/>
                  <a:moveTo>
                    <a:pt x="124" y="25"/>
                  </a:moveTo>
                  <a:cubicBezTo>
                    <a:pt x="107" y="25"/>
                    <a:pt x="91" y="29"/>
                    <a:pt x="76" y="40"/>
                  </a:cubicBezTo>
                  <a:cubicBezTo>
                    <a:pt x="31" y="75"/>
                    <a:pt x="4" y="152"/>
                    <a:pt x="9" y="199"/>
                  </a:cubicBezTo>
                  <a:cubicBezTo>
                    <a:pt x="10" y="212"/>
                    <a:pt x="14" y="229"/>
                    <a:pt x="28" y="236"/>
                  </a:cubicBezTo>
                  <a:cubicBezTo>
                    <a:pt x="72" y="258"/>
                    <a:pt x="301" y="302"/>
                    <a:pt x="366" y="266"/>
                  </a:cubicBezTo>
                  <a:cubicBezTo>
                    <a:pt x="392" y="251"/>
                    <a:pt x="396" y="227"/>
                    <a:pt x="395" y="210"/>
                  </a:cubicBezTo>
                  <a:cubicBezTo>
                    <a:pt x="392" y="165"/>
                    <a:pt x="353" y="114"/>
                    <a:pt x="307" y="96"/>
                  </a:cubicBezTo>
                  <a:cubicBezTo>
                    <a:pt x="307" y="96"/>
                    <a:pt x="307" y="96"/>
                    <a:pt x="307" y="96"/>
                  </a:cubicBezTo>
                  <a:cubicBezTo>
                    <a:pt x="289" y="89"/>
                    <a:pt x="270" y="79"/>
                    <a:pt x="251" y="69"/>
                  </a:cubicBezTo>
                  <a:cubicBezTo>
                    <a:pt x="207" y="47"/>
                    <a:pt x="163" y="25"/>
                    <a:pt x="124" y="2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24"/>
            <p:cNvSpPr/>
            <p:nvPr/>
          </p:nvSpPr>
          <p:spPr>
            <a:xfrm rot="-6300002">
              <a:off x="153189" y="-448064"/>
              <a:ext cx="868711" cy="542678"/>
            </a:xfrm>
            <a:custGeom>
              <a:avLst/>
              <a:gdLst/>
              <a:ahLst/>
              <a:cxnLst/>
              <a:rect l="l" t="t" r="r" b="b"/>
              <a:pathLst>
                <a:path w="643" h="401" extrusionOk="0">
                  <a:moveTo>
                    <a:pt x="308" y="393"/>
                  </a:moveTo>
                  <a:cubicBezTo>
                    <a:pt x="234" y="393"/>
                    <a:pt x="125" y="338"/>
                    <a:pt x="63" y="302"/>
                  </a:cubicBezTo>
                  <a:cubicBezTo>
                    <a:pt x="8" y="271"/>
                    <a:pt x="0" y="169"/>
                    <a:pt x="32" y="111"/>
                  </a:cubicBezTo>
                  <a:cubicBezTo>
                    <a:pt x="64" y="55"/>
                    <a:pt x="137" y="67"/>
                    <a:pt x="186" y="75"/>
                  </a:cubicBezTo>
                  <a:cubicBezTo>
                    <a:pt x="190" y="76"/>
                    <a:pt x="193" y="76"/>
                    <a:pt x="197" y="77"/>
                  </a:cubicBezTo>
                  <a:cubicBezTo>
                    <a:pt x="242" y="84"/>
                    <a:pt x="338" y="75"/>
                    <a:pt x="395" y="40"/>
                  </a:cubicBezTo>
                  <a:cubicBezTo>
                    <a:pt x="462" y="0"/>
                    <a:pt x="558" y="101"/>
                    <a:pt x="586" y="133"/>
                  </a:cubicBezTo>
                  <a:cubicBezTo>
                    <a:pt x="643" y="199"/>
                    <a:pt x="612" y="259"/>
                    <a:pt x="579" y="305"/>
                  </a:cubicBezTo>
                  <a:cubicBezTo>
                    <a:pt x="543" y="354"/>
                    <a:pt x="444" y="371"/>
                    <a:pt x="365" y="385"/>
                  </a:cubicBezTo>
                  <a:cubicBezTo>
                    <a:pt x="352" y="387"/>
                    <a:pt x="341" y="389"/>
                    <a:pt x="330" y="391"/>
                  </a:cubicBezTo>
                  <a:cubicBezTo>
                    <a:pt x="323" y="392"/>
                    <a:pt x="316" y="393"/>
                    <a:pt x="308" y="393"/>
                  </a:cubicBezTo>
                  <a:close/>
                  <a:moveTo>
                    <a:pt x="121" y="72"/>
                  </a:moveTo>
                  <a:cubicBezTo>
                    <a:pt x="87" y="72"/>
                    <a:pt x="54" y="81"/>
                    <a:pt x="36" y="113"/>
                  </a:cubicBezTo>
                  <a:cubicBezTo>
                    <a:pt x="5" y="169"/>
                    <a:pt x="13" y="269"/>
                    <a:pt x="65" y="299"/>
                  </a:cubicBezTo>
                  <a:cubicBezTo>
                    <a:pt x="133" y="337"/>
                    <a:pt x="258" y="401"/>
                    <a:pt x="329" y="387"/>
                  </a:cubicBezTo>
                  <a:cubicBezTo>
                    <a:pt x="340" y="385"/>
                    <a:pt x="352" y="383"/>
                    <a:pt x="364" y="381"/>
                  </a:cubicBezTo>
                  <a:cubicBezTo>
                    <a:pt x="439" y="368"/>
                    <a:pt x="541" y="350"/>
                    <a:pt x="575" y="303"/>
                  </a:cubicBezTo>
                  <a:cubicBezTo>
                    <a:pt x="624" y="236"/>
                    <a:pt x="627" y="186"/>
                    <a:pt x="583" y="136"/>
                  </a:cubicBezTo>
                  <a:cubicBezTo>
                    <a:pt x="555" y="104"/>
                    <a:pt x="461" y="5"/>
                    <a:pt x="397" y="44"/>
                  </a:cubicBezTo>
                  <a:cubicBezTo>
                    <a:pt x="339" y="79"/>
                    <a:pt x="242" y="88"/>
                    <a:pt x="196" y="81"/>
                  </a:cubicBezTo>
                  <a:cubicBezTo>
                    <a:pt x="193" y="80"/>
                    <a:pt x="189" y="80"/>
                    <a:pt x="185" y="79"/>
                  </a:cubicBezTo>
                  <a:cubicBezTo>
                    <a:pt x="166" y="76"/>
                    <a:pt x="144" y="72"/>
                    <a:pt x="121" y="7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24"/>
            <p:cNvSpPr/>
            <p:nvPr/>
          </p:nvSpPr>
          <p:spPr>
            <a:xfrm rot="-6300000">
              <a:off x="1292521" y="818321"/>
              <a:ext cx="1443561" cy="1730992"/>
            </a:xfrm>
            <a:custGeom>
              <a:avLst/>
              <a:gdLst/>
              <a:ahLst/>
              <a:cxnLst/>
              <a:rect l="l" t="t" r="r" b="b"/>
              <a:pathLst>
                <a:path w="1068" h="1278" extrusionOk="0">
                  <a:moveTo>
                    <a:pt x="352" y="1268"/>
                  </a:moveTo>
                  <a:cubicBezTo>
                    <a:pt x="320" y="1268"/>
                    <a:pt x="292" y="1258"/>
                    <a:pt x="270" y="1247"/>
                  </a:cubicBezTo>
                  <a:cubicBezTo>
                    <a:pt x="208" y="1215"/>
                    <a:pt x="165" y="1155"/>
                    <a:pt x="162" y="1117"/>
                  </a:cubicBezTo>
                  <a:cubicBezTo>
                    <a:pt x="157" y="1070"/>
                    <a:pt x="116" y="967"/>
                    <a:pt x="77" y="868"/>
                  </a:cubicBezTo>
                  <a:cubicBezTo>
                    <a:pt x="60" y="823"/>
                    <a:pt x="43" y="781"/>
                    <a:pt x="30" y="745"/>
                  </a:cubicBezTo>
                  <a:cubicBezTo>
                    <a:pt x="0" y="662"/>
                    <a:pt x="46" y="568"/>
                    <a:pt x="162" y="475"/>
                  </a:cubicBezTo>
                  <a:cubicBezTo>
                    <a:pt x="220" y="429"/>
                    <a:pt x="310" y="297"/>
                    <a:pt x="321" y="195"/>
                  </a:cubicBezTo>
                  <a:cubicBezTo>
                    <a:pt x="330" y="100"/>
                    <a:pt x="442" y="58"/>
                    <a:pt x="510" y="33"/>
                  </a:cubicBezTo>
                  <a:cubicBezTo>
                    <a:pt x="515" y="31"/>
                    <a:pt x="521" y="29"/>
                    <a:pt x="526" y="27"/>
                  </a:cubicBezTo>
                  <a:cubicBezTo>
                    <a:pt x="594" y="0"/>
                    <a:pt x="888" y="104"/>
                    <a:pt x="957" y="179"/>
                  </a:cubicBezTo>
                  <a:cubicBezTo>
                    <a:pt x="1026" y="256"/>
                    <a:pt x="1040" y="366"/>
                    <a:pt x="1054" y="473"/>
                  </a:cubicBezTo>
                  <a:cubicBezTo>
                    <a:pt x="1068" y="582"/>
                    <a:pt x="964" y="810"/>
                    <a:pt x="863" y="894"/>
                  </a:cubicBezTo>
                  <a:cubicBezTo>
                    <a:pt x="835" y="917"/>
                    <a:pt x="800" y="948"/>
                    <a:pt x="760" y="984"/>
                  </a:cubicBezTo>
                  <a:cubicBezTo>
                    <a:pt x="657" y="1076"/>
                    <a:pt x="529" y="1190"/>
                    <a:pt x="434" y="1245"/>
                  </a:cubicBezTo>
                  <a:cubicBezTo>
                    <a:pt x="405" y="1262"/>
                    <a:pt x="377" y="1268"/>
                    <a:pt x="352" y="1268"/>
                  </a:cubicBezTo>
                  <a:close/>
                  <a:moveTo>
                    <a:pt x="555" y="27"/>
                  </a:moveTo>
                  <a:cubicBezTo>
                    <a:pt x="543" y="27"/>
                    <a:pt x="534" y="28"/>
                    <a:pt x="527" y="31"/>
                  </a:cubicBezTo>
                  <a:cubicBezTo>
                    <a:pt x="522" y="33"/>
                    <a:pt x="517" y="35"/>
                    <a:pt x="511" y="37"/>
                  </a:cubicBezTo>
                  <a:cubicBezTo>
                    <a:pt x="445" y="62"/>
                    <a:pt x="334" y="103"/>
                    <a:pt x="325" y="195"/>
                  </a:cubicBezTo>
                  <a:cubicBezTo>
                    <a:pt x="314" y="299"/>
                    <a:pt x="223" y="432"/>
                    <a:pt x="165" y="479"/>
                  </a:cubicBezTo>
                  <a:cubicBezTo>
                    <a:pt x="50" y="570"/>
                    <a:pt x="5" y="662"/>
                    <a:pt x="34" y="744"/>
                  </a:cubicBezTo>
                  <a:cubicBezTo>
                    <a:pt x="47" y="779"/>
                    <a:pt x="64" y="821"/>
                    <a:pt x="81" y="866"/>
                  </a:cubicBezTo>
                  <a:cubicBezTo>
                    <a:pt x="120" y="966"/>
                    <a:pt x="161" y="1069"/>
                    <a:pt x="166" y="1116"/>
                  </a:cubicBezTo>
                  <a:cubicBezTo>
                    <a:pt x="169" y="1153"/>
                    <a:pt x="211" y="1212"/>
                    <a:pt x="272" y="1243"/>
                  </a:cubicBezTo>
                  <a:cubicBezTo>
                    <a:pt x="310" y="1263"/>
                    <a:pt x="368" y="1278"/>
                    <a:pt x="432" y="1241"/>
                  </a:cubicBezTo>
                  <a:cubicBezTo>
                    <a:pt x="527" y="1187"/>
                    <a:pt x="654" y="1073"/>
                    <a:pt x="757" y="981"/>
                  </a:cubicBezTo>
                  <a:cubicBezTo>
                    <a:pt x="798" y="945"/>
                    <a:pt x="832" y="914"/>
                    <a:pt x="860" y="891"/>
                  </a:cubicBezTo>
                  <a:cubicBezTo>
                    <a:pt x="961" y="808"/>
                    <a:pt x="1064" y="581"/>
                    <a:pt x="1050" y="474"/>
                  </a:cubicBezTo>
                  <a:cubicBezTo>
                    <a:pt x="1036" y="367"/>
                    <a:pt x="1022" y="257"/>
                    <a:pt x="954" y="182"/>
                  </a:cubicBezTo>
                  <a:cubicBezTo>
                    <a:pt x="916" y="141"/>
                    <a:pt x="818" y="96"/>
                    <a:pt x="739" y="69"/>
                  </a:cubicBezTo>
                  <a:cubicBezTo>
                    <a:pt x="662" y="42"/>
                    <a:pt x="595" y="27"/>
                    <a:pt x="555" y="2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24"/>
            <p:cNvSpPr/>
            <p:nvPr/>
          </p:nvSpPr>
          <p:spPr>
            <a:xfrm rot="8898568">
              <a:off x="9790939" y="4282687"/>
              <a:ext cx="1606583" cy="1477889"/>
            </a:xfrm>
            <a:custGeom>
              <a:avLst/>
              <a:gdLst/>
              <a:ahLst/>
              <a:cxnLst/>
              <a:rect l="l" t="t" r="r" b="b"/>
              <a:pathLst>
                <a:path w="1189" h="1091" extrusionOk="0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24"/>
            <p:cNvSpPr/>
            <p:nvPr/>
          </p:nvSpPr>
          <p:spPr>
            <a:xfrm rot="8898566">
              <a:off x="10116368" y="4626983"/>
              <a:ext cx="1005990" cy="952369"/>
            </a:xfrm>
            <a:custGeom>
              <a:avLst/>
              <a:gdLst/>
              <a:ahLst/>
              <a:cxnLst/>
              <a:rect l="l" t="t" r="r" b="b"/>
              <a:pathLst>
                <a:path w="744" h="705" extrusionOk="0">
                  <a:moveTo>
                    <a:pt x="140" y="688"/>
                  </a:moveTo>
                  <a:cubicBezTo>
                    <a:pt x="96" y="688"/>
                    <a:pt x="57" y="671"/>
                    <a:pt x="34" y="644"/>
                  </a:cubicBezTo>
                  <a:cubicBezTo>
                    <a:pt x="0" y="604"/>
                    <a:pt x="35" y="515"/>
                    <a:pt x="62" y="450"/>
                  </a:cubicBezTo>
                  <a:cubicBezTo>
                    <a:pt x="69" y="431"/>
                    <a:pt x="76" y="415"/>
                    <a:pt x="80" y="402"/>
                  </a:cubicBezTo>
                  <a:cubicBezTo>
                    <a:pt x="109" y="309"/>
                    <a:pt x="86" y="229"/>
                    <a:pt x="67" y="164"/>
                  </a:cubicBezTo>
                  <a:cubicBezTo>
                    <a:pt x="62" y="148"/>
                    <a:pt x="58" y="133"/>
                    <a:pt x="55" y="119"/>
                  </a:cubicBezTo>
                  <a:cubicBezTo>
                    <a:pt x="48" y="88"/>
                    <a:pt x="60" y="53"/>
                    <a:pt x="87" y="30"/>
                  </a:cubicBezTo>
                  <a:cubicBezTo>
                    <a:pt x="114" y="6"/>
                    <a:pt x="149" y="0"/>
                    <a:pt x="183" y="13"/>
                  </a:cubicBezTo>
                  <a:cubicBezTo>
                    <a:pt x="207" y="21"/>
                    <a:pt x="236" y="39"/>
                    <a:pt x="267" y="58"/>
                  </a:cubicBezTo>
                  <a:cubicBezTo>
                    <a:pt x="338" y="100"/>
                    <a:pt x="426" y="153"/>
                    <a:pt x="498" y="138"/>
                  </a:cubicBezTo>
                  <a:cubicBezTo>
                    <a:pt x="596" y="118"/>
                    <a:pt x="691" y="142"/>
                    <a:pt x="730" y="196"/>
                  </a:cubicBezTo>
                  <a:cubicBezTo>
                    <a:pt x="741" y="211"/>
                    <a:pt x="744" y="228"/>
                    <a:pt x="740" y="246"/>
                  </a:cubicBezTo>
                  <a:cubicBezTo>
                    <a:pt x="731" y="286"/>
                    <a:pt x="685" y="331"/>
                    <a:pt x="607" y="375"/>
                  </a:cubicBezTo>
                  <a:cubicBezTo>
                    <a:pt x="519" y="425"/>
                    <a:pt x="415" y="515"/>
                    <a:pt x="331" y="588"/>
                  </a:cubicBezTo>
                  <a:cubicBezTo>
                    <a:pt x="312" y="604"/>
                    <a:pt x="294" y="619"/>
                    <a:pt x="277" y="634"/>
                  </a:cubicBezTo>
                  <a:cubicBezTo>
                    <a:pt x="232" y="672"/>
                    <a:pt x="183" y="688"/>
                    <a:pt x="140" y="688"/>
                  </a:cubicBezTo>
                  <a:close/>
                  <a:moveTo>
                    <a:pt x="148" y="10"/>
                  </a:moveTo>
                  <a:cubicBezTo>
                    <a:pt x="127" y="10"/>
                    <a:pt x="106" y="18"/>
                    <a:pt x="89" y="33"/>
                  </a:cubicBezTo>
                  <a:cubicBezTo>
                    <a:pt x="64" y="55"/>
                    <a:pt x="52" y="89"/>
                    <a:pt x="59" y="118"/>
                  </a:cubicBezTo>
                  <a:cubicBezTo>
                    <a:pt x="62" y="132"/>
                    <a:pt x="66" y="147"/>
                    <a:pt x="71" y="163"/>
                  </a:cubicBezTo>
                  <a:cubicBezTo>
                    <a:pt x="90" y="228"/>
                    <a:pt x="113" y="309"/>
                    <a:pt x="84" y="403"/>
                  </a:cubicBezTo>
                  <a:cubicBezTo>
                    <a:pt x="80" y="416"/>
                    <a:pt x="73" y="433"/>
                    <a:pt x="66" y="452"/>
                  </a:cubicBezTo>
                  <a:cubicBezTo>
                    <a:pt x="40" y="516"/>
                    <a:pt x="4" y="603"/>
                    <a:pt x="37" y="641"/>
                  </a:cubicBezTo>
                  <a:cubicBezTo>
                    <a:pt x="82" y="694"/>
                    <a:pt x="186" y="705"/>
                    <a:pt x="275" y="630"/>
                  </a:cubicBezTo>
                  <a:cubicBezTo>
                    <a:pt x="291" y="616"/>
                    <a:pt x="309" y="601"/>
                    <a:pt x="328" y="584"/>
                  </a:cubicBezTo>
                  <a:cubicBezTo>
                    <a:pt x="412" y="512"/>
                    <a:pt x="517" y="422"/>
                    <a:pt x="605" y="372"/>
                  </a:cubicBezTo>
                  <a:cubicBezTo>
                    <a:pt x="682" y="328"/>
                    <a:pt x="727" y="284"/>
                    <a:pt x="736" y="245"/>
                  </a:cubicBezTo>
                  <a:cubicBezTo>
                    <a:pt x="740" y="229"/>
                    <a:pt x="736" y="213"/>
                    <a:pt x="726" y="199"/>
                  </a:cubicBezTo>
                  <a:cubicBezTo>
                    <a:pt x="688" y="146"/>
                    <a:pt x="595" y="122"/>
                    <a:pt x="499" y="142"/>
                  </a:cubicBezTo>
                  <a:cubicBezTo>
                    <a:pt x="498" y="140"/>
                    <a:pt x="498" y="140"/>
                    <a:pt x="498" y="140"/>
                  </a:cubicBezTo>
                  <a:cubicBezTo>
                    <a:pt x="499" y="142"/>
                    <a:pt x="499" y="142"/>
                    <a:pt x="499" y="142"/>
                  </a:cubicBezTo>
                  <a:cubicBezTo>
                    <a:pt x="426" y="157"/>
                    <a:pt x="337" y="104"/>
                    <a:pt x="265" y="61"/>
                  </a:cubicBezTo>
                  <a:cubicBezTo>
                    <a:pt x="234" y="43"/>
                    <a:pt x="205" y="25"/>
                    <a:pt x="182" y="16"/>
                  </a:cubicBezTo>
                  <a:cubicBezTo>
                    <a:pt x="171" y="12"/>
                    <a:pt x="159" y="10"/>
                    <a:pt x="148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24"/>
            <p:cNvSpPr/>
            <p:nvPr/>
          </p:nvSpPr>
          <p:spPr>
            <a:xfrm rot="8898568">
              <a:off x="10497123" y="4808699"/>
              <a:ext cx="360354" cy="356065"/>
            </a:xfrm>
            <a:custGeom>
              <a:avLst/>
              <a:gdLst/>
              <a:ahLst/>
              <a:cxnLst/>
              <a:rect l="l" t="t" r="r" b="b"/>
              <a:pathLst>
                <a:path w="265" h="264" extrusionOk="0">
                  <a:moveTo>
                    <a:pt x="74" y="242"/>
                  </a:moveTo>
                  <a:cubicBezTo>
                    <a:pt x="58" y="242"/>
                    <a:pt x="45" y="238"/>
                    <a:pt x="34" y="230"/>
                  </a:cubicBezTo>
                  <a:cubicBezTo>
                    <a:pt x="16" y="216"/>
                    <a:pt x="6" y="196"/>
                    <a:pt x="4" y="172"/>
                  </a:cubicBezTo>
                  <a:cubicBezTo>
                    <a:pt x="0" y="135"/>
                    <a:pt x="17" y="90"/>
                    <a:pt x="48" y="54"/>
                  </a:cubicBezTo>
                  <a:cubicBezTo>
                    <a:pt x="95" y="0"/>
                    <a:pt x="200" y="14"/>
                    <a:pt x="204" y="14"/>
                  </a:cubicBezTo>
                  <a:cubicBezTo>
                    <a:pt x="204" y="14"/>
                    <a:pt x="204" y="14"/>
                    <a:pt x="204" y="14"/>
                  </a:cubicBezTo>
                  <a:cubicBezTo>
                    <a:pt x="235" y="21"/>
                    <a:pt x="249" y="43"/>
                    <a:pt x="254" y="60"/>
                  </a:cubicBezTo>
                  <a:cubicBezTo>
                    <a:pt x="265" y="91"/>
                    <a:pt x="258" y="133"/>
                    <a:pt x="238" y="158"/>
                  </a:cubicBezTo>
                  <a:cubicBezTo>
                    <a:pt x="211" y="191"/>
                    <a:pt x="131" y="242"/>
                    <a:pt x="74" y="242"/>
                  </a:cubicBezTo>
                  <a:close/>
                  <a:moveTo>
                    <a:pt x="173" y="17"/>
                  </a:moveTo>
                  <a:cubicBezTo>
                    <a:pt x="137" y="17"/>
                    <a:pt x="81" y="23"/>
                    <a:pt x="51" y="57"/>
                  </a:cubicBezTo>
                  <a:cubicBezTo>
                    <a:pt x="21" y="92"/>
                    <a:pt x="4" y="136"/>
                    <a:pt x="8" y="172"/>
                  </a:cubicBezTo>
                  <a:cubicBezTo>
                    <a:pt x="10" y="195"/>
                    <a:pt x="20" y="213"/>
                    <a:pt x="37" y="226"/>
                  </a:cubicBezTo>
                  <a:cubicBezTo>
                    <a:pt x="85" y="264"/>
                    <a:pt x="202" y="195"/>
                    <a:pt x="235" y="155"/>
                  </a:cubicBezTo>
                  <a:cubicBezTo>
                    <a:pt x="254" y="131"/>
                    <a:pt x="261" y="91"/>
                    <a:pt x="251" y="61"/>
                  </a:cubicBezTo>
                  <a:cubicBezTo>
                    <a:pt x="245" y="45"/>
                    <a:pt x="232" y="25"/>
                    <a:pt x="204" y="18"/>
                  </a:cubicBezTo>
                  <a:cubicBezTo>
                    <a:pt x="202" y="18"/>
                    <a:pt x="190" y="17"/>
                    <a:pt x="173" y="1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24"/>
            <p:cNvSpPr/>
            <p:nvPr/>
          </p:nvSpPr>
          <p:spPr>
            <a:xfrm rot="8898568">
              <a:off x="6620952" y="3479712"/>
              <a:ext cx="3399765" cy="3223904"/>
            </a:xfrm>
            <a:custGeom>
              <a:avLst/>
              <a:gdLst/>
              <a:ahLst/>
              <a:cxnLst/>
              <a:rect l="l" t="t" r="r" b="b"/>
              <a:pathLst>
                <a:path w="2514" h="2383" extrusionOk="0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24"/>
            <p:cNvSpPr/>
            <p:nvPr/>
          </p:nvSpPr>
          <p:spPr>
            <a:xfrm rot="8898564">
              <a:off x="6821414" y="3725039"/>
              <a:ext cx="3103762" cy="2797048"/>
            </a:xfrm>
            <a:custGeom>
              <a:avLst/>
              <a:gdLst/>
              <a:ahLst/>
              <a:cxnLst/>
              <a:rect l="l" t="t" r="r" b="b"/>
              <a:pathLst>
                <a:path w="2295" h="2067" extrusionOk="0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24"/>
            <p:cNvSpPr/>
            <p:nvPr/>
          </p:nvSpPr>
          <p:spPr>
            <a:xfrm rot="8898567">
              <a:off x="8764999" y="5319220"/>
              <a:ext cx="707839" cy="697117"/>
            </a:xfrm>
            <a:custGeom>
              <a:avLst/>
              <a:gdLst/>
              <a:ahLst/>
              <a:cxnLst/>
              <a:rect l="l" t="t" r="r" b="b"/>
              <a:pathLst>
                <a:path w="524" h="514" extrusionOk="0">
                  <a:moveTo>
                    <a:pt x="233" y="514"/>
                  </a:moveTo>
                  <a:cubicBezTo>
                    <a:pt x="222" y="514"/>
                    <a:pt x="211" y="513"/>
                    <a:pt x="201" y="513"/>
                  </a:cubicBezTo>
                  <a:cubicBezTo>
                    <a:pt x="118" y="507"/>
                    <a:pt x="56" y="417"/>
                    <a:pt x="22" y="252"/>
                  </a:cubicBezTo>
                  <a:cubicBezTo>
                    <a:pt x="0" y="147"/>
                    <a:pt x="68" y="52"/>
                    <a:pt x="182" y="25"/>
                  </a:cubicBezTo>
                  <a:cubicBezTo>
                    <a:pt x="291" y="0"/>
                    <a:pt x="363" y="57"/>
                    <a:pt x="391" y="115"/>
                  </a:cubicBezTo>
                  <a:cubicBezTo>
                    <a:pt x="391" y="115"/>
                    <a:pt x="391" y="115"/>
                    <a:pt x="391" y="115"/>
                  </a:cubicBezTo>
                  <a:cubicBezTo>
                    <a:pt x="399" y="129"/>
                    <a:pt x="413" y="147"/>
                    <a:pt x="429" y="168"/>
                  </a:cubicBezTo>
                  <a:cubicBezTo>
                    <a:pt x="469" y="220"/>
                    <a:pt x="524" y="291"/>
                    <a:pt x="524" y="374"/>
                  </a:cubicBezTo>
                  <a:cubicBezTo>
                    <a:pt x="524" y="400"/>
                    <a:pt x="514" y="423"/>
                    <a:pt x="493" y="443"/>
                  </a:cubicBezTo>
                  <a:cubicBezTo>
                    <a:pt x="435" y="496"/>
                    <a:pt x="315" y="514"/>
                    <a:pt x="233" y="514"/>
                  </a:cubicBezTo>
                  <a:close/>
                  <a:moveTo>
                    <a:pt x="233" y="23"/>
                  </a:moveTo>
                  <a:cubicBezTo>
                    <a:pt x="217" y="23"/>
                    <a:pt x="201" y="25"/>
                    <a:pt x="183" y="29"/>
                  </a:cubicBezTo>
                  <a:cubicBezTo>
                    <a:pt x="71" y="55"/>
                    <a:pt x="5" y="149"/>
                    <a:pt x="26" y="252"/>
                  </a:cubicBezTo>
                  <a:cubicBezTo>
                    <a:pt x="49" y="365"/>
                    <a:pt x="99" y="501"/>
                    <a:pt x="201" y="508"/>
                  </a:cubicBezTo>
                  <a:cubicBezTo>
                    <a:pt x="279" y="514"/>
                    <a:pt x="425" y="500"/>
                    <a:pt x="490" y="439"/>
                  </a:cubicBezTo>
                  <a:cubicBezTo>
                    <a:pt x="510" y="421"/>
                    <a:pt x="520" y="398"/>
                    <a:pt x="520" y="374"/>
                  </a:cubicBezTo>
                  <a:cubicBezTo>
                    <a:pt x="520" y="293"/>
                    <a:pt x="465" y="222"/>
                    <a:pt x="425" y="171"/>
                  </a:cubicBezTo>
                  <a:cubicBezTo>
                    <a:pt x="409" y="150"/>
                    <a:pt x="395" y="131"/>
                    <a:pt x="388" y="116"/>
                  </a:cubicBezTo>
                  <a:cubicBezTo>
                    <a:pt x="388" y="116"/>
                    <a:pt x="388" y="116"/>
                    <a:pt x="388" y="116"/>
                  </a:cubicBezTo>
                  <a:cubicBezTo>
                    <a:pt x="364" y="70"/>
                    <a:pt x="312" y="23"/>
                    <a:pt x="233" y="2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24"/>
            <p:cNvSpPr/>
            <p:nvPr/>
          </p:nvSpPr>
          <p:spPr>
            <a:xfrm rot="8898564">
              <a:off x="9280198" y="4706986"/>
              <a:ext cx="497633" cy="253107"/>
            </a:xfrm>
            <a:custGeom>
              <a:avLst/>
              <a:gdLst/>
              <a:ahLst/>
              <a:cxnLst/>
              <a:rect l="l" t="t" r="r" b="b"/>
              <a:pathLst>
                <a:path w="368" h="187" extrusionOk="0">
                  <a:moveTo>
                    <a:pt x="130" y="185"/>
                  </a:moveTo>
                  <a:cubicBezTo>
                    <a:pt x="93" y="185"/>
                    <a:pt x="53" y="178"/>
                    <a:pt x="28" y="155"/>
                  </a:cubicBezTo>
                  <a:cubicBezTo>
                    <a:pt x="9" y="137"/>
                    <a:pt x="0" y="113"/>
                    <a:pt x="3" y="82"/>
                  </a:cubicBezTo>
                  <a:cubicBezTo>
                    <a:pt x="8" y="11"/>
                    <a:pt x="82" y="11"/>
                    <a:pt x="147" y="11"/>
                  </a:cubicBezTo>
                  <a:cubicBezTo>
                    <a:pt x="173" y="10"/>
                    <a:pt x="198" y="10"/>
                    <a:pt x="218" y="6"/>
                  </a:cubicBezTo>
                  <a:cubicBezTo>
                    <a:pt x="218" y="6"/>
                    <a:pt x="218" y="6"/>
                    <a:pt x="218" y="6"/>
                  </a:cubicBezTo>
                  <a:cubicBezTo>
                    <a:pt x="249" y="0"/>
                    <a:pt x="282" y="9"/>
                    <a:pt x="311" y="31"/>
                  </a:cubicBezTo>
                  <a:cubicBezTo>
                    <a:pt x="341" y="53"/>
                    <a:pt x="363" y="87"/>
                    <a:pt x="365" y="115"/>
                  </a:cubicBezTo>
                  <a:cubicBezTo>
                    <a:pt x="368" y="156"/>
                    <a:pt x="312" y="164"/>
                    <a:pt x="240" y="173"/>
                  </a:cubicBezTo>
                  <a:cubicBezTo>
                    <a:pt x="224" y="175"/>
                    <a:pt x="207" y="177"/>
                    <a:pt x="190" y="180"/>
                  </a:cubicBezTo>
                  <a:cubicBezTo>
                    <a:pt x="174" y="183"/>
                    <a:pt x="153" y="185"/>
                    <a:pt x="130" y="185"/>
                  </a:cubicBezTo>
                  <a:close/>
                  <a:moveTo>
                    <a:pt x="219" y="10"/>
                  </a:moveTo>
                  <a:cubicBezTo>
                    <a:pt x="198" y="15"/>
                    <a:pt x="173" y="15"/>
                    <a:pt x="147" y="15"/>
                  </a:cubicBezTo>
                  <a:cubicBezTo>
                    <a:pt x="81" y="15"/>
                    <a:pt x="12" y="15"/>
                    <a:pt x="7" y="82"/>
                  </a:cubicBezTo>
                  <a:cubicBezTo>
                    <a:pt x="5" y="112"/>
                    <a:pt x="12" y="135"/>
                    <a:pt x="30" y="152"/>
                  </a:cubicBezTo>
                  <a:cubicBezTo>
                    <a:pt x="60" y="179"/>
                    <a:pt x="117" y="187"/>
                    <a:pt x="189" y="176"/>
                  </a:cubicBezTo>
                  <a:cubicBezTo>
                    <a:pt x="206" y="173"/>
                    <a:pt x="223" y="171"/>
                    <a:pt x="240" y="169"/>
                  </a:cubicBezTo>
                  <a:cubicBezTo>
                    <a:pt x="309" y="160"/>
                    <a:pt x="364" y="153"/>
                    <a:pt x="361" y="116"/>
                  </a:cubicBezTo>
                  <a:cubicBezTo>
                    <a:pt x="359" y="89"/>
                    <a:pt x="337" y="56"/>
                    <a:pt x="309" y="34"/>
                  </a:cubicBezTo>
                  <a:cubicBezTo>
                    <a:pt x="281" y="13"/>
                    <a:pt x="249" y="4"/>
                    <a:pt x="219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24"/>
            <p:cNvSpPr/>
            <p:nvPr/>
          </p:nvSpPr>
          <p:spPr>
            <a:xfrm rot="8898565">
              <a:off x="7004155" y="4167194"/>
              <a:ext cx="1930470" cy="1947636"/>
            </a:xfrm>
            <a:custGeom>
              <a:avLst/>
              <a:gdLst/>
              <a:ahLst/>
              <a:cxnLst/>
              <a:rect l="l" t="t" r="r" b="b"/>
              <a:pathLst>
                <a:path w="1428" h="1439" extrusionOk="0">
                  <a:moveTo>
                    <a:pt x="527" y="1417"/>
                  </a:moveTo>
                  <a:cubicBezTo>
                    <a:pt x="397" y="1417"/>
                    <a:pt x="261" y="1399"/>
                    <a:pt x="201" y="1375"/>
                  </a:cubicBezTo>
                  <a:cubicBezTo>
                    <a:pt x="106" y="1337"/>
                    <a:pt x="151" y="1168"/>
                    <a:pt x="184" y="1044"/>
                  </a:cubicBezTo>
                  <a:cubicBezTo>
                    <a:pt x="190" y="1021"/>
                    <a:pt x="195" y="1000"/>
                    <a:pt x="200" y="981"/>
                  </a:cubicBezTo>
                  <a:cubicBezTo>
                    <a:pt x="213" y="922"/>
                    <a:pt x="157" y="837"/>
                    <a:pt x="103" y="754"/>
                  </a:cubicBezTo>
                  <a:cubicBezTo>
                    <a:pt x="52" y="677"/>
                    <a:pt x="0" y="597"/>
                    <a:pt x="0" y="535"/>
                  </a:cubicBezTo>
                  <a:cubicBezTo>
                    <a:pt x="0" y="410"/>
                    <a:pt x="187" y="349"/>
                    <a:pt x="305" y="341"/>
                  </a:cubicBezTo>
                  <a:cubicBezTo>
                    <a:pt x="406" y="334"/>
                    <a:pt x="480" y="287"/>
                    <a:pt x="569" y="176"/>
                  </a:cubicBezTo>
                  <a:cubicBezTo>
                    <a:pt x="612" y="122"/>
                    <a:pt x="712" y="67"/>
                    <a:pt x="825" y="35"/>
                  </a:cubicBezTo>
                  <a:cubicBezTo>
                    <a:pt x="946" y="0"/>
                    <a:pt x="1047" y="2"/>
                    <a:pt x="1096" y="39"/>
                  </a:cubicBezTo>
                  <a:cubicBezTo>
                    <a:pt x="1157" y="85"/>
                    <a:pt x="1357" y="246"/>
                    <a:pt x="1348" y="362"/>
                  </a:cubicBezTo>
                  <a:cubicBezTo>
                    <a:pt x="1341" y="460"/>
                    <a:pt x="1377" y="730"/>
                    <a:pt x="1414" y="852"/>
                  </a:cubicBezTo>
                  <a:cubicBezTo>
                    <a:pt x="1428" y="897"/>
                    <a:pt x="1419" y="947"/>
                    <a:pt x="1389" y="998"/>
                  </a:cubicBezTo>
                  <a:cubicBezTo>
                    <a:pt x="1346" y="1071"/>
                    <a:pt x="1265" y="1130"/>
                    <a:pt x="1188" y="1146"/>
                  </a:cubicBezTo>
                  <a:cubicBezTo>
                    <a:pt x="1057" y="1173"/>
                    <a:pt x="894" y="1294"/>
                    <a:pt x="808" y="1364"/>
                  </a:cubicBezTo>
                  <a:cubicBezTo>
                    <a:pt x="761" y="1402"/>
                    <a:pt x="647" y="1417"/>
                    <a:pt x="527" y="1417"/>
                  </a:cubicBezTo>
                  <a:close/>
                  <a:moveTo>
                    <a:pt x="983" y="14"/>
                  </a:moveTo>
                  <a:cubicBezTo>
                    <a:pt x="843" y="14"/>
                    <a:pt x="641" y="93"/>
                    <a:pt x="572" y="178"/>
                  </a:cubicBezTo>
                  <a:cubicBezTo>
                    <a:pt x="482" y="291"/>
                    <a:pt x="407" y="338"/>
                    <a:pt x="305" y="345"/>
                  </a:cubicBezTo>
                  <a:cubicBezTo>
                    <a:pt x="189" y="353"/>
                    <a:pt x="4" y="412"/>
                    <a:pt x="4" y="535"/>
                  </a:cubicBezTo>
                  <a:cubicBezTo>
                    <a:pt x="4" y="596"/>
                    <a:pt x="56" y="675"/>
                    <a:pt x="106" y="752"/>
                  </a:cubicBezTo>
                  <a:cubicBezTo>
                    <a:pt x="163" y="839"/>
                    <a:pt x="217" y="922"/>
                    <a:pt x="204" y="982"/>
                  </a:cubicBezTo>
                  <a:cubicBezTo>
                    <a:pt x="199" y="1001"/>
                    <a:pt x="194" y="1022"/>
                    <a:pt x="188" y="1045"/>
                  </a:cubicBezTo>
                  <a:cubicBezTo>
                    <a:pt x="155" y="1167"/>
                    <a:pt x="111" y="1335"/>
                    <a:pt x="202" y="1371"/>
                  </a:cubicBezTo>
                  <a:cubicBezTo>
                    <a:pt x="317" y="1417"/>
                    <a:pt x="709" y="1439"/>
                    <a:pt x="806" y="1360"/>
                  </a:cubicBezTo>
                  <a:cubicBezTo>
                    <a:pt x="891" y="1291"/>
                    <a:pt x="1055" y="1169"/>
                    <a:pt x="1187" y="1142"/>
                  </a:cubicBezTo>
                  <a:cubicBezTo>
                    <a:pt x="1263" y="1126"/>
                    <a:pt x="1343" y="1067"/>
                    <a:pt x="1386" y="995"/>
                  </a:cubicBezTo>
                  <a:cubicBezTo>
                    <a:pt x="1406" y="961"/>
                    <a:pt x="1427" y="908"/>
                    <a:pt x="1410" y="853"/>
                  </a:cubicBezTo>
                  <a:cubicBezTo>
                    <a:pt x="1373" y="731"/>
                    <a:pt x="1337" y="460"/>
                    <a:pt x="1344" y="361"/>
                  </a:cubicBezTo>
                  <a:cubicBezTo>
                    <a:pt x="1352" y="248"/>
                    <a:pt x="1154" y="88"/>
                    <a:pt x="1094" y="42"/>
                  </a:cubicBezTo>
                  <a:cubicBezTo>
                    <a:pt x="1068" y="23"/>
                    <a:pt x="1029" y="14"/>
                    <a:pt x="983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24"/>
            <p:cNvSpPr/>
            <p:nvPr/>
          </p:nvSpPr>
          <p:spPr>
            <a:xfrm rot="8898568">
              <a:off x="8985491" y="5534912"/>
              <a:ext cx="371079" cy="332471"/>
            </a:xfrm>
            <a:custGeom>
              <a:avLst/>
              <a:gdLst/>
              <a:ahLst/>
              <a:cxnLst/>
              <a:rect l="l" t="t" r="r" b="b"/>
              <a:pathLst>
                <a:path w="275" h="246" extrusionOk="0">
                  <a:moveTo>
                    <a:pt x="129" y="246"/>
                  </a:moveTo>
                  <a:cubicBezTo>
                    <a:pt x="110" y="246"/>
                    <a:pt x="92" y="243"/>
                    <a:pt x="77" y="239"/>
                  </a:cubicBezTo>
                  <a:cubicBezTo>
                    <a:pt x="49" y="231"/>
                    <a:pt x="30" y="218"/>
                    <a:pt x="21" y="202"/>
                  </a:cubicBezTo>
                  <a:cubicBezTo>
                    <a:pt x="1" y="160"/>
                    <a:pt x="0" y="82"/>
                    <a:pt x="85" y="40"/>
                  </a:cubicBezTo>
                  <a:cubicBezTo>
                    <a:pt x="166" y="0"/>
                    <a:pt x="197" y="53"/>
                    <a:pt x="222" y="97"/>
                  </a:cubicBezTo>
                  <a:cubicBezTo>
                    <a:pt x="224" y="100"/>
                    <a:pt x="224" y="100"/>
                    <a:pt x="224" y="100"/>
                  </a:cubicBezTo>
                  <a:cubicBezTo>
                    <a:pt x="249" y="142"/>
                    <a:pt x="275" y="186"/>
                    <a:pt x="213" y="225"/>
                  </a:cubicBezTo>
                  <a:cubicBezTo>
                    <a:pt x="188" y="240"/>
                    <a:pt x="158" y="246"/>
                    <a:pt x="129" y="246"/>
                  </a:cubicBezTo>
                  <a:close/>
                  <a:moveTo>
                    <a:pt x="137" y="30"/>
                  </a:moveTo>
                  <a:cubicBezTo>
                    <a:pt x="123" y="30"/>
                    <a:pt x="107" y="34"/>
                    <a:pt x="87" y="44"/>
                  </a:cubicBezTo>
                  <a:cubicBezTo>
                    <a:pt x="5" y="85"/>
                    <a:pt x="5" y="160"/>
                    <a:pt x="25" y="200"/>
                  </a:cubicBezTo>
                  <a:cubicBezTo>
                    <a:pt x="33" y="215"/>
                    <a:pt x="52" y="228"/>
                    <a:pt x="78" y="235"/>
                  </a:cubicBezTo>
                  <a:cubicBezTo>
                    <a:pt x="116" y="246"/>
                    <a:pt x="171" y="245"/>
                    <a:pt x="210" y="221"/>
                  </a:cubicBezTo>
                  <a:cubicBezTo>
                    <a:pt x="269" y="184"/>
                    <a:pt x="246" y="144"/>
                    <a:pt x="221" y="102"/>
                  </a:cubicBezTo>
                  <a:cubicBezTo>
                    <a:pt x="219" y="99"/>
                    <a:pt x="219" y="99"/>
                    <a:pt x="219" y="99"/>
                  </a:cubicBezTo>
                  <a:cubicBezTo>
                    <a:pt x="200" y="66"/>
                    <a:pt x="179" y="30"/>
                    <a:pt x="137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24"/>
            <p:cNvSpPr/>
            <p:nvPr/>
          </p:nvSpPr>
          <p:spPr>
            <a:xfrm rot="8898567">
              <a:off x="8830804" y="2987419"/>
              <a:ext cx="1038163" cy="1029588"/>
            </a:xfrm>
            <a:custGeom>
              <a:avLst/>
              <a:gdLst/>
              <a:ahLst/>
              <a:cxnLst/>
              <a:rect l="l" t="t" r="r" b="b"/>
              <a:pathLst>
                <a:path w="768" h="762" extrusionOk="0">
                  <a:moveTo>
                    <a:pt x="304" y="728"/>
                  </a:moveTo>
                  <a:cubicBezTo>
                    <a:pt x="252" y="728"/>
                    <a:pt x="198" y="698"/>
                    <a:pt x="139" y="653"/>
                  </a:cubicBezTo>
                  <a:cubicBezTo>
                    <a:pt x="39" y="576"/>
                    <a:pt x="0" y="418"/>
                    <a:pt x="58" y="328"/>
                  </a:cubicBezTo>
                  <a:cubicBezTo>
                    <a:pt x="80" y="295"/>
                    <a:pt x="99" y="270"/>
                    <a:pt x="115" y="248"/>
                  </a:cubicBezTo>
                  <a:cubicBezTo>
                    <a:pt x="145" y="209"/>
                    <a:pt x="168" y="178"/>
                    <a:pt x="189" y="128"/>
                  </a:cubicBezTo>
                  <a:cubicBezTo>
                    <a:pt x="226" y="39"/>
                    <a:pt x="306" y="3"/>
                    <a:pt x="369" y="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378" y="1"/>
                    <a:pt x="592" y="19"/>
                    <a:pt x="652" y="82"/>
                  </a:cubicBezTo>
                  <a:cubicBezTo>
                    <a:pt x="713" y="145"/>
                    <a:pt x="768" y="289"/>
                    <a:pt x="713" y="393"/>
                  </a:cubicBezTo>
                  <a:cubicBezTo>
                    <a:pt x="682" y="451"/>
                    <a:pt x="628" y="493"/>
                    <a:pt x="571" y="538"/>
                  </a:cubicBezTo>
                  <a:cubicBezTo>
                    <a:pt x="527" y="573"/>
                    <a:pt x="481" y="609"/>
                    <a:pt x="438" y="657"/>
                  </a:cubicBezTo>
                  <a:cubicBezTo>
                    <a:pt x="392" y="707"/>
                    <a:pt x="349" y="728"/>
                    <a:pt x="304" y="728"/>
                  </a:cubicBezTo>
                  <a:close/>
                  <a:moveTo>
                    <a:pt x="369" y="4"/>
                  </a:moveTo>
                  <a:cubicBezTo>
                    <a:pt x="308" y="7"/>
                    <a:pt x="229" y="42"/>
                    <a:pt x="193" y="129"/>
                  </a:cubicBezTo>
                  <a:cubicBezTo>
                    <a:pt x="172" y="181"/>
                    <a:pt x="148" y="211"/>
                    <a:pt x="119" y="250"/>
                  </a:cubicBezTo>
                  <a:cubicBezTo>
                    <a:pt x="102" y="272"/>
                    <a:pt x="83" y="297"/>
                    <a:pt x="62" y="330"/>
                  </a:cubicBezTo>
                  <a:cubicBezTo>
                    <a:pt x="4" y="419"/>
                    <a:pt x="43" y="574"/>
                    <a:pt x="142" y="650"/>
                  </a:cubicBezTo>
                  <a:cubicBezTo>
                    <a:pt x="247" y="731"/>
                    <a:pt x="337" y="762"/>
                    <a:pt x="435" y="654"/>
                  </a:cubicBezTo>
                  <a:cubicBezTo>
                    <a:pt x="478" y="605"/>
                    <a:pt x="524" y="569"/>
                    <a:pt x="569" y="535"/>
                  </a:cubicBezTo>
                  <a:cubicBezTo>
                    <a:pt x="628" y="489"/>
                    <a:pt x="679" y="449"/>
                    <a:pt x="710" y="391"/>
                  </a:cubicBezTo>
                  <a:cubicBezTo>
                    <a:pt x="763" y="290"/>
                    <a:pt x="708" y="146"/>
                    <a:pt x="649" y="84"/>
                  </a:cubicBezTo>
                  <a:cubicBezTo>
                    <a:pt x="591" y="23"/>
                    <a:pt x="375" y="5"/>
                    <a:pt x="369" y="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24"/>
            <p:cNvSpPr/>
            <p:nvPr/>
          </p:nvSpPr>
          <p:spPr>
            <a:xfrm rot="8898573">
              <a:off x="9217046" y="3222388"/>
              <a:ext cx="356064" cy="289573"/>
            </a:xfrm>
            <a:custGeom>
              <a:avLst/>
              <a:gdLst/>
              <a:ahLst/>
              <a:cxnLst/>
              <a:rect l="l" t="t" r="r" b="b"/>
              <a:pathLst>
                <a:path w="263" h="213" extrusionOk="0">
                  <a:moveTo>
                    <a:pt x="128" y="211"/>
                  </a:moveTo>
                  <a:cubicBezTo>
                    <a:pt x="125" y="211"/>
                    <a:pt x="122" y="210"/>
                    <a:pt x="119" y="210"/>
                  </a:cubicBezTo>
                  <a:cubicBezTo>
                    <a:pt x="82" y="203"/>
                    <a:pt x="20" y="190"/>
                    <a:pt x="10" y="130"/>
                  </a:cubicBezTo>
                  <a:cubicBezTo>
                    <a:pt x="0" y="68"/>
                    <a:pt x="71" y="30"/>
                    <a:pt x="114" y="13"/>
                  </a:cubicBezTo>
                  <a:cubicBezTo>
                    <a:pt x="114" y="13"/>
                    <a:pt x="114" y="13"/>
                    <a:pt x="114" y="13"/>
                  </a:cubicBezTo>
                  <a:cubicBezTo>
                    <a:pt x="147" y="0"/>
                    <a:pt x="201" y="25"/>
                    <a:pt x="233" y="57"/>
                  </a:cubicBezTo>
                  <a:cubicBezTo>
                    <a:pt x="254" y="79"/>
                    <a:pt x="263" y="101"/>
                    <a:pt x="256" y="118"/>
                  </a:cubicBezTo>
                  <a:cubicBezTo>
                    <a:pt x="238" y="162"/>
                    <a:pt x="169" y="211"/>
                    <a:pt x="128" y="211"/>
                  </a:cubicBezTo>
                  <a:close/>
                  <a:moveTo>
                    <a:pt x="134" y="14"/>
                  </a:moveTo>
                  <a:cubicBezTo>
                    <a:pt x="127" y="14"/>
                    <a:pt x="121" y="15"/>
                    <a:pt x="116" y="17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74" y="34"/>
                    <a:pt x="4" y="71"/>
                    <a:pt x="14" y="130"/>
                  </a:cubicBezTo>
                  <a:cubicBezTo>
                    <a:pt x="23" y="187"/>
                    <a:pt x="84" y="199"/>
                    <a:pt x="120" y="206"/>
                  </a:cubicBezTo>
                  <a:cubicBezTo>
                    <a:pt x="159" y="213"/>
                    <a:pt x="234" y="163"/>
                    <a:pt x="252" y="117"/>
                  </a:cubicBezTo>
                  <a:cubicBezTo>
                    <a:pt x="259" y="101"/>
                    <a:pt x="250" y="80"/>
                    <a:pt x="230" y="60"/>
                  </a:cubicBezTo>
                  <a:cubicBezTo>
                    <a:pt x="205" y="35"/>
                    <a:pt x="165" y="14"/>
                    <a:pt x="134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24"/>
            <p:cNvSpPr/>
            <p:nvPr/>
          </p:nvSpPr>
          <p:spPr>
            <a:xfrm rot="8898571">
              <a:off x="9015374" y="3145593"/>
              <a:ext cx="722855" cy="722857"/>
            </a:xfrm>
            <a:custGeom>
              <a:avLst/>
              <a:gdLst/>
              <a:ahLst/>
              <a:cxnLst/>
              <a:rect l="l" t="t" r="r" b="b"/>
              <a:pathLst>
                <a:path w="535" h="534" extrusionOk="0">
                  <a:moveTo>
                    <a:pt x="183" y="533"/>
                  </a:moveTo>
                  <a:cubicBezTo>
                    <a:pt x="179" y="533"/>
                    <a:pt x="175" y="532"/>
                    <a:pt x="171" y="532"/>
                  </a:cubicBezTo>
                  <a:cubicBezTo>
                    <a:pt x="116" y="525"/>
                    <a:pt x="0" y="417"/>
                    <a:pt x="7" y="351"/>
                  </a:cubicBezTo>
                  <a:cubicBezTo>
                    <a:pt x="17" y="262"/>
                    <a:pt x="64" y="213"/>
                    <a:pt x="95" y="181"/>
                  </a:cubicBezTo>
                  <a:cubicBezTo>
                    <a:pt x="136" y="138"/>
                    <a:pt x="160" y="109"/>
                    <a:pt x="207" y="41"/>
                  </a:cubicBezTo>
                  <a:cubicBezTo>
                    <a:pt x="221" y="20"/>
                    <a:pt x="246" y="8"/>
                    <a:pt x="281" y="5"/>
                  </a:cubicBezTo>
                  <a:cubicBezTo>
                    <a:pt x="344" y="0"/>
                    <a:pt x="432" y="29"/>
                    <a:pt x="468" y="67"/>
                  </a:cubicBezTo>
                  <a:cubicBezTo>
                    <a:pt x="516" y="117"/>
                    <a:pt x="535" y="230"/>
                    <a:pt x="502" y="271"/>
                  </a:cubicBezTo>
                  <a:cubicBezTo>
                    <a:pt x="486" y="291"/>
                    <a:pt x="456" y="324"/>
                    <a:pt x="424" y="360"/>
                  </a:cubicBezTo>
                  <a:cubicBezTo>
                    <a:pt x="394" y="392"/>
                    <a:pt x="363" y="426"/>
                    <a:pt x="344" y="450"/>
                  </a:cubicBezTo>
                  <a:cubicBezTo>
                    <a:pt x="305" y="497"/>
                    <a:pt x="234" y="533"/>
                    <a:pt x="183" y="533"/>
                  </a:cubicBezTo>
                  <a:close/>
                  <a:moveTo>
                    <a:pt x="297" y="9"/>
                  </a:moveTo>
                  <a:cubicBezTo>
                    <a:pt x="292" y="9"/>
                    <a:pt x="286" y="9"/>
                    <a:pt x="281" y="9"/>
                  </a:cubicBezTo>
                  <a:cubicBezTo>
                    <a:pt x="248" y="12"/>
                    <a:pt x="224" y="24"/>
                    <a:pt x="210" y="43"/>
                  </a:cubicBezTo>
                  <a:cubicBezTo>
                    <a:pt x="163" y="112"/>
                    <a:pt x="139" y="141"/>
                    <a:pt x="98" y="183"/>
                  </a:cubicBezTo>
                  <a:cubicBezTo>
                    <a:pt x="67" y="216"/>
                    <a:pt x="21" y="264"/>
                    <a:pt x="12" y="351"/>
                  </a:cubicBezTo>
                  <a:cubicBezTo>
                    <a:pt x="5" y="415"/>
                    <a:pt x="119" y="521"/>
                    <a:pt x="171" y="528"/>
                  </a:cubicBezTo>
                  <a:cubicBezTo>
                    <a:pt x="222" y="534"/>
                    <a:pt x="299" y="497"/>
                    <a:pt x="341" y="447"/>
                  </a:cubicBezTo>
                  <a:cubicBezTo>
                    <a:pt x="360" y="424"/>
                    <a:pt x="391" y="390"/>
                    <a:pt x="421" y="357"/>
                  </a:cubicBezTo>
                  <a:cubicBezTo>
                    <a:pt x="453" y="322"/>
                    <a:pt x="483" y="288"/>
                    <a:pt x="499" y="268"/>
                  </a:cubicBezTo>
                  <a:cubicBezTo>
                    <a:pt x="529" y="232"/>
                    <a:pt x="516" y="123"/>
                    <a:pt x="465" y="70"/>
                  </a:cubicBezTo>
                  <a:cubicBezTo>
                    <a:pt x="436" y="39"/>
                    <a:pt x="363" y="9"/>
                    <a:pt x="297" y="9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24"/>
            <p:cNvSpPr/>
            <p:nvPr/>
          </p:nvSpPr>
          <p:spPr>
            <a:xfrm rot="8898569">
              <a:off x="8654407" y="2505782"/>
              <a:ext cx="1443560" cy="1730991"/>
            </a:xfrm>
            <a:custGeom>
              <a:avLst/>
              <a:gdLst/>
              <a:ahLst/>
              <a:cxnLst/>
              <a:rect l="l" t="t" r="r" b="b"/>
              <a:pathLst>
                <a:path w="1068" h="1278" extrusionOk="0">
                  <a:moveTo>
                    <a:pt x="352" y="1268"/>
                  </a:moveTo>
                  <a:cubicBezTo>
                    <a:pt x="320" y="1268"/>
                    <a:pt x="292" y="1258"/>
                    <a:pt x="270" y="1247"/>
                  </a:cubicBezTo>
                  <a:cubicBezTo>
                    <a:pt x="208" y="1215"/>
                    <a:pt x="165" y="1155"/>
                    <a:pt x="162" y="1117"/>
                  </a:cubicBezTo>
                  <a:cubicBezTo>
                    <a:pt x="157" y="1070"/>
                    <a:pt x="116" y="967"/>
                    <a:pt x="77" y="868"/>
                  </a:cubicBezTo>
                  <a:cubicBezTo>
                    <a:pt x="60" y="823"/>
                    <a:pt x="43" y="781"/>
                    <a:pt x="30" y="745"/>
                  </a:cubicBezTo>
                  <a:cubicBezTo>
                    <a:pt x="0" y="662"/>
                    <a:pt x="46" y="568"/>
                    <a:pt x="162" y="475"/>
                  </a:cubicBezTo>
                  <a:cubicBezTo>
                    <a:pt x="220" y="429"/>
                    <a:pt x="310" y="297"/>
                    <a:pt x="321" y="195"/>
                  </a:cubicBezTo>
                  <a:cubicBezTo>
                    <a:pt x="330" y="100"/>
                    <a:pt x="442" y="58"/>
                    <a:pt x="510" y="33"/>
                  </a:cubicBezTo>
                  <a:cubicBezTo>
                    <a:pt x="515" y="31"/>
                    <a:pt x="521" y="29"/>
                    <a:pt x="526" y="27"/>
                  </a:cubicBezTo>
                  <a:cubicBezTo>
                    <a:pt x="594" y="0"/>
                    <a:pt x="888" y="104"/>
                    <a:pt x="957" y="179"/>
                  </a:cubicBezTo>
                  <a:cubicBezTo>
                    <a:pt x="1026" y="256"/>
                    <a:pt x="1040" y="366"/>
                    <a:pt x="1054" y="473"/>
                  </a:cubicBezTo>
                  <a:cubicBezTo>
                    <a:pt x="1068" y="582"/>
                    <a:pt x="964" y="810"/>
                    <a:pt x="863" y="894"/>
                  </a:cubicBezTo>
                  <a:cubicBezTo>
                    <a:pt x="835" y="917"/>
                    <a:pt x="800" y="948"/>
                    <a:pt x="760" y="984"/>
                  </a:cubicBezTo>
                  <a:cubicBezTo>
                    <a:pt x="657" y="1076"/>
                    <a:pt x="529" y="1190"/>
                    <a:pt x="434" y="1245"/>
                  </a:cubicBezTo>
                  <a:cubicBezTo>
                    <a:pt x="405" y="1262"/>
                    <a:pt x="377" y="1268"/>
                    <a:pt x="352" y="1268"/>
                  </a:cubicBezTo>
                  <a:close/>
                  <a:moveTo>
                    <a:pt x="555" y="27"/>
                  </a:moveTo>
                  <a:cubicBezTo>
                    <a:pt x="543" y="27"/>
                    <a:pt x="534" y="28"/>
                    <a:pt x="527" y="31"/>
                  </a:cubicBezTo>
                  <a:cubicBezTo>
                    <a:pt x="522" y="33"/>
                    <a:pt x="517" y="35"/>
                    <a:pt x="511" y="37"/>
                  </a:cubicBezTo>
                  <a:cubicBezTo>
                    <a:pt x="445" y="62"/>
                    <a:pt x="334" y="103"/>
                    <a:pt x="325" y="195"/>
                  </a:cubicBezTo>
                  <a:cubicBezTo>
                    <a:pt x="314" y="299"/>
                    <a:pt x="223" y="432"/>
                    <a:pt x="165" y="479"/>
                  </a:cubicBezTo>
                  <a:cubicBezTo>
                    <a:pt x="50" y="570"/>
                    <a:pt x="5" y="662"/>
                    <a:pt x="34" y="744"/>
                  </a:cubicBezTo>
                  <a:cubicBezTo>
                    <a:pt x="47" y="779"/>
                    <a:pt x="64" y="821"/>
                    <a:pt x="81" y="866"/>
                  </a:cubicBezTo>
                  <a:cubicBezTo>
                    <a:pt x="120" y="966"/>
                    <a:pt x="161" y="1069"/>
                    <a:pt x="166" y="1116"/>
                  </a:cubicBezTo>
                  <a:cubicBezTo>
                    <a:pt x="169" y="1153"/>
                    <a:pt x="211" y="1212"/>
                    <a:pt x="272" y="1243"/>
                  </a:cubicBezTo>
                  <a:cubicBezTo>
                    <a:pt x="310" y="1263"/>
                    <a:pt x="368" y="1278"/>
                    <a:pt x="432" y="1241"/>
                  </a:cubicBezTo>
                  <a:cubicBezTo>
                    <a:pt x="527" y="1187"/>
                    <a:pt x="654" y="1073"/>
                    <a:pt x="757" y="981"/>
                  </a:cubicBezTo>
                  <a:cubicBezTo>
                    <a:pt x="798" y="945"/>
                    <a:pt x="832" y="914"/>
                    <a:pt x="860" y="891"/>
                  </a:cubicBezTo>
                  <a:cubicBezTo>
                    <a:pt x="961" y="808"/>
                    <a:pt x="1064" y="581"/>
                    <a:pt x="1050" y="474"/>
                  </a:cubicBezTo>
                  <a:cubicBezTo>
                    <a:pt x="1036" y="367"/>
                    <a:pt x="1022" y="257"/>
                    <a:pt x="954" y="182"/>
                  </a:cubicBezTo>
                  <a:cubicBezTo>
                    <a:pt x="916" y="141"/>
                    <a:pt x="818" y="96"/>
                    <a:pt x="739" y="69"/>
                  </a:cubicBezTo>
                  <a:cubicBezTo>
                    <a:pt x="662" y="42"/>
                    <a:pt x="595" y="27"/>
                    <a:pt x="555" y="2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2" name="Google Shape;962;p24"/>
          <p:cNvGrpSpPr/>
          <p:nvPr/>
        </p:nvGrpSpPr>
        <p:grpSpPr>
          <a:xfrm>
            <a:off x="3229900" y="-1397741"/>
            <a:ext cx="8436059" cy="4071003"/>
            <a:chOff x="0" y="2771776"/>
            <a:chExt cx="5156200" cy="3062286"/>
          </a:xfrm>
        </p:grpSpPr>
        <p:sp>
          <p:nvSpPr>
            <p:cNvPr id="963" name="Google Shape;963;p24"/>
            <p:cNvSpPr/>
            <p:nvPr/>
          </p:nvSpPr>
          <p:spPr>
            <a:xfrm>
              <a:off x="1962150" y="3011488"/>
              <a:ext cx="2797178" cy="2262189"/>
            </a:xfrm>
            <a:custGeom>
              <a:avLst/>
              <a:gdLst/>
              <a:ahLst/>
              <a:cxnLst/>
              <a:rect l="l" t="t" r="r" b="b"/>
              <a:pathLst>
                <a:path w="2794" h="2258" extrusionOk="0">
                  <a:moveTo>
                    <a:pt x="2762" y="417"/>
                  </a:moveTo>
                  <a:cubicBezTo>
                    <a:pt x="2729" y="392"/>
                    <a:pt x="2705" y="397"/>
                    <a:pt x="2705" y="397"/>
                  </a:cubicBezTo>
                  <a:cubicBezTo>
                    <a:pt x="2705" y="397"/>
                    <a:pt x="2734" y="437"/>
                    <a:pt x="2692" y="393"/>
                  </a:cubicBezTo>
                  <a:cubicBezTo>
                    <a:pt x="2650" y="350"/>
                    <a:pt x="2570" y="316"/>
                    <a:pt x="2570" y="316"/>
                  </a:cubicBezTo>
                  <a:cubicBezTo>
                    <a:pt x="2570" y="316"/>
                    <a:pt x="2525" y="318"/>
                    <a:pt x="2517" y="309"/>
                  </a:cubicBezTo>
                  <a:cubicBezTo>
                    <a:pt x="2508" y="299"/>
                    <a:pt x="2464" y="297"/>
                    <a:pt x="2482" y="317"/>
                  </a:cubicBezTo>
                  <a:cubicBezTo>
                    <a:pt x="2501" y="337"/>
                    <a:pt x="2501" y="346"/>
                    <a:pt x="2483" y="344"/>
                  </a:cubicBezTo>
                  <a:cubicBezTo>
                    <a:pt x="2465" y="342"/>
                    <a:pt x="2461" y="323"/>
                    <a:pt x="2461" y="323"/>
                  </a:cubicBezTo>
                  <a:cubicBezTo>
                    <a:pt x="2461" y="323"/>
                    <a:pt x="2482" y="307"/>
                    <a:pt x="2461" y="302"/>
                  </a:cubicBezTo>
                  <a:cubicBezTo>
                    <a:pt x="2440" y="297"/>
                    <a:pt x="2446" y="316"/>
                    <a:pt x="2446" y="316"/>
                  </a:cubicBezTo>
                  <a:cubicBezTo>
                    <a:pt x="2407" y="301"/>
                    <a:pt x="2384" y="314"/>
                    <a:pt x="2384" y="314"/>
                  </a:cubicBezTo>
                  <a:cubicBezTo>
                    <a:pt x="2384" y="314"/>
                    <a:pt x="2355" y="336"/>
                    <a:pt x="2348" y="302"/>
                  </a:cubicBezTo>
                  <a:cubicBezTo>
                    <a:pt x="2341" y="268"/>
                    <a:pt x="2306" y="273"/>
                    <a:pt x="2306" y="273"/>
                  </a:cubicBezTo>
                  <a:cubicBezTo>
                    <a:pt x="2306" y="273"/>
                    <a:pt x="2239" y="283"/>
                    <a:pt x="2238" y="268"/>
                  </a:cubicBezTo>
                  <a:cubicBezTo>
                    <a:pt x="2237" y="254"/>
                    <a:pt x="2198" y="249"/>
                    <a:pt x="2198" y="249"/>
                  </a:cubicBezTo>
                  <a:cubicBezTo>
                    <a:pt x="2211" y="226"/>
                    <a:pt x="2193" y="226"/>
                    <a:pt x="2193" y="226"/>
                  </a:cubicBezTo>
                  <a:cubicBezTo>
                    <a:pt x="2193" y="226"/>
                    <a:pt x="2173" y="226"/>
                    <a:pt x="2156" y="220"/>
                  </a:cubicBezTo>
                  <a:cubicBezTo>
                    <a:pt x="2139" y="214"/>
                    <a:pt x="2099" y="210"/>
                    <a:pt x="2083" y="212"/>
                  </a:cubicBezTo>
                  <a:cubicBezTo>
                    <a:pt x="2067" y="214"/>
                    <a:pt x="2064" y="218"/>
                    <a:pt x="2069" y="235"/>
                  </a:cubicBezTo>
                  <a:cubicBezTo>
                    <a:pt x="2073" y="253"/>
                    <a:pt x="2066" y="255"/>
                    <a:pt x="2050" y="254"/>
                  </a:cubicBezTo>
                  <a:cubicBezTo>
                    <a:pt x="2034" y="253"/>
                    <a:pt x="2025" y="237"/>
                    <a:pt x="2017" y="249"/>
                  </a:cubicBezTo>
                  <a:cubicBezTo>
                    <a:pt x="2009" y="262"/>
                    <a:pt x="2004" y="258"/>
                    <a:pt x="2004" y="258"/>
                  </a:cubicBezTo>
                  <a:cubicBezTo>
                    <a:pt x="2004" y="258"/>
                    <a:pt x="1973" y="224"/>
                    <a:pt x="1976" y="252"/>
                  </a:cubicBezTo>
                  <a:cubicBezTo>
                    <a:pt x="1979" y="281"/>
                    <a:pt x="1973" y="279"/>
                    <a:pt x="1971" y="282"/>
                  </a:cubicBezTo>
                  <a:cubicBezTo>
                    <a:pt x="1968" y="284"/>
                    <a:pt x="1924" y="258"/>
                    <a:pt x="1931" y="243"/>
                  </a:cubicBezTo>
                  <a:cubicBezTo>
                    <a:pt x="1937" y="228"/>
                    <a:pt x="1938" y="224"/>
                    <a:pt x="1933" y="205"/>
                  </a:cubicBezTo>
                  <a:cubicBezTo>
                    <a:pt x="1928" y="185"/>
                    <a:pt x="1920" y="198"/>
                    <a:pt x="1884" y="178"/>
                  </a:cubicBezTo>
                  <a:cubicBezTo>
                    <a:pt x="1848" y="159"/>
                    <a:pt x="1848" y="173"/>
                    <a:pt x="1848" y="173"/>
                  </a:cubicBezTo>
                  <a:cubicBezTo>
                    <a:pt x="1851" y="192"/>
                    <a:pt x="1856" y="206"/>
                    <a:pt x="1820" y="202"/>
                  </a:cubicBezTo>
                  <a:cubicBezTo>
                    <a:pt x="1784" y="198"/>
                    <a:pt x="1788" y="177"/>
                    <a:pt x="1788" y="177"/>
                  </a:cubicBezTo>
                  <a:cubicBezTo>
                    <a:pt x="1760" y="179"/>
                    <a:pt x="1727" y="175"/>
                    <a:pt x="1727" y="175"/>
                  </a:cubicBezTo>
                  <a:cubicBezTo>
                    <a:pt x="1727" y="175"/>
                    <a:pt x="1697" y="163"/>
                    <a:pt x="1687" y="176"/>
                  </a:cubicBezTo>
                  <a:cubicBezTo>
                    <a:pt x="1677" y="190"/>
                    <a:pt x="1640" y="189"/>
                    <a:pt x="1640" y="189"/>
                  </a:cubicBezTo>
                  <a:cubicBezTo>
                    <a:pt x="1640" y="189"/>
                    <a:pt x="1647" y="170"/>
                    <a:pt x="1682" y="144"/>
                  </a:cubicBezTo>
                  <a:cubicBezTo>
                    <a:pt x="1716" y="118"/>
                    <a:pt x="1715" y="110"/>
                    <a:pt x="1716" y="88"/>
                  </a:cubicBezTo>
                  <a:cubicBezTo>
                    <a:pt x="1717" y="66"/>
                    <a:pt x="1675" y="51"/>
                    <a:pt x="1675" y="51"/>
                  </a:cubicBezTo>
                  <a:cubicBezTo>
                    <a:pt x="1633" y="49"/>
                    <a:pt x="1633" y="49"/>
                    <a:pt x="1633" y="49"/>
                  </a:cubicBezTo>
                  <a:cubicBezTo>
                    <a:pt x="1633" y="49"/>
                    <a:pt x="1635" y="66"/>
                    <a:pt x="1620" y="61"/>
                  </a:cubicBezTo>
                  <a:cubicBezTo>
                    <a:pt x="1605" y="55"/>
                    <a:pt x="1626" y="36"/>
                    <a:pt x="1626" y="36"/>
                  </a:cubicBezTo>
                  <a:cubicBezTo>
                    <a:pt x="1604" y="29"/>
                    <a:pt x="1590" y="40"/>
                    <a:pt x="1590" y="40"/>
                  </a:cubicBezTo>
                  <a:cubicBezTo>
                    <a:pt x="1588" y="28"/>
                    <a:pt x="1604" y="20"/>
                    <a:pt x="1604" y="20"/>
                  </a:cubicBezTo>
                  <a:cubicBezTo>
                    <a:pt x="1604" y="20"/>
                    <a:pt x="1604" y="0"/>
                    <a:pt x="1575" y="6"/>
                  </a:cubicBezTo>
                  <a:cubicBezTo>
                    <a:pt x="1545" y="11"/>
                    <a:pt x="1548" y="35"/>
                    <a:pt x="1551" y="49"/>
                  </a:cubicBezTo>
                  <a:cubicBezTo>
                    <a:pt x="1554" y="62"/>
                    <a:pt x="1544" y="58"/>
                    <a:pt x="1544" y="58"/>
                  </a:cubicBezTo>
                  <a:cubicBezTo>
                    <a:pt x="1522" y="58"/>
                    <a:pt x="1513" y="72"/>
                    <a:pt x="1513" y="72"/>
                  </a:cubicBezTo>
                  <a:cubicBezTo>
                    <a:pt x="1513" y="72"/>
                    <a:pt x="1521" y="86"/>
                    <a:pt x="1501" y="87"/>
                  </a:cubicBezTo>
                  <a:cubicBezTo>
                    <a:pt x="1482" y="88"/>
                    <a:pt x="1488" y="72"/>
                    <a:pt x="1488" y="72"/>
                  </a:cubicBezTo>
                  <a:cubicBezTo>
                    <a:pt x="1455" y="75"/>
                    <a:pt x="1459" y="89"/>
                    <a:pt x="1459" y="89"/>
                  </a:cubicBezTo>
                  <a:cubicBezTo>
                    <a:pt x="1431" y="92"/>
                    <a:pt x="1361" y="129"/>
                    <a:pt x="1378" y="147"/>
                  </a:cubicBezTo>
                  <a:cubicBezTo>
                    <a:pt x="1395" y="166"/>
                    <a:pt x="1382" y="163"/>
                    <a:pt x="1375" y="172"/>
                  </a:cubicBezTo>
                  <a:cubicBezTo>
                    <a:pt x="1367" y="181"/>
                    <a:pt x="1334" y="171"/>
                    <a:pt x="1317" y="178"/>
                  </a:cubicBezTo>
                  <a:cubicBezTo>
                    <a:pt x="1301" y="186"/>
                    <a:pt x="1315" y="199"/>
                    <a:pt x="1315" y="199"/>
                  </a:cubicBezTo>
                  <a:cubicBezTo>
                    <a:pt x="1319" y="225"/>
                    <a:pt x="1319" y="225"/>
                    <a:pt x="1319" y="225"/>
                  </a:cubicBezTo>
                  <a:cubicBezTo>
                    <a:pt x="1319" y="225"/>
                    <a:pt x="1337" y="222"/>
                    <a:pt x="1340" y="239"/>
                  </a:cubicBezTo>
                  <a:cubicBezTo>
                    <a:pt x="1343" y="255"/>
                    <a:pt x="1323" y="245"/>
                    <a:pt x="1309" y="231"/>
                  </a:cubicBezTo>
                  <a:cubicBezTo>
                    <a:pt x="1294" y="218"/>
                    <a:pt x="1261" y="221"/>
                    <a:pt x="1271" y="223"/>
                  </a:cubicBezTo>
                  <a:cubicBezTo>
                    <a:pt x="1280" y="226"/>
                    <a:pt x="1287" y="239"/>
                    <a:pt x="1281" y="244"/>
                  </a:cubicBezTo>
                  <a:cubicBezTo>
                    <a:pt x="1275" y="248"/>
                    <a:pt x="1275" y="247"/>
                    <a:pt x="1283" y="262"/>
                  </a:cubicBezTo>
                  <a:cubicBezTo>
                    <a:pt x="1292" y="277"/>
                    <a:pt x="1267" y="263"/>
                    <a:pt x="1267" y="263"/>
                  </a:cubicBezTo>
                  <a:cubicBezTo>
                    <a:pt x="1267" y="263"/>
                    <a:pt x="1252" y="277"/>
                    <a:pt x="1252" y="242"/>
                  </a:cubicBezTo>
                  <a:cubicBezTo>
                    <a:pt x="1252" y="207"/>
                    <a:pt x="1234" y="204"/>
                    <a:pt x="1234" y="204"/>
                  </a:cubicBezTo>
                  <a:cubicBezTo>
                    <a:pt x="1247" y="216"/>
                    <a:pt x="1241" y="227"/>
                    <a:pt x="1241" y="231"/>
                  </a:cubicBezTo>
                  <a:cubicBezTo>
                    <a:pt x="1242" y="235"/>
                    <a:pt x="1217" y="244"/>
                    <a:pt x="1229" y="259"/>
                  </a:cubicBezTo>
                  <a:cubicBezTo>
                    <a:pt x="1241" y="273"/>
                    <a:pt x="1239" y="309"/>
                    <a:pt x="1239" y="309"/>
                  </a:cubicBezTo>
                  <a:cubicBezTo>
                    <a:pt x="1239" y="309"/>
                    <a:pt x="1242" y="336"/>
                    <a:pt x="1258" y="331"/>
                  </a:cubicBezTo>
                  <a:cubicBezTo>
                    <a:pt x="1275" y="326"/>
                    <a:pt x="1292" y="339"/>
                    <a:pt x="1292" y="339"/>
                  </a:cubicBezTo>
                  <a:cubicBezTo>
                    <a:pt x="1292" y="339"/>
                    <a:pt x="1319" y="382"/>
                    <a:pt x="1306" y="381"/>
                  </a:cubicBezTo>
                  <a:cubicBezTo>
                    <a:pt x="1293" y="380"/>
                    <a:pt x="1278" y="342"/>
                    <a:pt x="1278" y="342"/>
                  </a:cubicBezTo>
                  <a:cubicBezTo>
                    <a:pt x="1278" y="342"/>
                    <a:pt x="1240" y="338"/>
                    <a:pt x="1254" y="356"/>
                  </a:cubicBezTo>
                  <a:cubicBezTo>
                    <a:pt x="1268" y="375"/>
                    <a:pt x="1261" y="376"/>
                    <a:pt x="1246" y="403"/>
                  </a:cubicBezTo>
                  <a:cubicBezTo>
                    <a:pt x="1230" y="430"/>
                    <a:pt x="1203" y="422"/>
                    <a:pt x="1203" y="418"/>
                  </a:cubicBezTo>
                  <a:cubicBezTo>
                    <a:pt x="1202" y="414"/>
                    <a:pt x="1230" y="396"/>
                    <a:pt x="1235" y="376"/>
                  </a:cubicBezTo>
                  <a:cubicBezTo>
                    <a:pt x="1241" y="356"/>
                    <a:pt x="1227" y="339"/>
                    <a:pt x="1227" y="339"/>
                  </a:cubicBezTo>
                  <a:cubicBezTo>
                    <a:pt x="1219" y="262"/>
                    <a:pt x="1219" y="262"/>
                    <a:pt x="1219" y="262"/>
                  </a:cubicBezTo>
                  <a:cubicBezTo>
                    <a:pt x="1219" y="262"/>
                    <a:pt x="1199" y="261"/>
                    <a:pt x="1209" y="249"/>
                  </a:cubicBezTo>
                  <a:cubicBezTo>
                    <a:pt x="1220" y="237"/>
                    <a:pt x="1214" y="213"/>
                    <a:pt x="1214" y="213"/>
                  </a:cubicBezTo>
                  <a:cubicBezTo>
                    <a:pt x="1184" y="194"/>
                    <a:pt x="1168" y="209"/>
                    <a:pt x="1168" y="209"/>
                  </a:cubicBezTo>
                  <a:cubicBezTo>
                    <a:pt x="1166" y="257"/>
                    <a:pt x="1140" y="239"/>
                    <a:pt x="1135" y="259"/>
                  </a:cubicBezTo>
                  <a:cubicBezTo>
                    <a:pt x="1131" y="278"/>
                    <a:pt x="1149" y="279"/>
                    <a:pt x="1149" y="279"/>
                  </a:cubicBezTo>
                  <a:cubicBezTo>
                    <a:pt x="1147" y="307"/>
                    <a:pt x="1138" y="287"/>
                    <a:pt x="1164" y="323"/>
                  </a:cubicBezTo>
                  <a:cubicBezTo>
                    <a:pt x="1189" y="360"/>
                    <a:pt x="1151" y="340"/>
                    <a:pt x="1125" y="323"/>
                  </a:cubicBezTo>
                  <a:cubicBezTo>
                    <a:pt x="1098" y="306"/>
                    <a:pt x="1084" y="315"/>
                    <a:pt x="1074" y="309"/>
                  </a:cubicBezTo>
                  <a:cubicBezTo>
                    <a:pt x="1063" y="304"/>
                    <a:pt x="1047" y="289"/>
                    <a:pt x="1045" y="294"/>
                  </a:cubicBezTo>
                  <a:cubicBezTo>
                    <a:pt x="1044" y="299"/>
                    <a:pt x="1057" y="313"/>
                    <a:pt x="1067" y="321"/>
                  </a:cubicBezTo>
                  <a:cubicBezTo>
                    <a:pt x="1078" y="330"/>
                    <a:pt x="1071" y="356"/>
                    <a:pt x="1064" y="357"/>
                  </a:cubicBezTo>
                  <a:cubicBezTo>
                    <a:pt x="1056" y="359"/>
                    <a:pt x="1048" y="336"/>
                    <a:pt x="1048" y="336"/>
                  </a:cubicBezTo>
                  <a:cubicBezTo>
                    <a:pt x="1048" y="336"/>
                    <a:pt x="1050" y="346"/>
                    <a:pt x="1026" y="347"/>
                  </a:cubicBezTo>
                  <a:cubicBezTo>
                    <a:pt x="1002" y="348"/>
                    <a:pt x="1011" y="361"/>
                    <a:pt x="999" y="362"/>
                  </a:cubicBezTo>
                  <a:cubicBezTo>
                    <a:pt x="987" y="363"/>
                    <a:pt x="990" y="340"/>
                    <a:pt x="990" y="340"/>
                  </a:cubicBezTo>
                  <a:cubicBezTo>
                    <a:pt x="962" y="346"/>
                    <a:pt x="913" y="373"/>
                    <a:pt x="908" y="382"/>
                  </a:cubicBezTo>
                  <a:cubicBezTo>
                    <a:pt x="903" y="392"/>
                    <a:pt x="898" y="416"/>
                    <a:pt x="885" y="399"/>
                  </a:cubicBezTo>
                  <a:cubicBezTo>
                    <a:pt x="872" y="381"/>
                    <a:pt x="892" y="376"/>
                    <a:pt x="892" y="376"/>
                  </a:cubicBezTo>
                  <a:cubicBezTo>
                    <a:pt x="892" y="376"/>
                    <a:pt x="888" y="365"/>
                    <a:pt x="879" y="356"/>
                  </a:cubicBezTo>
                  <a:cubicBezTo>
                    <a:pt x="870" y="348"/>
                    <a:pt x="851" y="354"/>
                    <a:pt x="851" y="354"/>
                  </a:cubicBezTo>
                  <a:cubicBezTo>
                    <a:pt x="855" y="358"/>
                    <a:pt x="863" y="372"/>
                    <a:pt x="869" y="398"/>
                  </a:cubicBezTo>
                  <a:cubicBezTo>
                    <a:pt x="875" y="424"/>
                    <a:pt x="862" y="434"/>
                    <a:pt x="856" y="426"/>
                  </a:cubicBezTo>
                  <a:cubicBezTo>
                    <a:pt x="850" y="418"/>
                    <a:pt x="861" y="413"/>
                    <a:pt x="827" y="428"/>
                  </a:cubicBezTo>
                  <a:cubicBezTo>
                    <a:pt x="792" y="442"/>
                    <a:pt x="838" y="463"/>
                    <a:pt x="818" y="470"/>
                  </a:cubicBezTo>
                  <a:cubicBezTo>
                    <a:pt x="797" y="477"/>
                    <a:pt x="773" y="437"/>
                    <a:pt x="770" y="453"/>
                  </a:cubicBezTo>
                  <a:cubicBezTo>
                    <a:pt x="766" y="469"/>
                    <a:pt x="787" y="474"/>
                    <a:pt x="787" y="474"/>
                  </a:cubicBezTo>
                  <a:cubicBezTo>
                    <a:pt x="774" y="513"/>
                    <a:pt x="736" y="447"/>
                    <a:pt x="736" y="447"/>
                  </a:cubicBezTo>
                  <a:cubicBezTo>
                    <a:pt x="736" y="447"/>
                    <a:pt x="757" y="431"/>
                    <a:pt x="742" y="429"/>
                  </a:cubicBezTo>
                  <a:cubicBezTo>
                    <a:pt x="728" y="427"/>
                    <a:pt x="710" y="394"/>
                    <a:pt x="710" y="394"/>
                  </a:cubicBezTo>
                  <a:cubicBezTo>
                    <a:pt x="760" y="419"/>
                    <a:pt x="794" y="433"/>
                    <a:pt x="821" y="408"/>
                  </a:cubicBezTo>
                  <a:cubicBezTo>
                    <a:pt x="848" y="384"/>
                    <a:pt x="751" y="328"/>
                    <a:pt x="751" y="328"/>
                  </a:cubicBezTo>
                  <a:cubicBezTo>
                    <a:pt x="751" y="328"/>
                    <a:pt x="721" y="335"/>
                    <a:pt x="674" y="305"/>
                  </a:cubicBezTo>
                  <a:cubicBezTo>
                    <a:pt x="628" y="276"/>
                    <a:pt x="569" y="311"/>
                    <a:pt x="569" y="311"/>
                  </a:cubicBezTo>
                  <a:cubicBezTo>
                    <a:pt x="569" y="311"/>
                    <a:pt x="471" y="367"/>
                    <a:pt x="458" y="413"/>
                  </a:cubicBezTo>
                  <a:cubicBezTo>
                    <a:pt x="451" y="436"/>
                    <a:pt x="419" y="488"/>
                    <a:pt x="400" y="497"/>
                  </a:cubicBezTo>
                  <a:cubicBezTo>
                    <a:pt x="381" y="506"/>
                    <a:pt x="360" y="519"/>
                    <a:pt x="355" y="571"/>
                  </a:cubicBezTo>
                  <a:cubicBezTo>
                    <a:pt x="350" y="624"/>
                    <a:pt x="366" y="630"/>
                    <a:pt x="380" y="630"/>
                  </a:cubicBezTo>
                  <a:cubicBezTo>
                    <a:pt x="393" y="629"/>
                    <a:pt x="402" y="623"/>
                    <a:pt x="411" y="612"/>
                  </a:cubicBezTo>
                  <a:cubicBezTo>
                    <a:pt x="420" y="601"/>
                    <a:pt x="431" y="604"/>
                    <a:pt x="431" y="604"/>
                  </a:cubicBezTo>
                  <a:cubicBezTo>
                    <a:pt x="429" y="625"/>
                    <a:pt x="453" y="662"/>
                    <a:pt x="453" y="662"/>
                  </a:cubicBezTo>
                  <a:cubicBezTo>
                    <a:pt x="453" y="662"/>
                    <a:pt x="443" y="689"/>
                    <a:pt x="461" y="689"/>
                  </a:cubicBezTo>
                  <a:cubicBezTo>
                    <a:pt x="480" y="689"/>
                    <a:pt x="473" y="682"/>
                    <a:pt x="482" y="675"/>
                  </a:cubicBezTo>
                  <a:cubicBezTo>
                    <a:pt x="491" y="668"/>
                    <a:pt x="508" y="667"/>
                    <a:pt x="508" y="667"/>
                  </a:cubicBezTo>
                  <a:cubicBezTo>
                    <a:pt x="510" y="614"/>
                    <a:pt x="510" y="614"/>
                    <a:pt x="510" y="614"/>
                  </a:cubicBezTo>
                  <a:cubicBezTo>
                    <a:pt x="519" y="615"/>
                    <a:pt x="534" y="606"/>
                    <a:pt x="533" y="587"/>
                  </a:cubicBezTo>
                  <a:cubicBezTo>
                    <a:pt x="533" y="568"/>
                    <a:pt x="515" y="568"/>
                    <a:pt x="515" y="568"/>
                  </a:cubicBezTo>
                  <a:cubicBezTo>
                    <a:pt x="515" y="534"/>
                    <a:pt x="523" y="517"/>
                    <a:pt x="523" y="517"/>
                  </a:cubicBezTo>
                  <a:cubicBezTo>
                    <a:pt x="569" y="482"/>
                    <a:pt x="569" y="482"/>
                    <a:pt x="569" y="482"/>
                  </a:cubicBezTo>
                  <a:cubicBezTo>
                    <a:pt x="568" y="430"/>
                    <a:pt x="594" y="431"/>
                    <a:pt x="594" y="431"/>
                  </a:cubicBezTo>
                  <a:cubicBezTo>
                    <a:pt x="594" y="431"/>
                    <a:pt x="621" y="428"/>
                    <a:pt x="617" y="456"/>
                  </a:cubicBezTo>
                  <a:cubicBezTo>
                    <a:pt x="613" y="485"/>
                    <a:pt x="566" y="506"/>
                    <a:pt x="566" y="506"/>
                  </a:cubicBezTo>
                  <a:cubicBezTo>
                    <a:pt x="566" y="506"/>
                    <a:pt x="566" y="550"/>
                    <a:pt x="568" y="563"/>
                  </a:cubicBezTo>
                  <a:cubicBezTo>
                    <a:pt x="570" y="576"/>
                    <a:pt x="591" y="582"/>
                    <a:pt x="614" y="581"/>
                  </a:cubicBezTo>
                  <a:cubicBezTo>
                    <a:pt x="637" y="579"/>
                    <a:pt x="648" y="562"/>
                    <a:pt x="667" y="578"/>
                  </a:cubicBezTo>
                  <a:cubicBezTo>
                    <a:pt x="685" y="594"/>
                    <a:pt x="622" y="591"/>
                    <a:pt x="624" y="591"/>
                  </a:cubicBezTo>
                  <a:cubicBezTo>
                    <a:pt x="626" y="591"/>
                    <a:pt x="586" y="588"/>
                    <a:pt x="587" y="605"/>
                  </a:cubicBezTo>
                  <a:cubicBezTo>
                    <a:pt x="588" y="622"/>
                    <a:pt x="600" y="621"/>
                    <a:pt x="600" y="621"/>
                  </a:cubicBezTo>
                  <a:cubicBezTo>
                    <a:pt x="600" y="621"/>
                    <a:pt x="612" y="621"/>
                    <a:pt x="611" y="638"/>
                  </a:cubicBezTo>
                  <a:cubicBezTo>
                    <a:pt x="610" y="655"/>
                    <a:pt x="598" y="654"/>
                    <a:pt x="598" y="654"/>
                  </a:cubicBezTo>
                  <a:cubicBezTo>
                    <a:pt x="598" y="654"/>
                    <a:pt x="599" y="638"/>
                    <a:pt x="581" y="638"/>
                  </a:cubicBezTo>
                  <a:cubicBezTo>
                    <a:pt x="564" y="638"/>
                    <a:pt x="563" y="655"/>
                    <a:pt x="563" y="655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47" y="696"/>
                    <a:pt x="550" y="709"/>
                    <a:pt x="547" y="711"/>
                  </a:cubicBezTo>
                  <a:cubicBezTo>
                    <a:pt x="544" y="713"/>
                    <a:pt x="523" y="687"/>
                    <a:pt x="513" y="703"/>
                  </a:cubicBezTo>
                  <a:cubicBezTo>
                    <a:pt x="502" y="719"/>
                    <a:pt x="475" y="722"/>
                    <a:pt x="475" y="722"/>
                  </a:cubicBezTo>
                  <a:cubicBezTo>
                    <a:pt x="475" y="722"/>
                    <a:pt x="466" y="712"/>
                    <a:pt x="438" y="714"/>
                  </a:cubicBezTo>
                  <a:cubicBezTo>
                    <a:pt x="411" y="716"/>
                    <a:pt x="415" y="697"/>
                    <a:pt x="419" y="680"/>
                  </a:cubicBezTo>
                  <a:cubicBezTo>
                    <a:pt x="422" y="664"/>
                    <a:pt x="421" y="638"/>
                    <a:pt x="421" y="638"/>
                  </a:cubicBezTo>
                  <a:cubicBezTo>
                    <a:pt x="407" y="645"/>
                    <a:pt x="376" y="664"/>
                    <a:pt x="391" y="680"/>
                  </a:cubicBezTo>
                  <a:cubicBezTo>
                    <a:pt x="406" y="696"/>
                    <a:pt x="399" y="720"/>
                    <a:pt x="399" y="720"/>
                  </a:cubicBezTo>
                  <a:cubicBezTo>
                    <a:pt x="399" y="720"/>
                    <a:pt x="394" y="715"/>
                    <a:pt x="368" y="729"/>
                  </a:cubicBezTo>
                  <a:cubicBezTo>
                    <a:pt x="343" y="744"/>
                    <a:pt x="337" y="769"/>
                    <a:pt x="337" y="769"/>
                  </a:cubicBezTo>
                  <a:cubicBezTo>
                    <a:pt x="337" y="769"/>
                    <a:pt x="325" y="761"/>
                    <a:pt x="304" y="789"/>
                  </a:cubicBezTo>
                  <a:cubicBezTo>
                    <a:pt x="284" y="817"/>
                    <a:pt x="259" y="812"/>
                    <a:pt x="259" y="812"/>
                  </a:cubicBezTo>
                  <a:cubicBezTo>
                    <a:pt x="261" y="825"/>
                    <a:pt x="238" y="824"/>
                    <a:pt x="238" y="824"/>
                  </a:cubicBezTo>
                  <a:cubicBezTo>
                    <a:pt x="238" y="824"/>
                    <a:pt x="210" y="821"/>
                    <a:pt x="209" y="834"/>
                  </a:cubicBezTo>
                  <a:cubicBezTo>
                    <a:pt x="208" y="848"/>
                    <a:pt x="224" y="846"/>
                    <a:pt x="224" y="846"/>
                  </a:cubicBezTo>
                  <a:cubicBezTo>
                    <a:pt x="259" y="846"/>
                    <a:pt x="263" y="881"/>
                    <a:pt x="263" y="904"/>
                  </a:cubicBezTo>
                  <a:cubicBezTo>
                    <a:pt x="262" y="927"/>
                    <a:pt x="247" y="925"/>
                    <a:pt x="247" y="925"/>
                  </a:cubicBezTo>
                  <a:cubicBezTo>
                    <a:pt x="247" y="925"/>
                    <a:pt x="226" y="927"/>
                    <a:pt x="186" y="925"/>
                  </a:cubicBezTo>
                  <a:cubicBezTo>
                    <a:pt x="147" y="922"/>
                    <a:pt x="155" y="945"/>
                    <a:pt x="155" y="945"/>
                  </a:cubicBezTo>
                  <a:cubicBezTo>
                    <a:pt x="154" y="991"/>
                    <a:pt x="154" y="991"/>
                    <a:pt x="154" y="991"/>
                  </a:cubicBezTo>
                  <a:cubicBezTo>
                    <a:pt x="141" y="995"/>
                    <a:pt x="142" y="1016"/>
                    <a:pt x="142" y="1016"/>
                  </a:cubicBezTo>
                  <a:cubicBezTo>
                    <a:pt x="155" y="1016"/>
                    <a:pt x="155" y="1016"/>
                    <a:pt x="155" y="1016"/>
                  </a:cubicBezTo>
                  <a:cubicBezTo>
                    <a:pt x="154" y="1038"/>
                    <a:pt x="154" y="1038"/>
                    <a:pt x="154" y="1038"/>
                  </a:cubicBezTo>
                  <a:cubicBezTo>
                    <a:pt x="189" y="1034"/>
                    <a:pt x="195" y="1060"/>
                    <a:pt x="195" y="1061"/>
                  </a:cubicBezTo>
                  <a:cubicBezTo>
                    <a:pt x="193" y="1059"/>
                    <a:pt x="192" y="1059"/>
                    <a:pt x="192" y="1059"/>
                  </a:cubicBezTo>
                  <a:cubicBezTo>
                    <a:pt x="190" y="1075"/>
                    <a:pt x="169" y="1090"/>
                    <a:pt x="169" y="1090"/>
                  </a:cubicBezTo>
                  <a:cubicBezTo>
                    <a:pt x="169" y="1090"/>
                    <a:pt x="144" y="1089"/>
                    <a:pt x="133" y="1132"/>
                  </a:cubicBezTo>
                  <a:cubicBezTo>
                    <a:pt x="123" y="1175"/>
                    <a:pt x="139" y="1146"/>
                    <a:pt x="91" y="1185"/>
                  </a:cubicBezTo>
                  <a:cubicBezTo>
                    <a:pt x="43" y="1224"/>
                    <a:pt x="15" y="1289"/>
                    <a:pt x="15" y="1289"/>
                  </a:cubicBezTo>
                  <a:cubicBezTo>
                    <a:pt x="15" y="1289"/>
                    <a:pt x="49" y="1316"/>
                    <a:pt x="25" y="1361"/>
                  </a:cubicBezTo>
                  <a:cubicBezTo>
                    <a:pt x="0" y="1406"/>
                    <a:pt x="12" y="1422"/>
                    <a:pt x="12" y="1422"/>
                  </a:cubicBezTo>
                  <a:cubicBezTo>
                    <a:pt x="12" y="1422"/>
                    <a:pt x="121" y="1568"/>
                    <a:pt x="159" y="1554"/>
                  </a:cubicBezTo>
                  <a:cubicBezTo>
                    <a:pt x="196" y="1541"/>
                    <a:pt x="230" y="1548"/>
                    <a:pt x="238" y="1548"/>
                  </a:cubicBezTo>
                  <a:cubicBezTo>
                    <a:pt x="246" y="1548"/>
                    <a:pt x="248" y="1530"/>
                    <a:pt x="297" y="1525"/>
                  </a:cubicBezTo>
                  <a:cubicBezTo>
                    <a:pt x="347" y="1520"/>
                    <a:pt x="353" y="1554"/>
                    <a:pt x="353" y="1554"/>
                  </a:cubicBezTo>
                  <a:cubicBezTo>
                    <a:pt x="383" y="1571"/>
                    <a:pt x="423" y="1520"/>
                    <a:pt x="405" y="1583"/>
                  </a:cubicBezTo>
                  <a:cubicBezTo>
                    <a:pt x="388" y="1646"/>
                    <a:pt x="405" y="1658"/>
                    <a:pt x="405" y="1658"/>
                  </a:cubicBezTo>
                  <a:cubicBezTo>
                    <a:pt x="471" y="1733"/>
                    <a:pt x="462" y="1769"/>
                    <a:pt x="462" y="1769"/>
                  </a:cubicBezTo>
                  <a:cubicBezTo>
                    <a:pt x="481" y="1811"/>
                    <a:pt x="461" y="1831"/>
                    <a:pt x="461" y="1831"/>
                  </a:cubicBezTo>
                  <a:cubicBezTo>
                    <a:pt x="429" y="1885"/>
                    <a:pt x="447" y="1984"/>
                    <a:pt x="473" y="2005"/>
                  </a:cubicBezTo>
                  <a:cubicBezTo>
                    <a:pt x="499" y="2027"/>
                    <a:pt x="492" y="2095"/>
                    <a:pt x="492" y="2095"/>
                  </a:cubicBezTo>
                  <a:cubicBezTo>
                    <a:pt x="518" y="2117"/>
                    <a:pt x="552" y="2196"/>
                    <a:pt x="552" y="2196"/>
                  </a:cubicBezTo>
                  <a:cubicBezTo>
                    <a:pt x="551" y="2258"/>
                    <a:pt x="579" y="2246"/>
                    <a:pt x="579" y="2246"/>
                  </a:cubicBezTo>
                  <a:cubicBezTo>
                    <a:pt x="579" y="2246"/>
                    <a:pt x="614" y="2236"/>
                    <a:pt x="672" y="2235"/>
                  </a:cubicBezTo>
                  <a:cubicBezTo>
                    <a:pt x="730" y="2234"/>
                    <a:pt x="782" y="2109"/>
                    <a:pt x="782" y="2109"/>
                  </a:cubicBezTo>
                  <a:cubicBezTo>
                    <a:pt x="782" y="2109"/>
                    <a:pt x="780" y="2065"/>
                    <a:pt x="812" y="2047"/>
                  </a:cubicBezTo>
                  <a:cubicBezTo>
                    <a:pt x="845" y="2028"/>
                    <a:pt x="809" y="1964"/>
                    <a:pt x="809" y="1964"/>
                  </a:cubicBezTo>
                  <a:cubicBezTo>
                    <a:pt x="809" y="1964"/>
                    <a:pt x="812" y="1925"/>
                    <a:pt x="876" y="1898"/>
                  </a:cubicBezTo>
                  <a:cubicBezTo>
                    <a:pt x="940" y="1872"/>
                    <a:pt x="875" y="1789"/>
                    <a:pt x="869" y="1753"/>
                  </a:cubicBezTo>
                  <a:cubicBezTo>
                    <a:pt x="863" y="1718"/>
                    <a:pt x="857" y="1670"/>
                    <a:pt x="964" y="1583"/>
                  </a:cubicBezTo>
                  <a:cubicBezTo>
                    <a:pt x="1069" y="1497"/>
                    <a:pt x="1030" y="1433"/>
                    <a:pt x="1030" y="1433"/>
                  </a:cubicBezTo>
                  <a:cubicBezTo>
                    <a:pt x="1030" y="1433"/>
                    <a:pt x="987" y="1458"/>
                    <a:pt x="929" y="1459"/>
                  </a:cubicBezTo>
                  <a:cubicBezTo>
                    <a:pt x="929" y="1459"/>
                    <a:pt x="923" y="1447"/>
                    <a:pt x="912" y="1431"/>
                  </a:cubicBezTo>
                  <a:cubicBezTo>
                    <a:pt x="913" y="1433"/>
                    <a:pt x="950" y="1425"/>
                    <a:pt x="997" y="1403"/>
                  </a:cubicBezTo>
                  <a:cubicBezTo>
                    <a:pt x="1044" y="1380"/>
                    <a:pt x="1037" y="1369"/>
                    <a:pt x="1093" y="1363"/>
                  </a:cubicBezTo>
                  <a:cubicBezTo>
                    <a:pt x="1093" y="1363"/>
                    <a:pt x="1146" y="1314"/>
                    <a:pt x="1143" y="1279"/>
                  </a:cubicBezTo>
                  <a:cubicBezTo>
                    <a:pt x="1140" y="1245"/>
                    <a:pt x="1089" y="1243"/>
                    <a:pt x="1089" y="1243"/>
                  </a:cubicBezTo>
                  <a:cubicBezTo>
                    <a:pt x="1084" y="1215"/>
                    <a:pt x="1084" y="1215"/>
                    <a:pt x="1084" y="1215"/>
                  </a:cubicBezTo>
                  <a:cubicBezTo>
                    <a:pt x="1084" y="1215"/>
                    <a:pt x="1085" y="1248"/>
                    <a:pt x="1021" y="1249"/>
                  </a:cubicBezTo>
                  <a:cubicBezTo>
                    <a:pt x="1021" y="1249"/>
                    <a:pt x="1002" y="1212"/>
                    <a:pt x="976" y="1184"/>
                  </a:cubicBezTo>
                  <a:cubicBezTo>
                    <a:pt x="950" y="1157"/>
                    <a:pt x="998" y="1158"/>
                    <a:pt x="998" y="1158"/>
                  </a:cubicBezTo>
                  <a:cubicBezTo>
                    <a:pt x="998" y="1158"/>
                    <a:pt x="1025" y="1213"/>
                    <a:pt x="1055" y="1214"/>
                  </a:cubicBezTo>
                  <a:cubicBezTo>
                    <a:pt x="1084" y="1215"/>
                    <a:pt x="1085" y="1201"/>
                    <a:pt x="1085" y="1201"/>
                  </a:cubicBezTo>
                  <a:cubicBezTo>
                    <a:pt x="1085" y="1201"/>
                    <a:pt x="1103" y="1224"/>
                    <a:pt x="1121" y="1226"/>
                  </a:cubicBezTo>
                  <a:cubicBezTo>
                    <a:pt x="1140" y="1229"/>
                    <a:pt x="1236" y="1231"/>
                    <a:pt x="1236" y="1231"/>
                  </a:cubicBezTo>
                  <a:cubicBezTo>
                    <a:pt x="1236" y="1231"/>
                    <a:pt x="1272" y="1257"/>
                    <a:pt x="1272" y="1267"/>
                  </a:cubicBezTo>
                  <a:cubicBezTo>
                    <a:pt x="1272" y="1277"/>
                    <a:pt x="1298" y="1264"/>
                    <a:pt x="1298" y="1264"/>
                  </a:cubicBezTo>
                  <a:cubicBezTo>
                    <a:pt x="1298" y="1264"/>
                    <a:pt x="1304" y="1281"/>
                    <a:pt x="1280" y="1282"/>
                  </a:cubicBezTo>
                  <a:cubicBezTo>
                    <a:pt x="1280" y="1282"/>
                    <a:pt x="1315" y="1323"/>
                    <a:pt x="1329" y="1284"/>
                  </a:cubicBezTo>
                  <a:cubicBezTo>
                    <a:pt x="1329" y="1284"/>
                    <a:pt x="1337" y="1346"/>
                    <a:pt x="1347" y="1369"/>
                  </a:cubicBezTo>
                  <a:cubicBezTo>
                    <a:pt x="1357" y="1393"/>
                    <a:pt x="1424" y="1496"/>
                    <a:pt x="1424" y="1496"/>
                  </a:cubicBezTo>
                  <a:cubicBezTo>
                    <a:pt x="1424" y="1496"/>
                    <a:pt x="1444" y="1503"/>
                    <a:pt x="1464" y="1447"/>
                  </a:cubicBezTo>
                  <a:cubicBezTo>
                    <a:pt x="1483" y="1392"/>
                    <a:pt x="1423" y="1394"/>
                    <a:pt x="1498" y="1347"/>
                  </a:cubicBezTo>
                  <a:cubicBezTo>
                    <a:pt x="1572" y="1300"/>
                    <a:pt x="1548" y="1290"/>
                    <a:pt x="1548" y="1290"/>
                  </a:cubicBezTo>
                  <a:cubicBezTo>
                    <a:pt x="1548" y="1290"/>
                    <a:pt x="1586" y="1307"/>
                    <a:pt x="1605" y="1279"/>
                  </a:cubicBezTo>
                  <a:cubicBezTo>
                    <a:pt x="1605" y="1279"/>
                    <a:pt x="1620" y="1316"/>
                    <a:pt x="1651" y="1330"/>
                  </a:cubicBezTo>
                  <a:cubicBezTo>
                    <a:pt x="1683" y="1343"/>
                    <a:pt x="1664" y="1374"/>
                    <a:pt x="1664" y="1374"/>
                  </a:cubicBezTo>
                  <a:cubicBezTo>
                    <a:pt x="1664" y="1374"/>
                    <a:pt x="1681" y="1393"/>
                    <a:pt x="1705" y="1365"/>
                  </a:cubicBezTo>
                  <a:cubicBezTo>
                    <a:pt x="1712" y="1357"/>
                    <a:pt x="1721" y="1376"/>
                    <a:pt x="1729" y="1398"/>
                  </a:cubicBezTo>
                  <a:cubicBezTo>
                    <a:pt x="1736" y="1421"/>
                    <a:pt x="1738" y="1474"/>
                    <a:pt x="1744" y="1486"/>
                  </a:cubicBezTo>
                  <a:cubicBezTo>
                    <a:pt x="1749" y="1497"/>
                    <a:pt x="1776" y="1526"/>
                    <a:pt x="1776" y="1526"/>
                  </a:cubicBezTo>
                  <a:cubicBezTo>
                    <a:pt x="1785" y="1549"/>
                    <a:pt x="1794" y="1561"/>
                    <a:pt x="1794" y="1561"/>
                  </a:cubicBezTo>
                  <a:cubicBezTo>
                    <a:pt x="1837" y="1618"/>
                    <a:pt x="1861" y="1599"/>
                    <a:pt x="1851" y="1592"/>
                  </a:cubicBezTo>
                  <a:cubicBezTo>
                    <a:pt x="1841" y="1585"/>
                    <a:pt x="1836" y="1562"/>
                    <a:pt x="1826" y="1539"/>
                  </a:cubicBezTo>
                  <a:cubicBezTo>
                    <a:pt x="1816" y="1515"/>
                    <a:pt x="1780" y="1510"/>
                    <a:pt x="1780" y="1510"/>
                  </a:cubicBezTo>
                  <a:cubicBezTo>
                    <a:pt x="1777" y="1491"/>
                    <a:pt x="1757" y="1479"/>
                    <a:pt x="1757" y="1479"/>
                  </a:cubicBezTo>
                  <a:cubicBezTo>
                    <a:pt x="1752" y="1450"/>
                    <a:pt x="1763" y="1423"/>
                    <a:pt x="1763" y="1423"/>
                  </a:cubicBezTo>
                  <a:cubicBezTo>
                    <a:pt x="1822" y="1440"/>
                    <a:pt x="1781" y="1455"/>
                    <a:pt x="1816" y="1459"/>
                  </a:cubicBezTo>
                  <a:cubicBezTo>
                    <a:pt x="1852" y="1463"/>
                    <a:pt x="1843" y="1496"/>
                    <a:pt x="1843" y="1496"/>
                  </a:cubicBezTo>
                  <a:cubicBezTo>
                    <a:pt x="1899" y="1464"/>
                    <a:pt x="1898" y="1443"/>
                    <a:pt x="1898" y="1443"/>
                  </a:cubicBezTo>
                  <a:cubicBezTo>
                    <a:pt x="1903" y="1397"/>
                    <a:pt x="1878" y="1384"/>
                    <a:pt x="1878" y="1384"/>
                  </a:cubicBezTo>
                  <a:cubicBezTo>
                    <a:pt x="1878" y="1384"/>
                    <a:pt x="1846" y="1379"/>
                    <a:pt x="1833" y="1342"/>
                  </a:cubicBezTo>
                  <a:cubicBezTo>
                    <a:pt x="1820" y="1305"/>
                    <a:pt x="1858" y="1292"/>
                    <a:pt x="1858" y="1292"/>
                  </a:cubicBezTo>
                  <a:cubicBezTo>
                    <a:pt x="1992" y="1288"/>
                    <a:pt x="2011" y="1222"/>
                    <a:pt x="2025" y="1185"/>
                  </a:cubicBezTo>
                  <a:cubicBezTo>
                    <a:pt x="2038" y="1149"/>
                    <a:pt x="2021" y="1123"/>
                    <a:pt x="2021" y="1123"/>
                  </a:cubicBezTo>
                  <a:cubicBezTo>
                    <a:pt x="2021" y="1123"/>
                    <a:pt x="2008" y="1121"/>
                    <a:pt x="2002" y="1104"/>
                  </a:cubicBezTo>
                  <a:cubicBezTo>
                    <a:pt x="1997" y="1086"/>
                    <a:pt x="1980" y="1072"/>
                    <a:pt x="1980" y="1072"/>
                  </a:cubicBezTo>
                  <a:cubicBezTo>
                    <a:pt x="1977" y="1042"/>
                    <a:pt x="2017" y="1063"/>
                    <a:pt x="2014" y="1044"/>
                  </a:cubicBezTo>
                  <a:cubicBezTo>
                    <a:pt x="2010" y="1025"/>
                    <a:pt x="1986" y="1025"/>
                    <a:pt x="1986" y="1025"/>
                  </a:cubicBezTo>
                  <a:cubicBezTo>
                    <a:pt x="1973" y="1035"/>
                    <a:pt x="1968" y="1033"/>
                    <a:pt x="1968" y="1033"/>
                  </a:cubicBezTo>
                  <a:cubicBezTo>
                    <a:pt x="1933" y="1013"/>
                    <a:pt x="1944" y="1019"/>
                    <a:pt x="1973" y="986"/>
                  </a:cubicBezTo>
                  <a:cubicBezTo>
                    <a:pt x="2000" y="953"/>
                    <a:pt x="1995" y="1009"/>
                    <a:pt x="1995" y="1009"/>
                  </a:cubicBezTo>
                  <a:cubicBezTo>
                    <a:pt x="1996" y="1003"/>
                    <a:pt x="2049" y="971"/>
                    <a:pt x="2043" y="1003"/>
                  </a:cubicBezTo>
                  <a:cubicBezTo>
                    <a:pt x="2038" y="1035"/>
                    <a:pt x="2069" y="1030"/>
                    <a:pt x="2069" y="1030"/>
                  </a:cubicBezTo>
                  <a:cubicBezTo>
                    <a:pt x="2073" y="1099"/>
                    <a:pt x="2072" y="1090"/>
                    <a:pt x="2102" y="1074"/>
                  </a:cubicBezTo>
                  <a:cubicBezTo>
                    <a:pt x="2132" y="1059"/>
                    <a:pt x="2112" y="1036"/>
                    <a:pt x="2090" y="1012"/>
                  </a:cubicBezTo>
                  <a:cubicBezTo>
                    <a:pt x="2068" y="988"/>
                    <a:pt x="2086" y="1001"/>
                    <a:pt x="2105" y="961"/>
                  </a:cubicBezTo>
                  <a:cubicBezTo>
                    <a:pt x="2123" y="922"/>
                    <a:pt x="2143" y="945"/>
                    <a:pt x="2143" y="945"/>
                  </a:cubicBezTo>
                  <a:cubicBezTo>
                    <a:pt x="2210" y="886"/>
                    <a:pt x="2219" y="827"/>
                    <a:pt x="2219" y="827"/>
                  </a:cubicBezTo>
                  <a:cubicBezTo>
                    <a:pt x="2208" y="772"/>
                    <a:pt x="2208" y="772"/>
                    <a:pt x="2208" y="772"/>
                  </a:cubicBezTo>
                  <a:cubicBezTo>
                    <a:pt x="2208" y="772"/>
                    <a:pt x="2215" y="743"/>
                    <a:pt x="2196" y="724"/>
                  </a:cubicBezTo>
                  <a:cubicBezTo>
                    <a:pt x="2177" y="705"/>
                    <a:pt x="2184" y="721"/>
                    <a:pt x="2164" y="722"/>
                  </a:cubicBezTo>
                  <a:cubicBezTo>
                    <a:pt x="2144" y="722"/>
                    <a:pt x="2118" y="700"/>
                    <a:pt x="2118" y="700"/>
                  </a:cubicBezTo>
                  <a:cubicBezTo>
                    <a:pt x="2200" y="597"/>
                    <a:pt x="2200" y="597"/>
                    <a:pt x="2200" y="597"/>
                  </a:cubicBezTo>
                  <a:cubicBezTo>
                    <a:pt x="2200" y="597"/>
                    <a:pt x="2259" y="612"/>
                    <a:pt x="2271" y="602"/>
                  </a:cubicBezTo>
                  <a:cubicBezTo>
                    <a:pt x="2283" y="592"/>
                    <a:pt x="2314" y="600"/>
                    <a:pt x="2314" y="600"/>
                  </a:cubicBezTo>
                  <a:cubicBezTo>
                    <a:pt x="2314" y="600"/>
                    <a:pt x="2292" y="608"/>
                    <a:pt x="2339" y="610"/>
                  </a:cubicBezTo>
                  <a:cubicBezTo>
                    <a:pt x="2386" y="611"/>
                    <a:pt x="2355" y="594"/>
                    <a:pt x="2355" y="594"/>
                  </a:cubicBezTo>
                  <a:cubicBezTo>
                    <a:pt x="2357" y="540"/>
                    <a:pt x="2414" y="528"/>
                    <a:pt x="2414" y="539"/>
                  </a:cubicBezTo>
                  <a:cubicBezTo>
                    <a:pt x="2414" y="550"/>
                    <a:pt x="2406" y="569"/>
                    <a:pt x="2420" y="568"/>
                  </a:cubicBezTo>
                  <a:cubicBezTo>
                    <a:pt x="2435" y="568"/>
                    <a:pt x="2464" y="518"/>
                    <a:pt x="2465" y="537"/>
                  </a:cubicBezTo>
                  <a:cubicBezTo>
                    <a:pt x="2466" y="556"/>
                    <a:pt x="2448" y="566"/>
                    <a:pt x="2425" y="603"/>
                  </a:cubicBezTo>
                  <a:cubicBezTo>
                    <a:pt x="2401" y="641"/>
                    <a:pt x="2380" y="635"/>
                    <a:pt x="2384" y="666"/>
                  </a:cubicBezTo>
                  <a:cubicBezTo>
                    <a:pt x="2388" y="697"/>
                    <a:pt x="2425" y="769"/>
                    <a:pt x="2428" y="782"/>
                  </a:cubicBezTo>
                  <a:cubicBezTo>
                    <a:pt x="2430" y="795"/>
                    <a:pt x="2458" y="797"/>
                    <a:pt x="2453" y="766"/>
                  </a:cubicBezTo>
                  <a:cubicBezTo>
                    <a:pt x="2449" y="735"/>
                    <a:pt x="2465" y="736"/>
                    <a:pt x="2465" y="736"/>
                  </a:cubicBezTo>
                  <a:cubicBezTo>
                    <a:pt x="2456" y="710"/>
                    <a:pt x="2484" y="701"/>
                    <a:pt x="2484" y="701"/>
                  </a:cubicBezTo>
                  <a:cubicBezTo>
                    <a:pt x="2484" y="701"/>
                    <a:pt x="2462" y="692"/>
                    <a:pt x="2474" y="674"/>
                  </a:cubicBezTo>
                  <a:cubicBezTo>
                    <a:pt x="2486" y="655"/>
                    <a:pt x="2485" y="635"/>
                    <a:pt x="2476" y="636"/>
                  </a:cubicBezTo>
                  <a:cubicBezTo>
                    <a:pt x="2468" y="636"/>
                    <a:pt x="2455" y="600"/>
                    <a:pt x="2476" y="586"/>
                  </a:cubicBezTo>
                  <a:cubicBezTo>
                    <a:pt x="2496" y="571"/>
                    <a:pt x="2509" y="587"/>
                    <a:pt x="2509" y="587"/>
                  </a:cubicBezTo>
                  <a:cubicBezTo>
                    <a:pt x="2509" y="587"/>
                    <a:pt x="2516" y="571"/>
                    <a:pt x="2528" y="569"/>
                  </a:cubicBezTo>
                  <a:cubicBezTo>
                    <a:pt x="2541" y="568"/>
                    <a:pt x="2560" y="585"/>
                    <a:pt x="2560" y="585"/>
                  </a:cubicBezTo>
                  <a:cubicBezTo>
                    <a:pt x="2560" y="571"/>
                    <a:pt x="2606" y="514"/>
                    <a:pt x="2633" y="518"/>
                  </a:cubicBezTo>
                  <a:cubicBezTo>
                    <a:pt x="2659" y="523"/>
                    <a:pt x="2667" y="559"/>
                    <a:pt x="2662" y="523"/>
                  </a:cubicBezTo>
                  <a:cubicBezTo>
                    <a:pt x="2658" y="488"/>
                    <a:pt x="2626" y="468"/>
                    <a:pt x="2626" y="468"/>
                  </a:cubicBezTo>
                  <a:cubicBezTo>
                    <a:pt x="2642" y="463"/>
                    <a:pt x="2656" y="464"/>
                    <a:pt x="2658" y="449"/>
                  </a:cubicBezTo>
                  <a:cubicBezTo>
                    <a:pt x="2659" y="434"/>
                    <a:pt x="2635" y="417"/>
                    <a:pt x="2650" y="419"/>
                  </a:cubicBezTo>
                  <a:cubicBezTo>
                    <a:pt x="2665" y="422"/>
                    <a:pt x="2668" y="444"/>
                    <a:pt x="2673" y="444"/>
                  </a:cubicBezTo>
                  <a:cubicBezTo>
                    <a:pt x="2678" y="444"/>
                    <a:pt x="2672" y="425"/>
                    <a:pt x="2718" y="460"/>
                  </a:cubicBezTo>
                  <a:cubicBezTo>
                    <a:pt x="2764" y="496"/>
                    <a:pt x="2738" y="463"/>
                    <a:pt x="2752" y="442"/>
                  </a:cubicBezTo>
                  <a:cubicBezTo>
                    <a:pt x="2766" y="422"/>
                    <a:pt x="2794" y="441"/>
                    <a:pt x="2762" y="417"/>
                  </a:cubicBezTo>
                  <a:close/>
                  <a:moveTo>
                    <a:pt x="850" y="1380"/>
                  </a:moveTo>
                  <a:cubicBezTo>
                    <a:pt x="850" y="1380"/>
                    <a:pt x="852" y="1344"/>
                    <a:pt x="815" y="1329"/>
                  </a:cubicBezTo>
                  <a:cubicBezTo>
                    <a:pt x="815" y="1329"/>
                    <a:pt x="825" y="1293"/>
                    <a:pt x="792" y="1260"/>
                  </a:cubicBezTo>
                  <a:cubicBezTo>
                    <a:pt x="792" y="1260"/>
                    <a:pt x="735" y="1133"/>
                    <a:pt x="702" y="1134"/>
                  </a:cubicBezTo>
                  <a:cubicBezTo>
                    <a:pt x="657" y="1134"/>
                    <a:pt x="595" y="1112"/>
                    <a:pt x="595" y="1112"/>
                  </a:cubicBezTo>
                  <a:cubicBezTo>
                    <a:pt x="595" y="1112"/>
                    <a:pt x="557" y="1096"/>
                    <a:pt x="562" y="1133"/>
                  </a:cubicBezTo>
                  <a:cubicBezTo>
                    <a:pt x="566" y="1170"/>
                    <a:pt x="494" y="1127"/>
                    <a:pt x="494" y="1127"/>
                  </a:cubicBezTo>
                  <a:cubicBezTo>
                    <a:pt x="494" y="1127"/>
                    <a:pt x="485" y="1105"/>
                    <a:pt x="452" y="1105"/>
                  </a:cubicBezTo>
                  <a:cubicBezTo>
                    <a:pt x="420" y="1105"/>
                    <a:pt x="416" y="1095"/>
                    <a:pt x="416" y="1095"/>
                  </a:cubicBezTo>
                  <a:cubicBezTo>
                    <a:pt x="416" y="1095"/>
                    <a:pt x="419" y="1085"/>
                    <a:pt x="426" y="1058"/>
                  </a:cubicBezTo>
                  <a:cubicBezTo>
                    <a:pt x="434" y="1030"/>
                    <a:pt x="395" y="1040"/>
                    <a:pt x="395" y="1040"/>
                  </a:cubicBezTo>
                  <a:cubicBezTo>
                    <a:pt x="254" y="1044"/>
                    <a:pt x="287" y="1063"/>
                    <a:pt x="253" y="1070"/>
                  </a:cubicBezTo>
                  <a:cubicBezTo>
                    <a:pt x="226" y="1075"/>
                    <a:pt x="203" y="1065"/>
                    <a:pt x="195" y="1061"/>
                  </a:cubicBezTo>
                  <a:cubicBezTo>
                    <a:pt x="195" y="1060"/>
                    <a:pt x="225" y="1040"/>
                    <a:pt x="244" y="1044"/>
                  </a:cubicBezTo>
                  <a:cubicBezTo>
                    <a:pt x="264" y="1049"/>
                    <a:pt x="279" y="1016"/>
                    <a:pt x="276" y="1004"/>
                  </a:cubicBezTo>
                  <a:cubicBezTo>
                    <a:pt x="274" y="992"/>
                    <a:pt x="286" y="975"/>
                    <a:pt x="298" y="974"/>
                  </a:cubicBezTo>
                  <a:cubicBezTo>
                    <a:pt x="309" y="972"/>
                    <a:pt x="324" y="957"/>
                    <a:pt x="324" y="957"/>
                  </a:cubicBezTo>
                  <a:cubicBezTo>
                    <a:pt x="325" y="932"/>
                    <a:pt x="325" y="932"/>
                    <a:pt x="325" y="932"/>
                  </a:cubicBezTo>
                  <a:cubicBezTo>
                    <a:pt x="343" y="926"/>
                    <a:pt x="365" y="935"/>
                    <a:pt x="369" y="935"/>
                  </a:cubicBezTo>
                  <a:cubicBezTo>
                    <a:pt x="391" y="935"/>
                    <a:pt x="415" y="905"/>
                    <a:pt x="417" y="915"/>
                  </a:cubicBezTo>
                  <a:cubicBezTo>
                    <a:pt x="420" y="926"/>
                    <a:pt x="439" y="955"/>
                    <a:pt x="472" y="973"/>
                  </a:cubicBezTo>
                  <a:cubicBezTo>
                    <a:pt x="504" y="991"/>
                    <a:pt x="503" y="1006"/>
                    <a:pt x="495" y="1013"/>
                  </a:cubicBezTo>
                  <a:cubicBezTo>
                    <a:pt x="487" y="1021"/>
                    <a:pt x="449" y="1024"/>
                    <a:pt x="449" y="1024"/>
                  </a:cubicBezTo>
                  <a:cubicBezTo>
                    <a:pt x="492" y="1049"/>
                    <a:pt x="492" y="1049"/>
                    <a:pt x="492" y="1049"/>
                  </a:cubicBezTo>
                  <a:cubicBezTo>
                    <a:pt x="492" y="1049"/>
                    <a:pt x="490" y="1027"/>
                    <a:pt x="499" y="1027"/>
                  </a:cubicBezTo>
                  <a:cubicBezTo>
                    <a:pt x="508" y="1027"/>
                    <a:pt x="524" y="998"/>
                    <a:pt x="524" y="998"/>
                  </a:cubicBezTo>
                  <a:cubicBezTo>
                    <a:pt x="524" y="998"/>
                    <a:pt x="504" y="988"/>
                    <a:pt x="514" y="983"/>
                  </a:cubicBezTo>
                  <a:cubicBezTo>
                    <a:pt x="524" y="977"/>
                    <a:pt x="536" y="991"/>
                    <a:pt x="536" y="991"/>
                  </a:cubicBezTo>
                  <a:cubicBezTo>
                    <a:pt x="536" y="968"/>
                    <a:pt x="501" y="961"/>
                    <a:pt x="501" y="961"/>
                  </a:cubicBezTo>
                  <a:cubicBezTo>
                    <a:pt x="504" y="951"/>
                    <a:pt x="504" y="951"/>
                    <a:pt x="504" y="951"/>
                  </a:cubicBezTo>
                  <a:cubicBezTo>
                    <a:pt x="504" y="951"/>
                    <a:pt x="499" y="956"/>
                    <a:pt x="490" y="954"/>
                  </a:cubicBezTo>
                  <a:cubicBezTo>
                    <a:pt x="481" y="951"/>
                    <a:pt x="460" y="918"/>
                    <a:pt x="454" y="904"/>
                  </a:cubicBezTo>
                  <a:cubicBezTo>
                    <a:pt x="448" y="889"/>
                    <a:pt x="484" y="892"/>
                    <a:pt x="484" y="892"/>
                  </a:cubicBezTo>
                  <a:cubicBezTo>
                    <a:pt x="488" y="925"/>
                    <a:pt x="546" y="951"/>
                    <a:pt x="546" y="951"/>
                  </a:cubicBezTo>
                  <a:cubicBezTo>
                    <a:pt x="545" y="970"/>
                    <a:pt x="552" y="986"/>
                    <a:pt x="552" y="986"/>
                  </a:cubicBezTo>
                  <a:cubicBezTo>
                    <a:pt x="582" y="1013"/>
                    <a:pt x="581" y="1035"/>
                    <a:pt x="581" y="1035"/>
                  </a:cubicBezTo>
                  <a:cubicBezTo>
                    <a:pt x="614" y="1061"/>
                    <a:pt x="608" y="1028"/>
                    <a:pt x="608" y="1028"/>
                  </a:cubicBezTo>
                  <a:cubicBezTo>
                    <a:pt x="619" y="1032"/>
                    <a:pt x="636" y="1029"/>
                    <a:pt x="636" y="1029"/>
                  </a:cubicBezTo>
                  <a:cubicBezTo>
                    <a:pt x="628" y="1031"/>
                    <a:pt x="583" y="983"/>
                    <a:pt x="605" y="990"/>
                  </a:cubicBezTo>
                  <a:cubicBezTo>
                    <a:pt x="626" y="997"/>
                    <a:pt x="616" y="974"/>
                    <a:pt x="616" y="974"/>
                  </a:cubicBezTo>
                  <a:cubicBezTo>
                    <a:pt x="643" y="977"/>
                    <a:pt x="648" y="990"/>
                    <a:pt x="648" y="990"/>
                  </a:cubicBezTo>
                  <a:cubicBezTo>
                    <a:pt x="661" y="1050"/>
                    <a:pt x="689" y="1059"/>
                    <a:pt x="700" y="1057"/>
                  </a:cubicBezTo>
                  <a:cubicBezTo>
                    <a:pt x="711" y="1055"/>
                    <a:pt x="718" y="1038"/>
                    <a:pt x="718" y="1038"/>
                  </a:cubicBezTo>
                  <a:cubicBezTo>
                    <a:pt x="718" y="1038"/>
                    <a:pt x="724" y="1060"/>
                    <a:pt x="748" y="1056"/>
                  </a:cubicBezTo>
                  <a:cubicBezTo>
                    <a:pt x="772" y="1052"/>
                    <a:pt x="780" y="1043"/>
                    <a:pt x="780" y="1043"/>
                  </a:cubicBezTo>
                  <a:cubicBezTo>
                    <a:pt x="780" y="1043"/>
                    <a:pt x="804" y="1070"/>
                    <a:pt x="787" y="1082"/>
                  </a:cubicBezTo>
                  <a:cubicBezTo>
                    <a:pt x="770" y="1095"/>
                    <a:pt x="779" y="1120"/>
                    <a:pt x="764" y="1131"/>
                  </a:cubicBezTo>
                  <a:cubicBezTo>
                    <a:pt x="749" y="1142"/>
                    <a:pt x="714" y="1138"/>
                    <a:pt x="714" y="1138"/>
                  </a:cubicBezTo>
                  <a:cubicBezTo>
                    <a:pt x="735" y="1149"/>
                    <a:pt x="760" y="1197"/>
                    <a:pt x="760" y="1197"/>
                  </a:cubicBezTo>
                  <a:cubicBezTo>
                    <a:pt x="767" y="1183"/>
                    <a:pt x="777" y="1193"/>
                    <a:pt x="777" y="1193"/>
                  </a:cubicBezTo>
                  <a:cubicBezTo>
                    <a:pt x="777" y="1193"/>
                    <a:pt x="819" y="1236"/>
                    <a:pt x="813" y="1248"/>
                  </a:cubicBezTo>
                  <a:cubicBezTo>
                    <a:pt x="813" y="1248"/>
                    <a:pt x="840" y="1260"/>
                    <a:pt x="841" y="1299"/>
                  </a:cubicBezTo>
                  <a:cubicBezTo>
                    <a:pt x="841" y="1299"/>
                    <a:pt x="873" y="1317"/>
                    <a:pt x="890" y="1360"/>
                  </a:cubicBezTo>
                  <a:cubicBezTo>
                    <a:pt x="907" y="1404"/>
                    <a:pt x="910" y="1429"/>
                    <a:pt x="911" y="1431"/>
                  </a:cubicBezTo>
                  <a:cubicBezTo>
                    <a:pt x="898" y="1413"/>
                    <a:pt x="877" y="1392"/>
                    <a:pt x="850" y="138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24"/>
            <p:cNvSpPr/>
            <p:nvPr/>
          </p:nvSpPr>
          <p:spPr>
            <a:xfrm>
              <a:off x="2160588" y="3625851"/>
              <a:ext cx="111125" cy="190500"/>
            </a:xfrm>
            <a:custGeom>
              <a:avLst/>
              <a:gdLst/>
              <a:ahLst/>
              <a:cxnLst/>
              <a:rect l="l" t="t" r="r" b="b"/>
              <a:pathLst>
                <a:path w="111" h="191" extrusionOk="0">
                  <a:moveTo>
                    <a:pt x="20" y="64"/>
                  </a:moveTo>
                  <a:cubicBezTo>
                    <a:pt x="15" y="82"/>
                    <a:pt x="23" y="91"/>
                    <a:pt x="23" y="91"/>
                  </a:cubicBezTo>
                  <a:cubicBezTo>
                    <a:pt x="51" y="87"/>
                    <a:pt x="44" y="105"/>
                    <a:pt x="44" y="105"/>
                  </a:cubicBezTo>
                  <a:cubicBezTo>
                    <a:pt x="44" y="105"/>
                    <a:pt x="53" y="116"/>
                    <a:pt x="43" y="117"/>
                  </a:cubicBezTo>
                  <a:cubicBezTo>
                    <a:pt x="34" y="117"/>
                    <a:pt x="29" y="123"/>
                    <a:pt x="31" y="136"/>
                  </a:cubicBezTo>
                  <a:cubicBezTo>
                    <a:pt x="33" y="148"/>
                    <a:pt x="17" y="136"/>
                    <a:pt x="18" y="146"/>
                  </a:cubicBezTo>
                  <a:cubicBezTo>
                    <a:pt x="18" y="156"/>
                    <a:pt x="33" y="163"/>
                    <a:pt x="30" y="163"/>
                  </a:cubicBezTo>
                  <a:cubicBezTo>
                    <a:pt x="27" y="163"/>
                    <a:pt x="2" y="191"/>
                    <a:pt x="2" y="191"/>
                  </a:cubicBezTo>
                  <a:cubicBezTo>
                    <a:pt x="28" y="174"/>
                    <a:pt x="93" y="173"/>
                    <a:pt x="93" y="173"/>
                  </a:cubicBezTo>
                  <a:cubicBezTo>
                    <a:pt x="111" y="172"/>
                    <a:pt x="103" y="167"/>
                    <a:pt x="103" y="167"/>
                  </a:cubicBezTo>
                  <a:cubicBezTo>
                    <a:pt x="98" y="159"/>
                    <a:pt x="98" y="159"/>
                    <a:pt x="98" y="159"/>
                  </a:cubicBezTo>
                  <a:cubicBezTo>
                    <a:pt x="104" y="144"/>
                    <a:pt x="108" y="129"/>
                    <a:pt x="108" y="129"/>
                  </a:cubicBezTo>
                  <a:cubicBezTo>
                    <a:pt x="88" y="129"/>
                    <a:pt x="88" y="129"/>
                    <a:pt x="88" y="129"/>
                  </a:cubicBezTo>
                  <a:cubicBezTo>
                    <a:pt x="89" y="115"/>
                    <a:pt x="83" y="101"/>
                    <a:pt x="72" y="94"/>
                  </a:cubicBezTo>
                  <a:cubicBezTo>
                    <a:pt x="61" y="87"/>
                    <a:pt x="58" y="65"/>
                    <a:pt x="58" y="65"/>
                  </a:cubicBezTo>
                  <a:cubicBezTo>
                    <a:pt x="58" y="65"/>
                    <a:pt x="40" y="72"/>
                    <a:pt x="47" y="58"/>
                  </a:cubicBezTo>
                  <a:cubicBezTo>
                    <a:pt x="53" y="44"/>
                    <a:pt x="65" y="27"/>
                    <a:pt x="58" y="26"/>
                  </a:cubicBezTo>
                  <a:cubicBezTo>
                    <a:pt x="50" y="25"/>
                    <a:pt x="20" y="41"/>
                    <a:pt x="33" y="24"/>
                  </a:cubicBezTo>
                  <a:cubicBezTo>
                    <a:pt x="46" y="8"/>
                    <a:pt x="39" y="0"/>
                    <a:pt x="39" y="0"/>
                  </a:cubicBezTo>
                  <a:cubicBezTo>
                    <a:pt x="9" y="4"/>
                    <a:pt x="12" y="20"/>
                    <a:pt x="6" y="41"/>
                  </a:cubicBezTo>
                  <a:cubicBezTo>
                    <a:pt x="0" y="62"/>
                    <a:pt x="25" y="46"/>
                    <a:pt x="20" y="6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24"/>
            <p:cNvSpPr/>
            <p:nvPr/>
          </p:nvSpPr>
          <p:spPr>
            <a:xfrm>
              <a:off x="2101850" y="3700463"/>
              <a:ext cx="69850" cy="96838"/>
            </a:xfrm>
            <a:custGeom>
              <a:avLst/>
              <a:gdLst/>
              <a:ahLst/>
              <a:cxnLst/>
              <a:rect l="l" t="t" r="r" b="b"/>
              <a:pathLst>
                <a:path w="70" h="98" extrusionOk="0">
                  <a:moveTo>
                    <a:pt x="20" y="58"/>
                  </a:moveTo>
                  <a:cubicBezTo>
                    <a:pt x="9" y="80"/>
                    <a:pt x="0" y="77"/>
                    <a:pt x="12" y="87"/>
                  </a:cubicBezTo>
                  <a:cubicBezTo>
                    <a:pt x="25" y="98"/>
                    <a:pt x="17" y="79"/>
                    <a:pt x="39" y="75"/>
                  </a:cubicBezTo>
                  <a:cubicBezTo>
                    <a:pt x="60" y="71"/>
                    <a:pt x="54" y="37"/>
                    <a:pt x="54" y="37"/>
                  </a:cubicBezTo>
                  <a:cubicBezTo>
                    <a:pt x="70" y="22"/>
                    <a:pt x="67" y="17"/>
                    <a:pt x="56" y="9"/>
                  </a:cubicBezTo>
                  <a:cubicBezTo>
                    <a:pt x="46" y="0"/>
                    <a:pt x="30" y="3"/>
                    <a:pt x="31" y="16"/>
                  </a:cubicBezTo>
                  <a:cubicBezTo>
                    <a:pt x="33" y="28"/>
                    <a:pt x="41" y="30"/>
                    <a:pt x="24" y="31"/>
                  </a:cubicBezTo>
                  <a:cubicBezTo>
                    <a:pt x="7" y="32"/>
                    <a:pt x="2" y="36"/>
                    <a:pt x="8" y="48"/>
                  </a:cubicBezTo>
                  <a:cubicBezTo>
                    <a:pt x="13" y="60"/>
                    <a:pt x="31" y="35"/>
                    <a:pt x="20" y="5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24"/>
            <p:cNvSpPr/>
            <p:nvPr/>
          </p:nvSpPr>
          <p:spPr>
            <a:xfrm>
              <a:off x="1924050" y="3424238"/>
              <a:ext cx="144463" cy="90488"/>
            </a:xfrm>
            <a:custGeom>
              <a:avLst/>
              <a:gdLst/>
              <a:ahLst/>
              <a:cxnLst/>
              <a:rect l="l" t="t" r="r" b="b"/>
              <a:pathLst>
                <a:path w="145" h="91" extrusionOk="0">
                  <a:moveTo>
                    <a:pt x="118" y="65"/>
                  </a:moveTo>
                  <a:cubicBezTo>
                    <a:pt x="132" y="50"/>
                    <a:pt x="129" y="67"/>
                    <a:pt x="136" y="50"/>
                  </a:cubicBezTo>
                  <a:cubicBezTo>
                    <a:pt x="143" y="33"/>
                    <a:pt x="145" y="6"/>
                    <a:pt x="113" y="9"/>
                  </a:cubicBezTo>
                  <a:cubicBezTo>
                    <a:pt x="82" y="12"/>
                    <a:pt x="99" y="11"/>
                    <a:pt x="80" y="15"/>
                  </a:cubicBezTo>
                  <a:cubicBezTo>
                    <a:pt x="60" y="20"/>
                    <a:pt x="57" y="33"/>
                    <a:pt x="47" y="27"/>
                  </a:cubicBezTo>
                  <a:cubicBezTo>
                    <a:pt x="38" y="21"/>
                    <a:pt x="52" y="13"/>
                    <a:pt x="35" y="1"/>
                  </a:cubicBezTo>
                  <a:cubicBezTo>
                    <a:pt x="35" y="1"/>
                    <a:pt x="14" y="0"/>
                    <a:pt x="31" y="21"/>
                  </a:cubicBezTo>
                  <a:cubicBezTo>
                    <a:pt x="31" y="21"/>
                    <a:pt x="14" y="13"/>
                    <a:pt x="7" y="26"/>
                  </a:cubicBezTo>
                  <a:cubicBezTo>
                    <a:pt x="0" y="40"/>
                    <a:pt x="35" y="24"/>
                    <a:pt x="35" y="37"/>
                  </a:cubicBezTo>
                  <a:cubicBezTo>
                    <a:pt x="35" y="51"/>
                    <a:pt x="16" y="50"/>
                    <a:pt x="16" y="50"/>
                  </a:cubicBezTo>
                  <a:cubicBezTo>
                    <a:pt x="16" y="50"/>
                    <a:pt x="48" y="60"/>
                    <a:pt x="31" y="70"/>
                  </a:cubicBezTo>
                  <a:cubicBezTo>
                    <a:pt x="14" y="79"/>
                    <a:pt x="29" y="78"/>
                    <a:pt x="40" y="78"/>
                  </a:cubicBezTo>
                  <a:cubicBezTo>
                    <a:pt x="51" y="78"/>
                    <a:pt x="58" y="88"/>
                    <a:pt x="73" y="89"/>
                  </a:cubicBezTo>
                  <a:cubicBezTo>
                    <a:pt x="88" y="91"/>
                    <a:pt x="104" y="81"/>
                    <a:pt x="118" y="65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24"/>
            <p:cNvSpPr/>
            <p:nvPr/>
          </p:nvSpPr>
          <p:spPr>
            <a:xfrm>
              <a:off x="3424238" y="4486276"/>
              <a:ext cx="38100" cy="53975"/>
            </a:xfrm>
            <a:custGeom>
              <a:avLst/>
              <a:gdLst/>
              <a:ahLst/>
              <a:cxnLst/>
              <a:rect l="l" t="t" r="r" b="b"/>
              <a:pathLst>
                <a:path w="37" h="54" extrusionOk="0">
                  <a:moveTo>
                    <a:pt x="12" y="0"/>
                  </a:moveTo>
                  <a:cubicBezTo>
                    <a:pt x="12" y="0"/>
                    <a:pt x="0" y="7"/>
                    <a:pt x="3" y="30"/>
                  </a:cubicBezTo>
                  <a:cubicBezTo>
                    <a:pt x="6" y="53"/>
                    <a:pt x="20" y="54"/>
                    <a:pt x="27" y="52"/>
                  </a:cubicBezTo>
                  <a:cubicBezTo>
                    <a:pt x="34" y="50"/>
                    <a:pt x="37" y="40"/>
                    <a:pt x="33" y="26"/>
                  </a:cubicBezTo>
                  <a:cubicBezTo>
                    <a:pt x="29" y="13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24"/>
            <p:cNvSpPr/>
            <p:nvPr/>
          </p:nvSpPr>
          <p:spPr>
            <a:xfrm>
              <a:off x="3665538" y="4548188"/>
              <a:ext cx="200025" cy="190500"/>
            </a:xfrm>
            <a:custGeom>
              <a:avLst/>
              <a:gdLst/>
              <a:ahLst/>
              <a:cxnLst/>
              <a:rect l="l" t="t" r="r" b="b"/>
              <a:pathLst>
                <a:path w="200" h="191" extrusionOk="0">
                  <a:moveTo>
                    <a:pt x="135" y="88"/>
                  </a:moveTo>
                  <a:cubicBezTo>
                    <a:pt x="129" y="65"/>
                    <a:pt x="25" y="2"/>
                    <a:pt x="0" y="0"/>
                  </a:cubicBezTo>
                  <a:cubicBezTo>
                    <a:pt x="0" y="0"/>
                    <a:pt x="68" y="53"/>
                    <a:pt x="79" y="78"/>
                  </a:cubicBezTo>
                  <a:cubicBezTo>
                    <a:pt x="94" y="114"/>
                    <a:pt x="151" y="179"/>
                    <a:pt x="172" y="178"/>
                  </a:cubicBezTo>
                  <a:cubicBezTo>
                    <a:pt x="192" y="177"/>
                    <a:pt x="200" y="191"/>
                    <a:pt x="186" y="132"/>
                  </a:cubicBezTo>
                  <a:cubicBezTo>
                    <a:pt x="186" y="132"/>
                    <a:pt x="141" y="111"/>
                    <a:pt x="135" y="8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24"/>
            <p:cNvSpPr/>
            <p:nvPr/>
          </p:nvSpPr>
          <p:spPr>
            <a:xfrm>
              <a:off x="3856038" y="4725988"/>
              <a:ext cx="165100" cy="50800"/>
            </a:xfrm>
            <a:custGeom>
              <a:avLst/>
              <a:gdLst/>
              <a:ahLst/>
              <a:cxnLst/>
              <a:rect l="l" t="t" r="r" b="b"/>
              <a:pathLst>
                <a:path w="165" h="52" extrusionOk="0">
                  <a:moveTo>
                    <a:pt x="163" y="43"/>
                  </a:moveTo>
                  <a:cubicBezTo>
                    <a:pt x="161" y="43"/>
                    <a:pt x="138" y="37"/>
                    <a:pt x="116" y="26"/>
                  </a:cubicBezTo>
                  <a:cubicBezTo>
                    <a:pt x="94" y="15"/>
                    <a:pt x="87" y="18"/>
                    <a:pt x="72" y="19"/>
                  </a:cubicBezTo>
                  <a:cubicBezTo>
                    <a:pt x="56" y="20"/>
                    <a:pt x="43" y="14"/>
                    <a:pt x="35" y="7"/>
                  </a:cubicBezTo>
                  <a:cubicBezTo>
                    <a:pt x="28" y="0"/>
                    <a:pt x="0" y="4"/>
                    <a:pt x="7" y="15"/>
                  </a:cubicBezTo>
                  <a:cubicBezTo>
                    <a:pt x="7" y="15"/>
                    <a:pt x="27" y="37"/>
                    <a:pt x="64" y="38"/>
                  </a:cubicBezTo>
                  <a:cubicBezTo>
                    <a:pt x="101" y="38"/>
                    <a:pt x="117" y="52"/>
                    <a:pt x="138" y="49"/>
                  </a:cubicBezTo>
                  <a:cubicBezTo>
                    <a:pt x="159" y="46"/>
                    <a:pt x="165" y="43"/>
                    <a:pt x="163" y="4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24"/>
            <p:cNvSpPr/>
            <p:nvPr/>
          </p:nvSpPr>
          <p:spPr>
            <a:xfrm>
              <a:off x="3878263" y="4530726"/>
              <a:ext cx="171450" cy="168275"/>
            </a:xfrm>
            <a:custGeom>
              <a:avLst/>
              <a:gdLst/>
              <a:ahLst/>
              <a:cxnLst/>
              <a:rect l="l" t="t" r="r" b="b"/>
              <a:pathLst>
                <a:path w="171" h="169" extrusionOk="0">
                  <a:moveTo>
                    <a:pt x="159" y="83"/>
                  </a:moveTo>
                  <a:cubicBezTo>
                    <a:pt x="148" y="83"/>
                    <a:pt x="126" y="61"/>
                    <a:pt x="127" y="51"/>
                  </a:cubicBezTo>
                  <a:cubicBezTo>
                    <a:pt x="128" y="40"/>
                    <a:pt x="153" y="38"/>
                    <a:pt x="148" y="38"/>
                  </a:cubicBezTo>
                  <a:cubicBezTo>
                    <a:pt x="144" y="38"/>
                    <a:pt x="141" y="32"/>
                    <a:pt x="141" y="32"/>
                  </a:cubicBezTo>
                  <a:cubicBezTo>
                    <a:pt x="150" y="25"/>
                    <a:pt x="147" y="21"/>
                    <a:pt x="147" y="21"/>
                  </a:cubicBezTo>
                  <a:cubicBezTo>
                    <a:pt x="134" y="19"/>
                    <a:pt x="126" y="8"/>
                    <a:pt x="120" y="5"/>
                  </a:cubicBezTo>
                  <a:cubicBezTo>
                    <a:pt x="113" y="2"/>
                    <a:pt x="105" y="0"/>
                    <a:pt x="104" y="5"/>
                  </a:cubicBezTo>
                  <a:cubicBezTo>
                    <a:pt x="102" y="10"/>
                    <a:pt x="94" y="31"/>
                    <a:pt x="83" y="31"/>
                  </a:cubicBezTo>
                  <a:cubicBezTo>
                    <a:pt x="72" y="30"/>
                    <a:pt x="77" y="32"/>
                    <a:pt x="72" y="34"/>
                  </a:cubicBezTo>
                  <a:cubicBezTo>
                    <a:pt x="66" y="36"/>
                    <a:pt x="80" y="49"/>
                    <a:pt x="66" y="50"/>
                  </a:cubicBezTo>
                  <a:cubicBezTo>
                    <a:pt x="52" y="51"/>
                    <a:pt x="55" y="54"/>
                    <a:pt x="45" y="70"/>
                  </a:cubicBezTo>
                  <a:cubicBezTo>
                    <a:pt x="35" y="85"/>
                    <a:pt x="32" y="71"/>
                    <a:pt x="17" y="73"/>
                  </a:cubicBezTo>
                  <a:cubicBezTo>
                    <a:pt x="3" y="76"/>
                    <a:pt x="0" y="102"/>
                    <a:pt x="18" y="112"/>
                  </a:cubicBezTo>
                  <a:cubicBezTo>
                    <a:pt x="36" y="122"/>
                    <a:pt x="38" y="150"/>
                    <a:pt x="38" y="150"/>
                  </a:cubicBezTo>
                  <a:cubicBezTo>
                    <a:pt x="55" y="145"/>
                    <a:pt x="52" y="149"/>
                    <a:pt x="77" y="153"/>
                  </a:cubicBezTo>
                  <a:cubicBezTo>
                    <a:pt x="103" y="158"/>
                    <a:pt x="95" y="166"/>
                    <a:pt x="117" y="168"/>
                  </a:cubicBezTo>
                  <a:cubicBezTo>
                    <a:pt x="139" y="169"/>
                    <a:pt x="132" y="131"/>
                    <a:pt x="132" y="131"/>
                  </a:cubicBezTo>
                  <a:cubicBezTo>
                    <a:pt x="150" y="126"/>
                    <a:pt x="145" y="92"/>
                    <a:pt x="145" y="92"/>
                  </a:cubicBezTo>
                  <a:cubicBezTo>
                    <a:pt x="168" y="100"/>
                    <a:pt x="171" y="82"/>
                    <a:pt x="159" y="8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24"/>
            <p:cNvSpPr/>
            <p:nvPr/>
          </p:nvSpPr>
          <p:spPr>
            <a:xfrm>
              <a:off x="4044950" y="4600576"/>
              <a:ext cx="96838" cy="133350"/>
            </a:xfrm>
            <a:custGeom>
              <a:avLst/>
              <a:gdLst/>
              <a:ahLst/>
              <a:cxnLst/>
              <a:rect l="l" t="t" r="r" b="b"/>
              <a:pathLst>
                <a:path w="96" h="133" extrusionOk="0">
                  <a:moveTo>
                    <a:pt x="9" y="88"/>
                  </a:moveTo>
                  <a:cubicBezTo>
                    <a:pt x="18" y="89"/>
                    <a:pt x="17" y="90"/>
                    <a:pt x="22" y="109"/>
                  </a:cubicBezTo>
                  <a:cubicBezTo>
                    <a:pt x="26" y="128"/>
                    <a:pt x="32" y="127"/>
                    <a:pt x="32" y="127"/>
                  </a:cubicBezTo>
                  <a:cubicBezTo>
                    <a:pt x="40" y="127"/>
                    <a:pt x="37" y="119"/>
                    <a:pt x="37" y="119"/>
                  </a:cubicBezTo>
                  <a:cubicBezTo>
                    <a:pt x="33" y="101"/>
                    <a:pt x="27" y="82"/>
                    <a:pt x="37" y="85"/>
                  </a:cubicBezTo>
                  <a:cubicBezTo>
                    <a:pt x="46" y="88"/>
                    <a:pt x="51" y="104"/>
                    <a:pt x="66" y="118"/>
                  </a:cubicBezTo>
                  <a:cubicBezTo>
                    <a:pt x="82" y="133"/>
                    <a:pt x="79" y="116"/>
                    <a:pt x="78" y="110"/>
                  </a:cubicBezTo>
                  <a:cubicBezTo>
                    <a:pt x="77" y="104"/>
                    <a:pt x="72" y="102"/>
                    <a:pt x="72" y="102"/>
                  </a:cubicBezTo>
                  <a:cubicBezTo>
                    <a:pt x="60" y="102"/>
                    <a:pt x="69" y="86"/>
                    <a:pt x="61" y="85"/>
                  </a:cubicBezTo>
                  <a:cubicBezTo>
                    <a:pt x="52" y="85"/>
                    <a:pt x="48" y="70"/>
                    <a:pt x="48" y="70"/>
                  </a:cubicBezTo>
                  <a:cubicBezTo>
                    <a:pt x="48" y="70"/>
                    <a:pt x="42" y="60"/>
                    <a:pt x="54" y="57"/>
                  </a:cubicBezTo>
                  <a:cubicBezTo>
                    <a:pt x="65" y="54"/>
                    <a:pt x="70" y="46"/>
                    <a:pt x="70" y="46"/>
                  </a:cubicBezTo>
                  <a:cubicBezTo>
                    <a:pt x="55" y="39"/>
                    <a:pt x="44" y="48"/>
                    <a:pt x="36" y="48"/>
                  </a:cubicBezTo>
                  <a:cubicBezTo>
                    <a:pt x="28" y="47"/>
                    <a:pt x="21" y="68"/>
                    <a:pt x="20" y="46"/>
                  </a:cubicBezTo>
                  <a:cubicBezTo>
                    <a:pt x="19" y="24"/>
                    <a:pt x="41" y="33"/>
                    <a:pt x="58" y="33"/>
                  </a:cubicBezTo>
                  <a:cubicBezTo>
                    <a:pt x="76" y="32"/>
                    <a:pt x="79" y="28"/>
                    <a:pt x="88" y="20"/>
                  </a:cubicBezTo>
                  <a:cubicBezTo>
                    <a:pt x="96" y="12"/>
                    <a:pt x="84" y="0"/>
                    <a:pt x="81" y="9"/>
                  </a:cubicBezTo>
                  <a:cubicBezTo>
                    <a:pt x="79" y="18"/>
                    <a:pt x="72" y="19"/>
                    <a:pt x="58" y="21"/>
                  </a:cubicBezTo>
                  <a:cubicBezTo>
                    <a:pt x="44" y="23"/>
                    <a:pt x="50" y="19"/>
                    <a:pt x="30" y="16"/>
                  </a:cubicBezTo>
                  <a:cubicBezTo>
                    <a:pt x="10" y="14"/>
                    <a:pt x="10" y="31"/>
                    <a:pt x="12" y="40"/>
                  </a:cubicBezTo>
                  <a:cubicBezTo>
                    <a:pt x="13" y="49"/>
                    <a:pt x="8" y="41"/>
                    <a:pt x="10" y="51"/>
                  </a:cubicBezTo>
                  <a:cubicBezTo>
                    <a:pt x="13" y="61"/>
                    <a:pt x="14" y="66"/>
                    <a:pt x="8" y="75"/>
                  </a:cubicBezTo>
                  <a:cubicBezTo>
                    <a:pt x="2" y="84"/>
                    <a:pt x="0" y="87"/>
                    <a:pt x="9" y="8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24"/>
            <p:cNvSpPr/>
            <p:nvPr/>
          </p:nvSpPr>
          <p:spPr>
            <a:xfrm>
              <a:off x="4024313" y="4760913"/>
              <a:ext cx="57150" cy="22225"/>
            </a:xfrm>
            <a:custGeom>
              <a:avLst/>
              <a:gdLst/>
              <a:ahLst/>
              <a:cxnLst/>
              <a:rect l="l" t="t" r="r" b="b"/>
              <a:pathLst>
                <a:path w="57" h="22" extrusionOk="0">
                  <a:moveTo>
                    <a:pt x="46" y="16"/>
                  </a:moveTo>
                  <a:cubicBezTo>
                    <a:pt x="57" y="15"/>
                    <a:pt x="52" y="6"/>
                    <a:pt x="36" y="8"/>
                  </a:cubicBezTo>
                  <a:cubicBezTo>
                    <a:pt x="20" y="10"/>
                    <a:pt x="14" y="0"/>
                    <a:pt x="0" y="16"/>
                  </a:cubicBezTo>
                  <a:cubicBezTo>
                    <a:pt x="0" y="16"/>
                    <a:pt x="3" y="22"/>
                    <a:pt x="15" y="22"/>
                  </a:cubicBezTo>
                  <a:cubicBezTo>
                    <a:pt x="27" y="21"/>
                    <a:pt x="35" y="16"/>
                    <a:pt x="46" y="1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24"/>
            <p:cNvSpPr/>
            <p:nvPr/>
          </p:nvSpPr>
          <p:spPr>
            <a:xfrm>
              <a:off x="4071938" y="4783138"/>
              <a:ext cx="39688" cy="25400"/>
            </a:xfrm>
            <a:custGeom>
              <a:avLst/>
              <a:gdLst/>
              <a:ahLst/>
              <a:cxnLst/>
              <a:rect l="l" t="t" r="r" b="b"/>
              <a:pathLst>
                <a:path w="39" h="26" extrusionOk="0">
                  <a:moveTo>
                    <a:pt x="10" y="4"/>
                  </a:moveTo>
                  <a:cubicBezTo>
                    <a:pt x="1" y="5"/>
                    <a:pt x="1" y="0"/>
                    <a:pt x="0" y="6"/>
                  </a:cubicBezTo>
                  <a:cubicBezTo>
                    <a:pt x="0" y="6"/>
                    <a:pt x="2" y="13"/>
                    <a:pt x="12" y="13"/>
                  </a:cubicBezTo>
                  <a:cubicBezTo>
                    <a:pt x="22" y="13"/>
                    <a:pt x="21" y="26"/>
                    <a:pt x="26" y="24"/>
                  </a:cubicBezTo>
                  <a:cubicBezTo>
                    <a:pt x="31" y="21"/>
                    <a:pt x="39" y="20"/>
                    <a:pt x="27" y="11"/>
                  </a:cubicBezTo>
                  <a:cubicBezTo>
                    <a:pt x="16" y="2"/>
                    <a:pt x="20" y="2"/>
                    <a:pt x="10" y="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24"/>
            <p:cNvSpPr/>
            <p:nvPr/>
          </p:nvSpPr>
          <p:spPr>
            <a:xfrm>
              <a:off x="4141788" y="4770438"/>
              <a:ext cx="57150" cy="44450"/>
            </a:xfrm>
            <a:custGeom>
              <a:avLst/>
              <a:gdLst/>
              <a:ahLst/>
              <a:cxnLst/>
              <a:rect l="l" t="t" r="r" b="b"/>
              <a:pathLst>
                <a:path w="57" h="45" extrusionOk="0">
                  <a:moveTo>
                    <a:pt x="10" y="34"/>
                  </a:moveTo>
                  <a:cubicBezTo>
                    <a:pt x="14" y="34"/>
                    <a:pt x="26" y="29"/>
                    <a:pt x="29" y="19"/>
                  </a:cubicBezTo>
                  <a:cubicBezTo>
                    <a:pt x="31" y="8"/>
                    <a:pt x="46" y="17"/>
                    <a:pt x="54" y="7"/>
                  </a:cubicBezTo>
                  <a:cubicBezTo>
                    <a:pt x="54" y="7"/>
                    <a:pt x="57" y="0"/>
                    <a:pt x="41" y="1"/>
                  </a:cubicBezTo>
                  <a:cubicBezTo>
                    <a:pt x="24" y="1"/>
                    <a:pt x="25" y="6"/>
                    <a:pt x="20" y="17"/>
                  </a:cubicBezTo>
                  <a:cubicBezTo>
                    <a:pt x="14" y="27"/>
                    <a:pt x="9" y="12"/>
                    <a:pt x="0" y="45"/>
                  </a:cubicBezTo>
                  <a:cubicBezTo>
                    <a:pt x="0" y="45"/>
                    <a:pt x="5" y="35"/>
                    <a:pt x="10" y="3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24"/>
            <p:cNvSpPr/>
            <p:nvPr/>
          </p:nvSpPr>
          <p:spPr>
            <a:xfrm>
              <a:off x="4202113" y="4643438"/>
              <a:ext cx="393700" cy="173038"/>
            </a:xfrm>
            <a:custGeom>
              <a:avLst/>
              <a:gdLst/>
              <a:ahLst/>
              <a:cxnLst/>
              <a:rect l="l" t="t" r="r" b="b"/>
              <a:pathLst>
                <a:path w="392" h="173" extrusionOk="0">
                  <a:moveTo>
                    <a:pt x="82" y="23"/>
                  </a:moveTo>
                  <a:cubicBezTo>
                    <a:pt x="77" y="1"/>
                    <a:pt x="78" y="0"/>
                    <a:pt x="52" y="0"/>
                  </a:cubicBezTo>
                  <a:cubicBezTo>
                    <a:pt x="25" y="1"/>
                    <a:pt x="0" y="7"/>
                    <a:pt x="27" y="16"/>
                  </a:cubicBezTo>
                  <a:cubicBezTo>
                    <a:pt x="53" y="25"/>
                    <a:pt x="41" y="35"/>
                    <a:pt x="54" y="40"/>
                  </a:cubicBezTo>
                  <a:cubicBezTo>
                    <a:pt x="67" y="44"/>
                    <a:pt x="69" y="62"/>
                    <a:pt x="71" y="62"/>
                  </a:cubicBezTo>
                  <a:cubicBezTo>
                    <a:pt x="73" y="62"/>
                    <a:pt x="78" y="51"/>
                    <a:pt x="78" y="51"/>
                  </a:cubicBezTo>
                  <a:cubicBezTo>
                    <a:pt x="88" y="58"/>
                    <a:pt x="104" y="69"/>
                    <a:pt x="127" y="70"/>
                  </a:cubicBezTo>
                  <a:cubicBezTo>
                    <a:pt x="149" y="72"/>
                    <a:pt x="172" y="95"/>
                    <a:pt x="176" y="110"/>
                  </a:cubicBezTo>
                  <a:cubicBezTo>
                    <a:pt x="180" y="126"/>
                    <a:pt x="144" y="104"/>
                    <a:pt x="156" y="120"/>
                  </a:cubicBezTo>
                  <a:cubicBezTo>
                    <a:pt x="168" y="136"/>
                    <a:pt x="181" y="120"/>
                    <a:pt x="193" y="121"/>
                  </a:cubicBezTo>
                  <a:cubicBezTo>
                    <a:pt x="205" y="123"/>
                    <a:pt x="217" y="142"/>
                    <a:pt x="217" y="142"/>
                  </a:cubicBezTo>
                  <a:cubicBezTo>
                    <a:pt x="217" y="142"/>
                    <a:pt x="245" y="149"/>
                    <a:pt x="247" y="136"/>
                  </a:cubicBezTo>
                  <a:cubicBezTo>
                    <a:pt x="249" y="123"/>
                    <a:pt x="253" y="102"/>
                    <a:pt x="284" y="122"/>
                  </a:cubicBezTo>
                  <a:cubicBezTo>
                    <a:pt x="315" y="142"/>
                    <a:pt x="323" y="160"/>
                    <a:pt x="347" y="159"/>
                  </a:cubicBezTo>
                  <a:cubicBezTo>
                    <a:pt x="372" y="158"/>
                    <a:pt x="392" y="173"/>
                    <a:pt x="316" y="118"/>
                  </a:cubicBezTo>
                  <a:cubicBezTo>
                    <a:pt x="241" y="64"/>
                    <a:pt x="298" y="56"/>
                    <a:pt x="186" y="34"/>
                  </a:cubicBezTo>
                  <a:cubicBezTo>
                    <a:pt x="181" y="27"/>
                    <a:pt x="161" y="31"/>
                    <a:pt x="143" y="23"/>
                  </a:cubicBezTo>
                  <a:cubicBezTo>
                    <a:pt x="124" y="16"/>
                    <a:pt x="113" y="27"/>
                    <a:pt x="107" y="37"/>
                  </a:cubicBezTo>
                  <a:cubicBezTo>
                    <a:pt x="100" y="48"/>
                    <a:pt x="88" y="46"/>
                    <a:pt x="82" y="2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24"/>
            <p:cNvSpPr/>
            <p:nvPr/>
          </p:nvSpPr>
          <p:spPr>
            <a:xfrm>
              <a:off x="4078288" y="4764088"/>
              <a:ext cx="79375" cy="19050"/>
            </a:xfrm>
            <a:custGeom>
              <a:avLst/>
              <a:gdLst/>
              <a:ahLst/>
              <a:cxnLst/>
              <a:rect l="l" t="t" r="r" b="b"/>
              <a:pathLst>
                <a:path w="79" h="18" extrusionOk="0">
                  <a:moveTo>
                    <a:pt x="34" y="15"/>
                  </a:moveTo>
                  <a:cubicBezTo>
                    <a:pt x="48" y="13"/>
                    <a:pt x="58" y="9"/>
                    <a:pt x="79" y="7"/>
                  </a:cubicBezTo>
                  <a:cubicBezTo>
                    <a:pt x="79" y="7"/>
                    <a:pt x="65" y="0"/>
                    <a:pt x="35" y="8"/>
                  </a:cubicBezTo>
                  <a:cubicBezTo>
                    <a:pt x="35" y="8"/>
                    <a:pt x="28" y="4"/>
                    <a:pt x="11" y="4"/>
                  </a:cubicBezTo>
                  <a:cubicBezTo>
                    <a:pt x="0" y="4"/>
                    <a:pt x="9" y="8"/>
                    <a:pt x="9" y="8"/>
                  </a:cubicBezTo>
                  <a:cubicBezTo>
                    <a:pt x="9" y="8"/>
                    <a:pt x="21" y="18"/>
                    <a:pt x="34" y="15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4162425" y="4684713"/>
              <a:ext cx="17463" cy="14288"/>
            </a:xfrm>
            <a:custGeom>
              <a:avLst/>
              <a:gdLst/>
              <a:ahLst/>
              <a:cxnLst/>
              <a:rect l="l" t="t" r="r" b="b"/>
              <a:pathLst>
                <a:path w="18" h="14" extrusionOk="0">
                  <a:moveTo>
                    <a:pt x="9" y="2"/>
                  </a:moveTo>
                  <a:cubicBezTo>
                    <a:pt x="0" y="0"/>
                    <a:pt x="8" y="2"/>
                    <a:pt x="0" y="5"/>
                  </a:cubicBezTo>
                  <a:cubicBezTo>
                    <a:pt x="0" y="5"/>
                    <a:pt x="5" y="14"/>
                    <a:pt x="12" y="14"/>
                  </a:cubicBezTo>
                  <a:cubicBezTo>
                    <a:pt x="18" y="14"/>
                    <a:pt x="18" y="4"/>
                    <a:pt x="9" y="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4191000" y="4681538"/>
              <a:ext cx="53975" cy="19050"/>
            </a:xfrm>
            <a:custGeom>
              <a:avLst/>
              <a:gdLst/>
              <a:ahLst/>
              <a:cxnLst/>
              <a:rect l="l" t="t" r="r" b="b"/>
              <a:pathLst>
                <a:path w="53" h="19" extrusionOk="0">
                  <a:moveTo>
                    <a:pt x="6" y="16"/>
                  </a:moveTo>
                  <a:cubicBezTo>
                    <a:pt x="12" y="13"/>
                    <a:pt x="19" y="8"/>
                    <a:pt x="34" y="12"/>
                  </a:cubicBezTo>
                  <a:cubicBezTo>
                    <a:pt x="48" y="16"/>
                    <a:pt x="53" y="12"/>
                    <a:pt x="47" y="8"/>
                  </a:cubicBezTo>
                  <a:cubicBezTo>
                    <a:pt x="41" y="4"/>
                    <a:pt x="26" y="2"/>
                    <a:pt x="0" y="0"/>
                  </a:cubicBezTo>
                  <a:cubicBezTo>
                    <a:pt x="0" y="0"/>
                    <a:pt x="1" y="19"/>
                    <a:pt x="6" y="1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4159250" y="4595813"/>
              <a:ext cx="38100" cy="65088"/>
            </a:xfrm>
            <a:custGeom>
              <a:avLst/>
              <a:gdLst/>
              <a:ahLst/>
              <a:cxnLst/>
              <a:rect l="l" t="t" r="r" b="b"/>
              <a:pathLst>
                <a:path w="37" h="66" extrusionOk="0">
                  <a:moveTo>
                    <a:pt x="2" y="22"/>
                  </a:moveTo>
                  <a:cubicBezTo>
                    <a:pt x="0" y="29"/>
                    <a:pt x="16" y="26"/>
                    <a:pt x="17" y="38"/>
                  </a:cubicBezTo>
                  <a:cubicBezTo>
                    <a:pt x="19" y="51"/>
                    <a:pt x="23" y="66"/>
                    <a:pt x="26" y="53"/>
                  </a:cubicBezTo>
                  <a:cubicBezTo>
                    <a:pt x="29" y="39"/>
                    <a:pt x="37" y="41"/>
                    <a:pt x="27" y="29"/>
                  </a:cubicBezTo>
                  <a:cubicBezTo>
                    <a:pt x="17" y="17"/>
                    <a:pt x="13" y="12"/>
                    <a:pt x="21" y="0"/>
                  </a:cubicBezTo>
                  <a:cubicBezTo>
                    <a:pt x="21" y="0"/>
                    <a:pt x="4" y="15"/>
                    <a:pt x="2" y="2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24"/>
            <p:cNvSpPr/>
            <p:nvPr/>
          </p:nvSpPr>
          <p:spPr>
            <a:xfrm>
              <a:off x="4281488" y="4719638"/>
              <a:ext cx="31750" cy="36513"/>
            </a:xfrm>
            <a:custGeom>
              <a:avLst/>
              <a:gdLst/>
              <a:ahLst/>
              <a:cxnLst/>
              <a:rect l="l" t="t" r="r" b="b"/>
              <a:pathLst>
                <a:path w="32" h="36" extrusionOk="0">
                  <a:moveTo>
                    <a:pt x="18" y="0"/>
                  </a:moveTo>
                  <a:cubicBezTo>
                    <a:pt x="18" y="0"/>
                    <a:pt x="19" y="23"/>
                    <a:pt x="10" y="25"/>
                  </a:cubicBezTo>
                  <a:cubicBezTo>
                    <a:pt x="0" y="26"/>
                    <a:pt x="28" y="36"/>
                    <a:pt x="26" y="21"/>
                  </a:cubicBezTo>
                  <a:cubicBezTo>
                    <a:pt x="24" y="6"/>
                    <a:pt x="32" y="9"/>
                    <a:pt x="18" y="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4246563" y="4738688"/>
              <a:ext cx="26988" cy="31750"/>
            </a:xfrm>
            <a:custGeom>
              <a:avLst/>
              <a:gdLst/>
              <a:ahLst/>
              <a:cxnLst/>
              <a:rect l="l" t="t" r="r" b="b"/>
              <a:pathLst>
                <a:path w="27" h="31" extrusionOk="0">
                  <a:moveTo>
                    <a:pt x="9" y="20"/>
                  </a:moveTo>
                  <a:cubicBezTo>
                    <a:pt x="9" y="20"/>
                    <a:pt x="0" y="31"/>
                    <a:pt x="14" y="28"/>
                  </a:cubicBezTo>
                  <a:cubicBezTo>
                    <a:pt x="27" y="24"/>
                    <a:pt x="10" y="0"/>
                    <a:pt x="13" y="9"/>
                  </a:cubicBezTo>
                  <a:cubicBezTo>
                    <a:pt x="15" y="18"/>
                    <a:pt x="9" y="20"/>
                    <a:pt x="9" y="2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24"/>
            <p:cNvSpPr/>
            <p:nvPr/>
          </p:nvSpPr>
          <p:spPr>
            <a:xfrm>
              <a:off x="4021138" y="4803776"/>
              <a:ext cx="687388" cy="560388"/>
            </a:xfrm>
            <a:custGeom>
              <a:avLst/>
              <a:gdLst/>
              <a:ahLst/>
              <a:cxnLst/>
              <a:rect l="l" t="t" r="r" b="b"/>
              <a:pathLst>
                <a:path w="688" h="560" extrusionOk="0">
                  <a:moveTo>
                    <a:pt x="673" y="318"/>
                  </a:moveTo>
                  <a:cubicBezTo>
                    <a:pt x="658" y="252"/>
                    <a:pt x="617" y="237"/>
                    <a:pt x="617" y="237"/>
                  </a:cubicBezTo>
                  <a:cubicBezTo>
                    <a:pt x="607" y="207"/>
                    <a:pt x="590" y="214"/>
                    <a:pt x="590" y="214"/>
                  </a:cubicBezTo>
                  <a:cubicBezTo>
                    <a:pt x="590" y="214"/>
                    <a:pt x="571" y="167"/>
                    <a:pt x="548" y="162"/>
                  </a:cubicBezTo>
                  <a:cubicBezTo>
                    <a:pt x="525" y="158"/>
                    <a:pt x="504" y="127"/>
                    <a:pt x="489" y="93"/>
                  </a:cubicBezTo>
                  <a:cubicBezTo>
                    <a:pt x="474" y="60"/>
                    <a:pt x="461" y="83"/>
                    <a:pt x="457" y="66"/>
                  </a:cubicBezTo>
                  <a:cubicBezTo>
                    <a:pt x="452" y="49"/>
                    <a:pt x="425" y="0"/>
                    <a:pt x="417" y="8"/>
                  </a:cubicBezTo>
                  <a:cubicBezTo>
                    <a:pt x="409" y="15"/>
                    <a:pt x="424" y="82"/>
                    <a:pt x="424" y="112"/>
                  </a:cubicBezTo>
                  <a:cubicBezTo>
                    <a:pt x="424" y="143"/>
                    <a:pt x="370" y="107"/>
                    <a:pt x="345" y="88"/>
                  </a:cubicBezTo>
                  <a:cubicBezTo>
                    <a:pt x="320" y="69"/>
                    <a:pt x="347" y="60"/>
                    <a:pt x="345" y="41"/>
                  </a:cubicBezTo>
                  <a:cubicBezTo>
                    <a:pt x="344" y="22"/>
                    <a:pt x="312" y="27"/>
                    <a:pt x="287" y="27"/>
                  </a:cubicBezTo>
                  <a:cubicBezTo>
                    <a:pt x="262" y="27"/>
                    <a:pt x="236" y="31"/>
                    <a:pt x="233" y="60"/>
                  </a:cubicBezTo>
                  <a:cubicBezTo>
                    <a:pt x="230" y="90"/>
                    <a:pt x="212" y="77"/>
                    <a:pt x="212" y="77"/>
                  </a:cubicBezTo>
                  <a:cubicBezTo>
                    <a:pt x="212" y="77"/>
                    <a:pt x="220" y="63"/>
                    <a:pt x="193" y="61"/>
                  </a:cubicBezTo>
                  <a:cubicBezTo>
                    <a:pt x="167" y="59"/>
                    <a:pt x="169" y="82"/>
                    <a:pt x="156" y="94"/>
                  </a:cubicBezTo>
                  <a:cubicBezTo>
                    <a:pt x="142" y="107"/>
                    <a:pt x="155" y="129"/>
                    <a:pt x="145" y="112"/>
                  </a:cubicBezTo>
                  <a:cubicBezTo>
                    <a:pt x="136" y="95"/>
                    <a:pt x="125" y="107"/>
                    <a:pt x="127" y="120"/>
                  </a:cubicBezTo>
                  <a:cubicBezTo>
                    <a:pt x="129" y="132"/>
                    <a:pt x="129" y="159"/>
                    <a:pt x="110" y="161"/>
                  </a:cubicBezTo>
                  <a:cubicBezTo>
                    <a:pt x="90" y="163"/>
                    <a:pt x="50" y="174"/>
                    <a:pt x="25" y="202"/>
                  </a:cubicBezTo>
                  <a:cubicBezTo>
                    <a:pt x="0" y="230"/>
                    <a:pt x="13" y="227"/>
                    <a:pt x="22" y="259"/>
                  </a:cubicBezTo>
                  <a:cubicBezTo>
                    <a:pt x="31" y="291"/>
                    <a:pt x="20" y="282"/>
                    <a:pt x="23" y="295"/>
                  </a:cubicBezTo>
                  <a:cubicBezTo>
                    <a:pt x="25" y="308"/>
                    <a:pt x="71" y="373"/>
                    <a:pt x="81" y="398"/>
                  </a:cubicBezTo>
                  <a:cubicBezTo>
                    <a:pt x="91" y="423"/>
                    <a:pt x="78" y="431"/>
                    <a:pt x="78" y="431"/>
                  </a:cubicBezTo>
                  <a:cubicBezTo>
                    <a:pt x="83" y="462"/>
                    <a:pt x="96" y="469"/>
                    <a:pt x="127" y="468"/>
                  </a:cubicBezTo>
                  <a:cubicBezTo>
                    <a:pt x="157" y="466"/>
                    <a:pt x="138" y="434"/>
                    <a:pt x="164" y="439"/>
                  </a:cubicBezTo>
                  <a:cubicBezTo>
                    <a:pt x="189" y="443"/>
                    <a:pt x="217" y="434"/>
                    <a:pt x="217" y="434"/>
                  </a:cubicBezTo>
                  <a:cubicBezTo>
                    <a:pt x="233" y="399"/>
                    <a:pt x="271" y="415"/>
                    <a:pt x="284" y="404"/>
                  </a:cubicBezTo>
                  <a:cubicBezTo>
                    <a:pt x="297" y="392"/>
                    <a:pt x="324" y="391"/>
                    <a:pt x="341" y="391"/>
                  </a:cubicBezTo>
                  <a:cubicBezTo>
                    <a:pt x="358" y="391"/>
                    <a:pt x="403" y="428"/>
                    <a:pt x="404" y="440"/>
                  </a:cubicBezTo>
                  <a:cubicBezTo>
                    <a:pt x="405" y="453"/>
                    <a:pt x="427" y="474"/>
                    <a:pt x="422" y="461"/>
                  </a:cubicBezTo>
                  <a:cubicBezTo>
                    <a:pt x="416" y="447"/>
                    <a:pt x="443" y="418"/>
                    <a:pt x="443" y="418"/>
                  </a:cubicBezTo>
                  <a:cubicBezTo>
                    <a:pt x="457" y="423"/>
                    <a:pt x="453" y="460"/>
                    <a:pt x="453" y="460"/>
                  </a:cubicBezTo>
                  <a:cubicBezTo>
                    <a:pt x="462" y="446"/>
                    <a:pt x="467" y="478"/>
                    <a:pt x="467" y="478"/>
                  </a:cubicBezTo>
                  <a:cubicBezTo>
                    <a:pt x="477" y="481"/>
                    <a:pt x="483" y="468"/>
                    <a:pt x="495" y="503"/>
                  </a:cubicBezTo>
                  <a:cubicBezTo>
                    <a:pt x="506" y="539"/>
                    <a:pt x="552" y="548"/>
                    <a:pt x="562" y="554"/>
                  </a:cubicBezTo>
                  <a:cubicBezTo>
                    <a:pt x="572" y="560"/>
                    <a:pt x="580" y="535"/>
                    <a:pt x="580" y="535"/>
                  </a:cubicBezTo>
                  <a:cubicBezTo>
                    <a:pt x="605" y="558"/>
                    <a:pt x="622" y="553"/>
                    <a:pt x="622" y="553"/>
                  </a:cubicBezTo>
                  <a:cubicBezTo>
                    <a:pt x="631" y="518"/>
                    <a:pt x="679" y="532"/>
                    <a:pt x="679" y="532"/>
                  </a:cubicBezTo>
                  <a:cubicBezTo>
                    <a:pt x="670" y="513"/>
                    <a:pt x="665" y="450"/>
                    <a:pt x="672" y="420"/>
                  </a:cubicBezTo>
                  <a:cubicBezTo>
                    <a:pt x="680" y="389"/>
                    <a:pt x="688" y="386"/>
                    <a:pt x="673" y="31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24"/>
            <p:cNvSpPr/>
            <p:nvPr/>
          </p:nvSpPr>
          <p:spPr>
            <a:xfrm>
              <a:off x="4619625" y="5403851"/>
              <a:ext cx="76200" cy="77788"/>
            </a:xfrm>
            <a:custGeom>
              <a:avLst/>
              <a:gdLst/>
              <a:ahLst/>
              <a:cxnLst/>
              <a:rect l="l" t="t" r="r" b="b"/>
              <a:pathLst>
                <a:path w="76" h="77" extrusionOk="0">
                  <a:moveTo>
                    <a:pt x="37" y="10"/>
                  </a:moveTo>
                  <a:cubicBezTo>
                    <a:pt x="19" y="10"/>
                    <a:pt x="0" y="0"/>
                    <a:pt x="0" y="0"/>
                  </a:cubicBezTo>
                  <a:cubicBezTo>
                    <a:pt x="3" y="21"/>
                    <a:pt x="22" y="31"/>
                    <a:pt x="22" y="31"/>
                  </a:cubicBezTo>
                  <a:cubicBezTo>
                    <a:pt x="28" y="57"/>
                    <a:pt x="36" y="67"/>
                    <a:pt x="49" y="72"/>
                  </a:cubicBezTo>
                  <a:cubicBezTo>
                    <a:pt x="63" y="77"/>
                    <a:pt x="63" y="61"/>
                    <a:pt x="69" y="46"/>
                  </a:cubicBezTo>
                  <a:cubicBezTo>
                    <a:pt x="76" y="30"/>
                    <a:pt x="59" y="5"/>
                    <a:pt x="59" y="5"/>
                  </a:cubicBezTo>
                  <a:cubicBezTo>
                    <a:pt x="59" y="5"/>
                    <a:pt x="55" y="10"/>
                    <a:pt x="37" y="1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24"/>
            <p:cNvSpPr/>
            <p:nvPr/>
          </p:nvSpPr>
          <p:spPr>
            <a:xfrm>
              <a:off x="4094163" y="4102101"/>
              <a:ext cx="49213" cy="57150"/>
            </a:xfrm>
            <a:custGeom>
              <a:avLst/>
              <a:gdLst/>
              <a:ahLst/>
              <a:cxnLst/>
              <a:rect l="l" t="t" r="r" b="b"/>
              <a:pathLst>
                <a:path w="49" h="57" extrusionOk="0">
                  <a:moveTo>
                    <a:pt x="0" y="20"/>
                  </a:moveTo>
                  <a:cubicBezTo>
                    <a:pt x="0" y="20"/>
                    <a:pt x="5" y="23"/>
                    <a:pt x="12" y="20"/>
                  </a:cubicBezTo>
                  <a:cubicBezTo>
                    <a:pt x="19" y="17"/>
                    <a:pt x="3" y="28"/>
                    <a:pt x="11" y="42"/>
                  </a:cubicBezTo>
                  <a:cubicBezTo>
                    <a:pt x="19" y="55"/>
                    <a:pt x="23" y="57"/>
                    <a:pt x="29" y="51"/>
                  </a:cubicBezTo>
                  <a:cubicBezTo>
                    <a:pt x="35" y="44"/>
                    <a:pt x="49" y="37"/>
                    <a:pt x="37" y="19"/>
                  </a:cubicBezTo>
                  <a:cubicBezTo>
                    <a:pt x="25" y="1"/>
                    <a:pt x="10" y="0"/>
                    <a:pt x="0" y="2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4108450" y="3983038"/>
              <a:ext cx="149225" cy="142875"/>
            </a:xfrm>
            <a:custGeom>
              <a:avLst/>
              <a:gdLst/>
              <a:ahLst/>
              <a:cxnLst/>
              <a:rect l="l" t="t" r="r" b="b"/>
              <a:pathLst>
                <a:path w="149" h="144" extrusionOk="0">
                  <a:moveTo>
                    <a:pt x="23" y="100"/>
                  </a:moveTo>
                  <a:cubicBezTo>
                    <a:pt x="10" y="101"/>
                    <a:pt x="0" y="118"/>
                    <a:pt x="0" y="118"/>
                  </a:cubicBezTo>
                  <a:cubicBezTo>
                    <a:pt x="13" y="122"/>
                    <a:pt x="16" y="120"/>
                    <a:pt x="16" y="120"/>
                  </a:cubicBezTo>
                  <a:cubicBezTo>
                    <a:pt x="35" y="102"/>
                    <a:pt x="60" y="113"/>
                    <a:pt x="60" y="113"/>
                  </a:cubicBezTo>
                  <a:cubicBezTo>
                    <a:pt x="61" y="119"/>
                    <a:pt x="60" y="121"/>
                    <a:pt x="63" y="124"/>
                  </a:cubicBezTo>
                  <a:cubicBezTo>
                    <a:pt x="82" y="144"/>
                    <a:pt x="82" y="104"/>
                    <a:pt x="82" y="104"/>
                  </a:cubicBezTo>
                  <a:cubicBezTo>
                    <a:pt x="93" y="107"/>
                    <a:pt x="91" y="110"/>
                    <a:pt x="103" y="113"/>
                  </a:cubicBezTo>
                  <a:cubicBezTo>
                    <a:pt x="114" y="115"/>
                    <a:pt x="119" y="96"/>
                    <a:pt x="119" y="96"/>
                  </a:cubicBezTo>
                  <a:cubicBezTo>
                    <a:pt x="119" y="96"/>
                    <a:pt x="123" y="110"/>
                    <a:pt x="136" y="103"/>
                  </a:cubicBezTo>
                  <a:cubicBezTo>
                    <a:pt x="149" y="95"/>
                    <a:pt x="127" y="51"/>
                    <a:pt x="127" y="51"/>
                  </a:cubicBezTo>
                  <a:cubicBezTo>
                    <a:pt x="127" y="51"/>
                    <a:pt x="143" y="40"/>
                    <a:pt x="137" y="25"/>
                  </a:cubicBezTo>
                  <a:cubicBezTo>
                    <a:pt x="130" y="9"/>
                    <a:pt x="122" y="0"/>
                    <a:pt x="113" y="0"/>
                  </a:cubicBezTo>
                  <a:cubicBezTo>
                    <a:pt x="103" y="0"/>
                    <a:pt x="104" y="8"/>
                    <a:pt x="104" y="8"/>
                  </a:cubicBezTo>
                  <a:cubicBezTo>
                    <a:pt x="110" y="28"/>
                    <a:pt x="104" y="69"/>
                    <a:pt x="93" y="71"/>
                  </a:cubicBezTo>
                  <a:cubicBezTo>
                    <a:pt x="81" y="73"/>
                    <a:pt x="76" y="75"/>
                    <a:pt x="71" y="86"/>
                  </a:cubicBezTo>
                  <a:cubicBezTo>
                    <a:pt x="66" y="98"/>
                    <a:pt x="37" y="98"/>
                    <a:pt x="23" y="10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4197350" y="3900488"/>
              <a:ext cx="87313" cy="74613"/>
            </a:xfrm>
            <a:custGeom>
              <a:avLst/>
              <a:gdLst/>
              <a:ahLst/>
              <a:cxnLst/>
              <a:rect l="l" t="t" r="r" b="b"/>
              <a:pathLst>
                <a:path w="87" h="74" extrusionOk="0">
                  <a:moveTo>
                    <a:pt x="68" y="27"/>
                  </a:moveTo>
                  <a:cubicBezTo>
                    <a:pt x="49" y="21"/>
                    <a:pt x="32" y="16"/>
                    <a:pt x="23" y="0"/>
                  </a:cubicBezTo>
                  <a:cubicBezTo>
                    <a:pt x="23" y="0"/>
                    <a:pt x="12" y="2"/>
                    <a:pt x="22" y="34"/>
                  </a:cubicBezTo>
                  <a:cubicBezTo>
                    <a:pt x="22" y="34"/>
                    <a:pt x="24" y="44"/>
                    <a:pt x="13" y="45"/>
                  </a:cubicBezTo>
                  <a:cubicBezTo>
                    <a:pt x="1" y="46"/>
                    <a:pt x="0" y="61"/>
                    <a:pt x="26" y="67"/>
                  </a:cubicBezTo>
                  <a:cubicBezTo>
                    <a:pt x="26" y="67"/>
                    <a:pt x="5" y="56"/>
                    <a:pt x="23" y="56"/>
                  </a:cubicBezTo>
                  <a:cubicBezTo>
                    <a:pt x="41" y="56"/>
                    <a:pt x="43" y="74"/>
                    <a:pt x="57" y="67"/>
                  </a:cubicBezTo>
                  <a:cubicBezTo>
                    <a:pt x="70" y="59"/>
                    <a:pt x="49" y="48"/>
                    <a:pt x="81" y="49"/>
                  </a:cubicBezTo>
                  <a:cubicBezTo>
                    <a:pt x="81" y="49"/>
                    <a:pt x="87" y="34"/>
                    <a:pt x="68" y="27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4183063" y="3716338"/>
              <a:ext cx="63500" cy="174625"/>
            </a:xfrm>
            <a:custGeom>
              <a:avLst/>
              <a:gdLst/>
              <a:ahLst/>
              <a:cxnLst/>
              <a:rect l="l" t="t" r="r" b="b"/>
              <a:pathLst>
                <a:path w="63" h="174" extrusionOk="0">
                  <a:moveTo>
                    <a:pt x="63" y="120"/>
                  </a:moveTo>
                  <a:cubicBezTo>
                    <a:pt x="55" y="114"/>
                    <a:pt x="35" y="93"/>
                    <a:pt x="24" y="63"/>
                  </a:cubicBezTo>
                  <a:cubicBezTo>
                    <a:pt x="14" y="33"/>
                    <a:pt x="7" y="0"/>
                    <a:pt x="4" y="8"/>
                  </a:cubicBezTo>
                  <a:cubicBezTo>
                    <a:pt x="1" y="16"/>
                    <a:pt x="0" y="11"/>
                    <a:pt x="1" y="32"/>
                  </a:cubicBezTo>
                  <a:cubicBezTo>
                    <a:pt x="2" y="53"/>
                    <a:pt x="4" y="51"/>
                    <a:pt x="10" y="71"/>
                  </a:cubicBezTo>
                  <a:cubicBezTo>
                    <a:pt x="16" y="91"/>
                    <a:pt x="10" y="93"/>
                    <a:pt x="15" y="115"/>
                  </a:cubicBezTo>
                  <a:cubicBezTo>
                    <a:pt x="21" y="138"/>
                    <a:pt x="34" y="174"/>
                    <a:pt x="34" y="174"/>
                  </a:cubicBezTo>
                  <a:cubicBezTo>
                    <a:pt x="34" y="174"/>
                    <a:pt x="30" y="163"/>
                    <a:pt x="41" y="161"/>
                  </a:cubicBezTo>
                  <a:cubicBezTo>
                    <a:pt x="51" y="159"/>
                    <a:pt x="61" y="174"/>
                    <a:pt x="61" y="174"/>
                  </a:cubicBezTo>
                  <a:cubicBezTo>
                    <a:pt x="63" y="162"/>
                    <a:pt x="32" y="147"/>
                    <a:pt x="32" y="124"/>
                  </a:cubicBezTo>
                  <a:cubicBezTo>
                    <a:pt x="32" y="102"/>
                    <a:pt x="63" y="120"/>
                    <a:pt x="63" y="12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4319588" y="3883026"/>
              <a:ext cx="22225" cy="19050"/>
            </a:xfrm>
            <a:custGeom>
              <a:avLst/>
              <a:gdLst/>
              <a:ahLst/>
              <a:cxnLst/>
              <a:rect l="l" t="t" r="r" b="b"/>
              <a:pathLst>
                <a:path w="22" h="19" extrusionOk="0">
                  <a:moveTo>
                    <a:pt x="22" y="8"/>
                  </a:moveTo>
                  <a:cubicBezTo>
                    <a:pt x="7" y="0"/>
                    <a:pt x="0" y="19"/>
                    <a:pt x="5" y="18"/>
                  </a:cubicBezTo>
                  <a:cubicBezTo>
                    <a:pt x="10" y="17"/>
                    <a:pt x="22" y="8"/>
                    <a:pt x="22" y="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24"/>
            <p:cNvSpPr/>
            <p:nvPr/>
          </p:nvSpPr>
          <p:spPr>
            <a:xfrm>
              <a:off x="4291013" y="3892551"/>
              <a:ext cx="28575" cy="26988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25" y="13"/>
                  </a:moveTo>
                  <a:cubicBezTo>
                    <a:pt x="28" y="0"/>
                    <a:pt x="0" y="16"/>
                    <a:pt x="2" y="28"/>
                  </a:cubicBezTo>
                  <a:cubicBezTo>
                    <a:pt x="2" y="28"/>
                    <a:pt x="21" y="26"/>
                    <a:pt x="25" y="1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24"/>
            <p:cNvSpPr/>
            <p:nvPr/>
          </p:nvSpPr>
          <p:spPr>
            <a:xfrm>
              <a:off x="4132263" y="4097338"/>
              <a:ext cx="34925" cy="39688"/>
            </a:xfrm>
            <a:custGeom>
              <a:avLst/>
              <a:gdLst/>
              <a:ahLst/>
              <a:cxnLst/>
              <a:rect l="l" t="t" r="r" b="b"/>
              <a:pathLst>
                <a:path w="35" h="39" extrusionOk="0">
                  <a:moveTo>
                    <a:pt x="18" y="1"/>
                  </a:moveTo>
                  <a:cubicBezTo>
                    <a:pt x="14" y="0"/>
                    <a:pt x="0" y="5"/>
                    <a:pt x="1" y="15"/>
                  </a:cubicBezTo>
                  <a:cubicBezTo>
                    <a:pt x="1" y="15"/>
                    <a:pt x="10" y="29"/>
                    <a:pt x="11" y="34"/>
                  </a:cubicBezTo>
                  <a:cubicBezTo>
                    <a:pt x="12" y="39"/>
                    <a:pt x="14" y="25"/>
                    <a:pt x="14" y="18"/>
                  </a:cubicBezTo>
                  <a:cubicBezTo>
                    <a:pt x="13" y="11"/>
                    <a:pt x="27" y="17"/>
                    <a:pt x="31" y="17"/>
                  </a:cubicBezTo>
                  <a:cubicBezTo>
                    <a:pt x="34" y="17"/>
                    <a:pt x="35" y="5"/>
                    <a:pt x="18" y="1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24"/>
            <p:cNvSpPr/>
            <p:nvPr/>
          </p:nvSpPr>
          <p:spPr>
            <a:xfrm>
              <a:off x="3986213" y="4237038"/>
              <a:ext cx="31750" cy="60325"/>
            </a:xfrm>
            <a:custGeom>
              <a:avLst/>
              <a:gdLst/>
              <a:ahLst/>
              <a:cxnLst/>
              <a:rect l="l" t="t" r="r" b="b"/>
              <a:pathLst>
                <a:path w="31" h="60" extrusionOk="0">
                  <a:moveTo>
                    <a:pt x="0" y="30"/>
                  </a:moveTo>
                  <a:cubicBezTo>
                    <a:pt x="0" y="30"/>
                    <a:pt x="7" y="60"/>
                    <a:pt x="17" y="60"/>
                  </a:cubicBezTo>
                  <a:cubicBezTo>
                    <a:pt x="27" y="60"/>
                    <a:pt x="14" y="50"/>
                    <a:pt x="19" y="38"/>
                  </a:cubicBezTo>
                  <a:cubicBezTo>
                    <a:pt x="24" y="27"/>
                    <a:pt x="31" y="20"/>
                    <a:pt x="25" y="10"/>
                  </a:cubicBezTo>
                  <a:cubicBezTo>
                    <a:pt x="18" y="0"/>
                    <a:pt x="5" y="14"/>
                    <a:pt x="0" y="3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24"/>
            <p:cNvSpPr/>
            <p:nvPr/>
          </p:nvSpPr>
          <p:spPr>
            <a:xfrm>
              <a:off x="3833813" y="4316413"/>
              <a:ext cx="34925" cy="44450"/>
            </a:xfrm>
            <a:custGeom>
              <a:avLst/>
              <a:gdLst/>
              <a:ahLst/>
              <a:cxnLst/>
              <a:rect l="l" t="t" r="r" b="b"/>
              <a:pathLst>
                <a:path w="36" h="45" extrusionOk="0">
                  <a:moveTo>
                    <a:pt x="18" y="12"/>
                  </a:moveTo>
                  <a:cubicBezTo>
                    <a:pt x="18" y="12"/>
                    <a:pt x="2" y="18"/>
                    <a:pt x="1" y="29"/>
                  </a:cubicBezTo>
                  <a:cubicBezTo>
                    <a:pt x="0" y="40"/>
                    <a:pt x="13" y="45"/>
                    <a:pt x="24" y="42"/>
                  </a:cubicBezTo>
                  <a:cubicBezTo>
                    <a:pt x="34" y="39"/>
                    <a:pt x="35" y="25"/>
                    <a:pt x="36" y="12"/>
                  </a:cubicBezTo>
                  <a:cubicBezTo>
                    <a:pt x="36" y="0"/>
                    <a:pt x="33" y="15"/>
                    <a:pt x="18" y="1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24"/>
            <p:cNvSpPr/>
            <p:nvPr/>
          </p:nvSpPr>
          <p:spPr>
            <a:xfrm>
              <a:off x="4513263" y="4676776"/>
              <a:ext cx="77788" cy="69850"/>
            </a:xfrm>
            <a:custGeom>
              <a:avLst/>
              <a:gdLst/>
              <a:ahLst/>
              <a:cxnLst/>
              <a:rect l="l" t="t" r="r" b="b"/>
              <a:pathLst>
                <a:path w="77" h="69" extrusionOk="0">
                  <a:moveTo>
                    <a:pt x="40" y="36"/>
                  </a:moveTo>
                  <a:cubicBezTo>
                    <a:pt x="35" y="53"/>
                    <a:pt x="0" y="36"/>
                    <a:pt x="0" y="36"/>
                  </a:cubicBezTo>
                  <a:cubicBezTo>
                    <a:pt x="28" y="69"/>
                    <a:pt x="34" y="67"/>
                    <a:pt x="56" y="44"/>
                  </a:cubicBezTo>
                  <a:cubicBezTo>
                    <a:pt x="77" y="21"/>
                    <a:pt x="69" y="26"/>
                    <a:pt x="62" y="14"/>
                  </a:cubicBezTo>
                  <a:cubicBezTo>
                    <a:pt x="55" y="2"/>
                    <a:pt x="22" y="0"/>
                    <a:pt x="22" y="0"/>
                  </a:cubicBezTo>
                  <a:cubicBezTo>
                    <a:pt x="69" y="26"/>
                    <a:pt x="46" y="19"/>
                    <a:pt x="40" y="3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24"/>
            <p:cNvSpPr/>
            <p:nvPr/>
          </p:nvSpPr>
          <p:spPr>
            <a:xfrm>
              <a:off x="2903538" y="4829176"/>
              <a:ext cx="106363" cy="254000"/>
            </a:xfrm>
            <a:custGeom>
              <a:avLst/>
              <a:gdLst/>
              <a:ahLst/>
              <a:cxnLst/>
              <a:rect l="l" t="t" r="r" b="b"/>
              <a:pathLst>
                <a:path w="106" h="253" extrusionOk="0">
                  <a:moveTo>
                    <a:pt x="82" y="21"/>
                  </a:moveTo>
                  <a:cubicBezTo>
                    <a:pt x="78" y="42"/>
                    <a:pt x="66" y="65"/>
                    <a:pt x="34" y="68"/>
                  </a:cubicBezTo>
                  <a:cubicBezTo>
                    <a:pt x="3" y="71"/>
                    <a:pt x="6" y="80"/>
                    <a:pt x="12" y="104"/>
                  </a:cubicBezTo>
                  <a:cubicBezTo>
                    <a:pt x="17" y="129"/>
                    <a:pt x="24" y="135"/>
                    <a:pt x="12" y="159"/>
                  </a:cubicBezTo>
                  <a:cubicBezTo>
                    <a:pt x="0" y="183"/>
                    <a:pt x="4" y="169"/>
                    <a:pt x="9" y="199"/>
                  </a:cubicBezTo>
                  <a:cubicBezTo>
                    <a:pt x="15" y="230"/>
                    <a:pt x="32" y="245"/>
                    <a:pt x="32" y="245"/>
                  </a:cubicBezTo>
                  <a:cubicBezTo>
                    <a:pt x="77" y="253"/>
                    <a:pt x="80" y="188"/>
                    <a:pt x="89" y="141"/>
                  </a:cubicBezTo>
                  <a:cubicBezTo>
                    <a:pt x="98" y="94"/>
                    <a:pt x="106" y="66"/>
                    <a:pt x="103" y="34"/>
                  </a:cubicBezTo>
                  <a:cubicBezTo>
                    <a:pt x="100" y="1"/>
                    <a:pt x="85" y="0"/>
                    <a:pt x="82" y="21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24"/>
            <p:cNvSpPr/>
            <p:nvPr/>
          </p:nvSpPr>
          <p:spPr>
            <a:xfrm>
              <a:off x="2903538" y="3051176"/>
              <a:ext cx="215900" cy="244475"/>
            </a:xfrm>
            <a:custGeom>
              <a:avLst/>
              <a:gdLst/>
              <a:ahLst/>
              <a:cxnLst/>
              <a:rect l="l" t="t" r="r" b="b"/>
              <a:pathLst>
                <a:path w="215" h="245" extrusionOk="0">
                  <a:moveTo>
                    <a:pt x="21" y="212"/>
                  </a:moveTo>
                  <a:cubicBezTo>
                    <a:pt x="33" y="210"/>
                    <a:pt x="45" y="228"/>
                    <a:pt x="43" y="232"/>
                  </a:cubicBezTo>
                  <a:cubicBezTo>
                    <a:pt x="41" y="236"/>
                    <a:pt x="53" y="245"/>
                    <a:pt x="65" y="244"/>
                  </a:cubicBezTo>
                  <a:cubicBezTo>
                    <a:pt x="76" y="243"/>
                    <a:pt x="88" y="244"/>
                    <a:pt x="88" y="244"/>
                  </a:cubicBezTo>
                  <a:cubicBezTo>
                    <a:pt x="88" y="244"/>
                    <a:pt x="53" y="223"/>
                    <a:pt x="59" y="182"/>
                  </a:cubicBezTo>
                  <a:cubicBezTo>
                    <a:pt x="64" y="142"/>
                    <a:pt x="125" y="67"/>
                    <a:pt x="142" y="61"/>
                  </a:cubicBezTo>
                  <a:cubicBezTo>
                    <a:pt x="159" y="56"/>
                    <a:pt x="205" y="38"/>
                    <a:pt x="210" y="24"/>
                  </a:cubicBezTo>
                  <a:cubicBezTo>
                    <a:pt x="215" y="10"/>
                    <a:pt x="211" y="2"/>
                    <a:pt x="187" y="1"/>
                  </a:cubicBezTo>
                  <a:cubicBezTo>
                    <a:pt x="163" y="0"/>
                    <a:pt x="168" y="23"/>
                    <a:pt x="168" y="23"/>
                  </a:cubicBezTo>
                  <a:cubicBezTo>
                    <a:pt x="168" y="23"/>
                    <a:pt x="138" y="38"/>
                    <a:pt x="130" y="33"/>
                  </a:cubicBezTo>
                  <a:cubicBezTo>
                    <a:pt x="121" y="28"/>
                    <a:pt x="111" y="35"/>
                    <a:pt x="107" y="43"/>
                  </a:cubicBezTo>
                  <a:cubicBezTo>
                    <a:pt x="102" y="51"/>
                    <a:pt x="87" y="43"/>
                    <a:pt x="85" y="52"/>
                  </a:cubicBezTo>
                  <a:cubicBezTo>
                    <a:pt x="82" y="60"/>
                    <a:pt x="72" y="67"/>
                    <a:pt x="68" y="75"/>
                  </a:cubicBezTo>
                  <a:cubicBezTo>
                    <a:pt x="63" y="82"/>
                    <a:pt x="50" y="81"/>
                    <a:pt x="59" y="97"/>
                  </a:cubicBezTo>
                  <a:cubicBezTo>
                    <a:pt x="59" y="97"/>
                    <a:pt x="49" y="110"/>
                    <a:pt x="47" y="120"/>
                  </a:cubicBezTo>
                  <a:cubicBezTo>
                    <a:pt x="46" y="130"/>
                    <a:pt x="18" y="126"/>
                    <a:pt x="26" y="135"/>
                  </a:cubicBezTo>
                  <a:cubicBezTo>
                    <a:pt x="34" y="144"/>
                    <a:pt x="36" y="147"/>
                    <a:pt x="27" y="157"/>
                  </a:cubicBezTo>
                  <a:cubicBezTo>
                    <a:pt x="17" y="167"/>
                    <a:pt x="15" y="177"/>
                    <a:pt x="22" y="177"/>
                  </a:cubicBezTo>
                  <a:cubicBezTo>
                    <a:pt x="29" y="177"/>
                    <a:pt x="17" y="193"/>
                    <a:pt x="8" y="192"/>
                  </a:cubicBezTo>
                  <a:cubicBezTo>
                    <a:pt x="0" y="191"/>
                    <a:pt x="10" y="214"/>
                    <a:pt x="21" y="21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24"/>
            <p:cNvSpPr/>
            <p:nvPr/>
          </p:nvSpPr>
          <p:spPr>
            <a:xfrm>
              <a:off x="4065588" y="4494213"/>
              <a:ext cx="74613" cy="63500"/>
            </a:xfrm>
            <a:custGeom>
              <a:avLst/>
              <a:gdLst/>
              <a:ahLst/>
              <a:cxnLst/>
              <a:rect l="l" t="t" r="r" b="b"/>
              <a:pathLst>
                <a:path w="74" h="63" extrusionOk="0">
                  <a:moveTo>
                    <a:pt x="67" y="38"/>
                  </a:moveTo>
                  <a:cubicBezTo>
                    <a:pt x="74" y="48"/>
                    <a:pt x="65" y="0"/>
                    <a:pt x="55" y="0"/>
                  </a:cubicBezTo>
                  <a:cubicBezTo>
                    <a:pt x="45" y="0"/>
                    <a:pt x="44" y="13"/>
                    <a:pt x="30" y="10"/>
                  </a:cubicBezTo>
                  <a:cubicBezTo>
                    <a:pt x="16" y="8"/>
                    <a:pt x="0" y="7"/>
                    <a:pt x="4" y="35"/>
                  </a:cubicBezTo>
                  <a:cubicBezTo>
                    <a:pt x="9" y="63"/>
                    <a:pt x="3" y="30"/>
                    <a:pt x="13" y="26"/>
                  </a:cubicBezTo>
                  <a:cubicBezTo>
                    <a:pt x="23" y="22"/>
                    <a:pt x="36" y="20"/>
                    <a:pt x="35" y="27"/>
                  </a:cubicBezTo>
                  <a:cubicBezTo>
                    <a:pt x="35" y="27"/>
                    <a:pt x="30" y="45"/>
                    <a:pt x="51" y="51"/>
                  </a:cubicBezTo>
                  <a:cubicBezTo>
                    <a:pt x="72" y="57"/>
                    <a:pt x="47" y="41"/>
                    <a:pt x="52" y="30"/>
                  </a:cubicBezTo>
                  <a:cubicBezTo>
                    <a:pt x="57" y="19"/>
                    <a:pt x="60" y="29"/>
                    <a:pt x="67" y="3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24"/>
            <p:cNvSpPr/>
            <p:nvPr/>
          </p:nvSpPr>
          <p:spPr>
            <a:xfrm>
              <a:off x="4000500" y="4348163"/>
              <a:ext cx="47625" cy="87313"/>
            </a:xfrm>
            <a:custGeom>
              <a:avLst/>
              <a:gdLst/>
              <a:ahLst/>
              <a:cxnLst/>
              <a:rect l="l" t="t" r="r" b="b"/>
              <a:pathLst>
                <a:path w="47" h="88" extrusionOk="0">
                  <a:moveTo>
                    <a:pt x="37" y="39"/>
                  </a:moveTo>
                  <a:cubicBezTo>
                    <a:pt x="42" y="36"/>
                    <a:pt x="46" y="37"/>
                    <a:pt x="43" y="27"/>
                  </a:cubicBezTo>
                  <a:cubicBezTo>
                    <a:pt x="41" y="17"/>
                    <a:pt x="36" y="18"/>
                    <a:pt x="36" y="18"/>
                  </a:cubicBezTo>
                  <a:cubicBezTo>
                    <a:pt x="32" y="0"/>
                    <a:pt x="10" y="2"/>
                    <a:pt x="10" y="2"/>
                  </a:cubicBezTo>
                  <a:cubicBezTo>
                    <a:pt x="5" y="9"/>
                    <a:pt x="20" y="34"/>
                    <a:pt x="18" y="41"/>
                  </a:cubicBezTo>
                  <a:cubicBezTo>
                    <a:pt x="16" y="48"/>
                    <a:pt x="0" y="47"/>
                    <a:pt x="18" y="59"/>
                  </a:cubicBezTo>
                  <a:cubicBezTo>
                    <a:pt x="36" y="70"/>
                    <a:pt x="14" y="67"/>
                    <a:pt x="31" y="77"/>
                  </a:cubicBezTo>
                  <a:cubicBezTo>
                    <a:pt x="47" y="88"/>
                    <a:pt x="44" y="66"/>
                    <a:pt x="37" y="65"/>
                  </a:cubicBezTo>
                  <a:cubicBezTo>
                    <a:pt x="29" y="64"/>
                    <a:pt x="32" y="42"/>
                    <a:pt x="37" y="39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24"/>
            <p:cNvSpPr/>
            <p:nvPr/>
          </p:nvSpPr>
          <p:spPr>
            <a:xfrm>
              <a:off x="4048125" y="4421188"/>
              <a:ext cx="69850" cy="84138"/>
            </a:xfrm>
            <a:custGeom>
              <a:avLst/>
              <a:gdLst/>
              <a:ahLst/>
              <a:cxnLst/>
              <a:rect l="l" t="t" r="r" b="b"/>
              <a:pathLst>
                <a:path w="70" h="83" extrusionOk="0">
                  <a:moveTo>
                    <a:pt x="15" y="36"/>
                  </a:moveTo>
                  <a:cubicBezTo>
                    <a:pt x="0" y="33"/>
                    <a:pt x="1" y="34"/>
                    <a:pt x="8" y="51"/>
                  </a:cubicBezTo>
                  <a:cubicBezTo>
                    <a:pt x="16" y="68"/>
                    <a:pt x="16" y="60"/>
                    <a:pt x="12" y="72"/>
                  </a:cubicBezTo>
                  <a:cubicBezTo>
                    <a:pt x="8" y="83"/>
                    <a:pt x="20" y="73"/>
                    <a:pt x="30" y="68"/>
                  </a:cubicBezTo>
                  <a:cubicBezTo>
                    <a:pt x="39" y="64"/>
                    <a:pt x="36" y="57"/>
                    <a:pt x="53" y="54"/>
                  </a:cubicBezTo>
                  <a:cubicBezTo>
                    <a:pt x="70" y="51"/>
                    <a:pt x="62" y="28"/>
                    <a:pt x="53" y="24"/>
                  </a:cubicBezTo>
                  <a:cubicBezTo>
                    <a:pt x="44" y="20"/>
                    <a:pt x="31" y="18"/>
                    <a:pt x="30" y="11"/>
                  </a:cubicBezTo>
                  <a:cubicBezTo>
                    <a:pt x="29" y="4"/>
                    <a:pt x="10" y="0"/>
                    <a:pt x="5" y="3"/>
                  </a:cubicBezTo>
                  <a:cubicBezTo>
                    <a:pt x="5" y="3"/>
                    <a:pt x="21" y="11"/>
                    <a:pt x="26" y="23"/>
                  </a:cubicBezTo>
                  <a:cubicBezTo>
                    <a:pt x="31" y="35"/>
                    <a:pt x="31" y="30"/>
                    <a:pt x="37" y="28"/>
                  </a:cubicBezTo>
                  <a:cubicBezTo>
                    <a:pt x="44" y="26"/>
                    <a:pt x="44" y="32"/>
                    <a:pt x="34" y="43"/>
                  </a:cubicBezTo>
                  <a:cubicBezTo>
                    <a:pt x="25" y="53"/>
                    <a:pt x="30" y="39"/>
                    <a:pt x="15" y="3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24"/>
            <p:cNvSpPr/>
            <p:nvPr/>
          </p:nvSpPr>
          <p:spPr>
            <a:xfrm>
              <a:off x="4019550" y="4427538"/>
              <a:ext cx="25400" cy="31750"/>
            </a:xfrm>
            <a:custGeom>
              <a:avLst/>
              <a:gdLst/>
              <a:ahLst/>
              <a:cxnLst/>
              <a:rect l="l" t="t" r="r" b="b"/>
              <a:pathLst>
                <a:path w="26" h="32" extrusionOk="0">
                  <a:moveTo>
                    <a:pt x="17" y="6"/>
                  </a:moveTo>
                  <a:cubicBezTo>
                    <a:pt x="7" y="0"/>
                    <a:pt x="0" y="4"/>
                    <a:pt x="0" y="4"/>
                  </a:cubicBezTo>
                  <a:cubicBezTo>
                    <a:pt x="0" y="4"/>
                    <a:pt x="20" y="15"/>
                    <a:pt x="20" y="23"/>
                  </a:cubicBezTo>
                  <a:cubicBezTo>
                    <a:pt x="21" y="32"/>
                    <a:pt x="26" y="12"/>
                    <a:pt x="17" y="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24"/>
            <p:cNvSpPr/>
            <p:nvPr/>
          </p:nvSpPr>
          <p:spPr>
            <a:xfrm>
              <a:off x="3979863" y="4452938"/>
              <a:ext cx="39688" cy="55563"/>
            </a:xfrm>
            <a:custGeom>
              <a:avLst/>
              <a:gdLst/>
              <a:ahLst/>
              <a:cxnLst/>
              <a:rect l="l" t="t" r="r" b="b"/>
              <a:pathLst>
                <a:path w="39" h="56" extrusionOk="0">
                  <a:moveTo>
                    <a:pt x="7" y="54"/>
                  </a:moveTo>
                  <a:cubicBezTo>
                    <a:pt x="10" y="56"/>
                    <a:pt x="12" y="54"/>
                    <a:pt x="12" y="54"/>
                  </a:cubicBezTo>
                  <a:cubicBezTo>
                    <a:pt x="12" y="54"/>
                    <a:pt x="29" y="42"/>
                    <a:pt x="33" y="34"/>
                  </a:cubicBezTo>
                  <a:cubicBezTo>
                    <a:pt x="36" y="26"/>
                    <a:pt x="39" y="16"/>
                    <a:pt x="35" y="8"/>
                  </a:cubicBezTo>
                  <a:cubicBezTo>
                    <a:pt x="31" y="0"/>
                    <a:pt x="31" y="26"/>
                    <a:pt x="24" y="31"/>
                  </a:cubicBezTo>
                  <a:cubicBezTo>
                    <a:pt x="17" y="36"/>
                    <a:pt x="0" y="48"/>
                    <a:pt x="7" y="5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24"/>
            <p:cNvSpPr/>
            <p:nvPr/>
          </p:nvSpPr>
          <p:spPr>
            <a:xfrm>
              <a:off x="944563" y="4333876"/>
              <a:ext cx="1500" cy="1500"/>
            </a:xfrm>
            <a:prstGeom prst="rect">
              <a:avLst/>
            </a:pr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24"/>
            <p:cNvSpPr/>
            <p:nvPr/>
          </p:nvSpPr>
          <p:spPr>
            <a:xfrm>
              <a:off x="0" y="3252788"/>
              <a:ext cx="1682748" cy="2581274"/>
            </a:xfrm>
            <a:custGeom>
              <a:avLst/>
              <a:gdLst/>
              <a:ahLst/>
              <a:cxnLst/>
              <a:rect l="l" t="t" r="r" b="b"/>
              <a:pathLst>
                <a:path w="1681" h="2578" extrusionOk="0">
                  <a:moveTo>
                    <a:pt x="1651" y="1463"/>
                  </a:moveTo>
                  <a:cubicBezTo>
                    <a:pt x="1630" y="1455"/>
                    <a:pt x="1632" y="1431"/>
                    <a:pt x="1592" y="1422"/>
                  </a:cubicBezTo>
                  <a:cubicBezTo>
                    <a:pt x="1551" y="1413"/>
                    <a:pt x="1546" y="1421"/>
                    <a:pt x="1518" y="1397"/>
                  </a:cubicBezTo>
                  <a:cubicBezTo>
                    <a:pt x="1491" y="1373"/>
                    <a:pt x="1457" y="1396"/>
                    <a:pt x="1466" y="1356"/>
                  </a:cubicBezTo>
                  <a:cubicBezTo>
                    <a:pt x="1475" y="1315"/>
                    <a:pt x="1400" y="1289"/>
                    <a:pt x="1370" y="1291"/>
                  </a:cubicBezTo>
                  <a:cubicBezTo>
                    <a:pt x="1370" y="1291"/>
                    <a:pt x="1321" y="1245"/>
                    <a:pt x="1296" y="1227"/>
                  </a:cubicBezTo>
                  <a:cubicBezTo>
                    <a:pt x="1271" y="1210"/>
                    <a:pt x="1266" y="1232"/>
                    <a:pt x="1246" y="1227"/>
                  </a:cubicBezTo>
                  <a:cubicBezTo>
                    <a:pt x="1226" y="1223"/>
                    <a:pt x="1202" y="1207"/>
                    <a:pt x="1185" y="1192"/>
                  </a:cubicBezTo>
                  <a:cubicBezTo>
                    <a:pt x="1169" y="1177"/>
                    <a:pt x="1133" y="1222"/>
                    <a:pt x="1108" y="1213"/>
                  </a:cubicBezTo>
                  <a:cubicBezTo>
                    <a:pt x="1083" y="1204"/>
                    <a:pt x="1100" y="1232"/>
                    <a:pt x="1069" y="1253"/>
                  </a:cubicBezTo>
                  <a:cubicBezTo>
                    <a:pt x="1069" y="1253"/>
                    <a:pt x="1047" y="1212"/>
                    <a:pt x="1015" y="1239"/>
                  </a:cubicBezTo>
                  <a:cubicBezTo>
                    <a:pt x="983" y="1266"/>
                    <a:pt x="980" y="1218"/>
                    <a:pt x="980" y="1207"/>
                  </a:cubicBezTo>
                  <a:cubicBezTo>
                    <a:pt x="981" y="1196"/>
                    <a:pt x="1003" y="1149"/>
                    <a:pt x="990" y="1144"/>
                  </a:cubicBezTo>
                  <a:cubicBezTo>
                    <a:pt x="977" y="1139"/>
                    <a:pt x="917" y="1150"/>
                    <a:pt x="920" y="1137"/>
                  </a:cubicBezTo>
                  <a:cubicBezTo>
                    <a:pt x="924" y="1123"/>
                    <a:pt x="943" y="1100"/>
                    <a:pt x="943" y="1080"/>
                  </a:cubicBezTo>
                  <a:cubicBezTo>
                    <a:pt x="942" y="1080"/>
                    <a:pt x="942" y="1080"/>
                    <a:pt x="942" y="1081"/>
                  </a:cubicBezTo>
                  <a:cubicBezTo>
                    <a:pt x="948" y="1073"/>
                    <a:pt x="954" y="1066"/>
                    <a:pt x="956" y="1061"/>
                  </a:cubicBezTo>
                  <a:cubicBezTo>
                    <a:pt x="961" y="1051"/>
                    <a:pt x="936" y="1045"/>
                    <a:pt x="903" y="1055"/>
                  </a:cubicBezTo>
                  <a:cubicBezTo>
                    <a:pt x="903" y="1055"/>
                    <a:pt x="887" y="1099"/>
                    <a:pt x="872" y="1098"/>
                  </a:cubicBezTo>
                  <a:cubicBezTo>
                    <a:pt x="858" y="1097"/>
                    <a:pt x="816" y="1110"/>
                    <a:pt x="807" y="1061"/>
                  </a:cubicBezTo>
                  <a:cubicBezTo>
                    <a:pt x="799" y="1012"/>
                    <a:pt x="822" y="974"/>
                    <a:pt x="822" y="974"/>
                  </a:cubicBezTo>
                  <a:cubicBezTo>
                    <a:pt x="822" y="974"/>
                    <a:pt x="830" y="942"/>
                    <a:pt x="849" y="941"/>
                  </a:cubicBezTo>
                  <a:cubicBezTo>
                    <a:pt x="869" y="940"/>
                    <a:pt x="852" y="921"/>
                    <a:pt x="870" y="921"/>
                  </a:cubicBezTo>
                  <a:cubicBezTo>
                    <a:pt x="888" y="921"/>
                    <a:pt x="911" y="928"/>
                    <a:pt x="930" y="930"/>
                  </a:cubicBezTo>
                  <a:cubicBezTo>
                    <a:pt x="949" y="932"/>
                    <a:pt x="939" y="903"/>
                    <a:pt x="951" y="906"/>
                  </a:cubicBezTo>
                  <a:cubicBezTo>
                    <a:pt x="964" y="909"/>
                    <a:pt x="996" y="922"/>
                    <a:pt x="1024" y="914"/>
                  </a:cubicBezTo>
                  <a:cubicBezTo>
                    <a:pt x="1052" y="905"/>
                    <a:pt x="1034" y="951"/>
                    <a:pt x="1034" y="951"/>
                  </a:cubicBezTo>
                  <a:cubicBezTo>
                    <a:pt x="1034" y="951"/>
                    <a:pt x="1029" y="983"/>
                    <a:pt x="1051" y="995"/>
                  </a:cubicBezTo>
                  <a:cubicBezTo>
                    <a:pt x="1074" y="1007"/>
                    <a:pt x="1057" y="973"/>
                    <a:pt x="1059" y="945"/>
                  </a:cubicBezTo>
                  <a:cubicBezTo>
                    <a:pt x="1062" y="918"/>
                    <a:pt x="1066" y="888"/>
                    <a:pt x="1088" y="876"/>
                  </a:cubicBezTo>
                  <a:cubicBezTo>
                    <a:pt x="1110" y="864"/>
                    <a:pt x="1149" y="850"/>
                    <a:pt x="1160" y="811"/>
                  </a:cubicBezTo>
                  <a:cubicBezTo>
                    <a:pt x="1171" y="772"/>
                    <a:pt x="1180" y="775"/>
                    <a:pt x="1184" y="762"/>
                  </a:cubicBezTo>
                  <a:cubicBezTo>
                    <a:pt x="1188" y="750"/>
                    <a:pt x="1198" y="730"/>
                    <a:pt x="1221" y="729"/>
                  </a:cubicBezTo>
                  <a:cubicBezTo>
                    <a:pt x="1244" y="728"/>
                    <a:pt x="1251" y="717"/>
                    <a:pt x="1254" y="698"/>
                  </a:cubicBezTo>
                  <a:cubicBezTo>
                    <a:pt x="1257" y="679"/>
                    <a:pt x="1297" y="668"/>
                    <a:pt x="1302" y="667"/>
                  </a:cubicBezTo>
                  <a:cubicBezTo>
                    <a:pt x="1305" y="666"/>
                    <a:pt x="1308" y="661"/>
                    <a:pt x="1306" y="655"/>
                  </a:cubicBezTo>
                  <a:cubicBezTo>
                    <a:pt x="1306" y="655"/>
                    <a:pt x="1306" y="656"/>
                    <a:pt x="1306" y="656"/>
                  </a:cubicBezTo>
                  <a:cubicBezTo>
                    <a:pt x="1307" y="656"/>
                    <a:pt x="1307" y="656"/>
                    <a:pt x="1307" y="656"/>
                  </a:cubicBezTo>
                  <a:cubicBezTo>
                    <a:pt x="1343" y="640"/>
                    <a:pt x="1329" y="640"/>
                    <a:pt x="1321" y="664"/>
                  </a:cubicBezTo>
                  <a:cubicBezTo>
                    <a:pt x="1313" y="687"/>
                    <a:pt x="1316" y="682"/>
                    <a:pt x="1348" y="672"/>
                  </a:cubicBezTo>
                  <a:cubicBezTo>
                    <a:pt x="1380" y="662"/>
                    <a:pt x="1409" y="645"/>
                    <a:pt x="1404" y="633"/>
                  </a:cubicBezTo>
                  <a:cubicBezTo>
                    <a:pt x="1398" y="621"/>
                    <a:pt x="1397" y="624"/>
                    <a:pt x="1383" y="640"/>
                  </a:cubicBezTo>
                  <a:cubicBezTo>
                    <a:pt x="1369" y="657"/>
                    <a:pt x="1355" y="632"/>
                    <a:pt x="1341" y="630"/>
                  </a:cubicBezTo>
                  <a:cubicBezTo>
                    <a:pt x="1327" y="629"/>
                    <a:pt x="1343" y="608"/>
                    <a:pt x="1343" y="608"/>
                  </a:cubicBezTo>
                  <a:cubicBezTo>
                    <a:pt x="1343" y="608"/>
                    <a:pt x="1303" y="600"/>
                    <a:pt x="1331" y="596"/>
                  </a:cubicBezTo>
                  <a:cubicBezTo>
                    <a:pt x="1358" y="591"/>
                    <a:pt x="1361" y="574"/>
                    <a:pt x="1337" y="573"/>
                  </a:cubicBezTo>
                  <a:cubicBezTo>
                    <a:pt x="1313" y="572"/>
                    <a:pt x="1260" y="618"/>
                    <a:pt x="1260" y="618"/>
                  </a:cubicBezTo>
                  <a:cubicBezTo>
                    <a:pt x="1260" y="618"/>
                    <a:pt x="1304" y="572"/>
                    <a:pt x="1330" y="555"/>
                  </a:cubicBezTo>
                  <a:cubicBezTo>
                    <a:pt x="1355" y="537"/>
                    <a:pt x="1407" y="571"/>
                    <a:pt x="1424" y="549"/>
                  </a:cubicBezTo>
                  <a:cubicBezTo>
                    <a:pt x="1440" y="528"/>
                    <a:pt x="1457" y="538"/>
                    <a:pt x="1457" y="538"/>
                  </a:cubicBezTo>
                  <a:cubicBezTo>
                    <a:pt x="1416" y="610"/>
                    <a:pt x="1416" y="610"/>
                    <a:pt x="1416" y="610"/>
                  </a:cubicBezTo>
                  <a:cubicBezTo>
                    <a:pt x="1416" y="610"/>
                    <a:pt x="1437" y="608"/>
                    <a:pt x="1469" y="610"/>
                  </a:cubicBezTo>
                  <a:cubicBezTo>
                    <a:pt x="1501" y="612"/>
                    <a:pt x="1509" y="574"/>
                    <a:pt x="1495" y="572"/>
                  </a:cubicBezTo>
                  <a:cubicBezTo>
                    <a:pt x="1480" y="570"/>
                    <a:pt x="1445" y="589"/>
                    <a:pt x="1467" y="560"/>
                  </a:cubicBezTo>
                  <a:cubicBezTo>
                    <a:pt x="1489" y="531"/>
                    <a:pt x="1484" y="485"/>
                    <a:pt x="1471" y="483"/>
                  </a:cubicBezTo>
                  <a:cubicBezTo>
                    <a:pt x="1458" y="481"/>
                    <a:pt x="1465" y="461"/>
                    <a:pt x="1465" y="461"/>
                  </a:cubicBezTo>
                  <a:cubicBezTo>
                    <a:pt x="1426" y="459"/>
                    <a:pt x="1410" y="422"/>
                    <a:pt x="1410" y="422"/>
                  </a:cubicBezTo>
                  <a:cubicBezTo>
                    <a:pt x="1418" y="407"/>
                    <a:pt x="1386" y="345"/>
                    <a:pt x="1386" y="345"/>
                  </a:cubicBezTo>
                  <a:cubicBezTo>
                    <a:pt x="1386" y="345"/>
                    <a:pt x="1367" y="332"/>
                    <a:pt x="1367" y="356"/>
                  </a:cubicBezTo>
                  <a:cubicBezTo>
                    <a:pt x="1367" y="379"/>
                    <a:pt x="1332" y="388"/>
                    <a:pt x="1329" y="373"/>
                  </a:cubicBezTo>
                  <a:cubicBezTo>
                    <a:pt x="1327" y="359"/>
                    <a:pt x="1316" y="368"/>
                    <a:pt x="1316" y="368"/>
                  </a:cubicBezTo>
                  <a:cubicBezTo>
                    <a:pt x="1317" y="318"/>
                    <a:pt x="1317" y="318"/>
                    <a:pt x="1317" y="318"/>
                  </a:cubicBezTo>
                  <a:cubicBezTo>
                    <a:pt x="1312" y="317"/>
                    <a:pt x="1296" y="316"/>
                    <a:pt x="1283" y="299"/>
                  </a:cubicBezTo>
                  <a:cubicBezTo>
                    <a:pt x="1270" y="282"/>
                    <a:pt x="1267" y="287"/>
                    <a:pt x="1256" y="288"/>
                  </a:cubicBezTo>
                  <a:cubicBezTo>
                    <a:pt x="1245" y="289"/>
                    <a:pt x="1244" y="281"/>
                    <a:pt x="1222" y="281"/>
                  </a:cubicBezTo>
                  <a:cubicBezTo>
                    <a:pt x="1200" y="280"/>
                    <a:pt x="1212" y="305"/>
                    <a:pt x="1207" y="335"/>
                  </a:cubicBezTo>
                  <a:cubicBezTo>
                    <a:pt x="1203" y="364"/>
                    <a:pt x="1186" y="371"/>
                    <a:pt x="1186" y="371"/>
                  </a:cubicBezTo>
                  <a:cubicBezTo>
                    <a:pt x="1215" y="406"/>
                    <a:pt x="1204" y="439"/>
                    <a:pt x="1204" y="439"/>
                  </a:cubicBezTo>
                  <a:cubicBezTo>
                    <a:pt x="1150" y="461"/>
                    <a:pt x="1159" y="483"/>
                    <a:pt x="1159" y="483"/>
                  </a:cubicBezTo>
                  <a:cubicBezTo>
                    <a:pt x="1170" y="500"/>
                    <a:pt x="1173" y="515"/>
                    <a:pt x="1157" y="531"/>
                  </a:cubicBezTo>
                  <a:cubicBezTo>
                    <a:pt x="1141" y="547"/>
                    <a:pt x="1117" y="499"/>
                    <a:pt x="1117" y="499"/>
                  </a:cubicBezTo>
                  <a:cubicBezTo>
                    <a:pt x="1127" y="454"/>
                    <a:pt x="1127" y="454"/>
                    <a:pt x="1127" y="454"/>
                  </a:cubicBezTo>
                  <a:cubicBezTo>
                    <a:pt x="1127" y="454"/>
                    <a:pt x="1084" y="457"/>
                    <a:pt x="1082" y="448"/>
                  </a:cubicBezTo>
                  <a:cubicBezTo>
                    <a:pt x="1080" y="438"/>
                    <a:pt x="1068" y="438"/>
                    <a:pt x="1051" y="422"/>
                  </a:cubicBezTo>
                  <a:cubicBezTo>
                    <a:pt x="1033" y="405"/>
                    <a:pt x="999" y="411"/>
                    <a:pt x="999" y="411"/>
                  </a:cubicBezTo>
                  <a:cubicBezTo>
                    <a:pt x="1001" y="389"/>
                    <a:pt x="1024" y="365"/>
                    <a:pt x="989" y="372"/>
                  </a:cubicBezTo>
                  <a:cubicBezTo>
                    <a:pt x="953" y="379"/>
                    <a:pt x="976" y="314"/>
                    <a:pt x="991" y="314"/>
                  </a:cubicBezTo>
                  <a:cubicBezTo>
                    <a:pt x="1005" y="314"/>
                    <a:pt x="1018" y="276"/>
                    <a:pt x="1029" y="276"/>
                  </a:cubicBezTo>
                  <a:cubicBezTo>
                    <a:pt x="1040" y="276"/>
                    <a:pt x="1043" y="267"/>
                    <a:pt x="1049" y="254"/>
                  </a:cubicBezTo>
                  <a:cubicBezTo>
                    <a:pt x="1055" y="242"/>
                    <a:pt x="1091" y="242"/>
                    <a:pt x="1100" y="224"/>
                  </a:cubicBezTo>
                  <a:cubicBezTo>
                    <a:pt x="1108" y="206"/>
                    <a:pt x="1089" y="210"/>
                    <a:pt x="1082" y="210"/>
                  </a:cubicBezTo>
                  <a:cubicBezTo>
                    <a:pt x="1076" y="210"/>
                    <a:pt x="1070" y="188"/>
                    <a:pt x="1091" y="199"/>
                  </a:cubicBezTo>
                  <a:cubicBezTo>
                    <a:pt x="1112" y="211"/>
                    <a:pt x="1119" y="184"/>
                    <a:pt x="1145" y="178"/>
                  </a:cubicBezTo>
                  <a:cubicBezTo>
                    <a:pt x="1171" y="172"/>
                    <a:pt x="1188" y="158"/>
                    <a:pt x="1194" y="148"/>
                  </a:cubicBezTo>
                  <a:cubicBezTo>
                    <a:pt x="1199" y="138"/>
                    <a:pt x="1181" y="114"/>
                    <a:pt x="1181" y="114"/>
                  </a:cubicBezTo>
                  <a:cubicBezTo>
                    <a:pt x="1181" y="114"/>
                    <a:pt x="1192" y="114"/>
                    <a:pt x="1197" y="101"/>
                  </a:cubicBezTo>
                  <a:cubicBezTo>
                    <a:pt x="1201" y="87"/>
                    <a:pt x="1180" y="73"/>
                    <a:pt x="1168" y="72"/>
                  </a:cubicBezTo>
                  <a:cubicBezTo>
                    <a:pt x="1155" y="70"/>
                    <a:pt x="1147" y="78"/>
                    <a:pt x="1151" y="96"/>
                  </a:cubicBezTo>
                  <a:cubicBezTo>
                    <a:pt x="1155" y="114"/>
                    <a:pt x="1136" y="99"/>
                    <a:pt x="1132" y="124"/>
                  </a:cubicBezTo>
                  <a:cubicBezTo>
                    <a:pt x="1129" y="149"/>
                    <a:pt x="1089" y="167"/>
                    <a:pt x="1103" y="136"/>
                  </a:cubicBezTo>
                  <a:cubicBezTo>
                    <a:pt x="1118" y="105"/>
                    <a:pt x="1095" y="78"/>
                    <a:pt x="1099" y="92"/>
                  </a:cubicBezTo>
                  <a:cubicBezTo>
                    <a:pt x="1103" y="105"/>
                    <a:pt x="1080" y="114"/>
                    <a:pt x="1080" y="114"/>
                  </a:cubicBezTo>
                  <a:cubicBezTo>
                    <a:pt x="1080" y="114"/>
                    <a:pt x="1094" y="88"/>
                    <a:pt x="1074" y="82"/>
                  </a:cubicBezTo>
                  <a:cubicBezTo>
                    <a:pt x="1054" y="77"/>
                    <a:pt x="1066" y="65"/>
                    <a:pt x="1064" y="51"/>
                  </a:cubicBezTo>
                  <a:cubicBezTo>
                    <a:pt x="1062" y="36"/>
                    <a:pt x="1058" y="5"/>
                    <a:pt x="1053" y="3"/>
                  </a:cubicBezTo>
                  <a:cubicBezTo>
                    <a:pt x="1048" y="0"/>
                    <a:pt x="1034" y="11"/>
                    <a:pt x="1024" y="42"/>
                  </a:cubicBezTo>
                  <a:cubicBezTo>
                    <a:pt x="1014" y="72"/>
                    <a:pt x="1021" y="61"/>
                    <a:pt x="1034" y="75"/>
                  </a:cubicBezTo>
                  <a:cubicBezTo>
                    <a:pt x="1048" y="89"/>
                    <a:pt x="1045" y="102"/>
                    <a:pt x="1026" y="118"/>
                  </a:cubicBezTo>
                  <a:cubicBezTo>
                    <a:pt x="1007" y="134"/>
                    <a:pt x="1015" y="106"/>
                    <a:pt x="1014" y="94"/>
                  </a:cubicBezTo>
                  <a:cubicBezTo>
                    <a:pt x="1013" y="81"/>
                    <a:pt x="996" y="65"/>
                    <a:pt x="980" y="85"/>
                  </a:cubicBezTo>
                  <a:cubicBezTo>
                    <a:pt x="965" y="105"/>
                    <a:pt x="977" y="108"/>
                    <a:pt x="977" y="108"/>
                  </a:cubicBezTo>
                  <a:cubicBezTo>
                    <a:pt x="977" y="108"/>
                    <a:pt x="1000" y="128"/>
                    <a:pt x="950" y="137"/>
                  </a:cubicBezTo>
                  <a:cubicBezTo>
                    <a:pt x="901" y="145"/>
                    <a:pt x="884" y="102"/>
                    <a:pt x="879" y="102"/>
                  </a:cubicBezTo>
                  <a:cubicBezTo>
                    <a:pt x="875" y="102"/>
                    <a:pt x="884" y="119"/>
                    <a:pt x="848" y="129"/>
                  </a:cubicBezTo>
                  <a:cubicBezTo>
                    <a:pt x="811" y="139"/>
                    <a:pt x="759" y="132"/>
                    <a:pt x="759" y="132"/>
                  </a:cubicBezTo>
                  <a:cubicBezTo>
                    <a:pt x="759" y="132"/>
                    <a:pt x="794" y="101"/>
                    <a:pt x="756" y="101"/>
                  </a:cubicBezTo>
                  <a:cubicBezTo>
                    <a:pt x="719" y="101"/>
                    <a:pt x="691" y="70"/>
                    <a:pt x="671" y="72"/>
                  </a:cubicBezTo>
                  <a:cubicBezTo>
                    <a:pt x="650" y="75"/>
                    <a:pt x="630" y="114"/>
                    <a:pt x="626" y="88"/>
                  </a:cubicBezTo>
                  <a:cubicBezTo>
                    <a:pt x="623" y="63"/>
                    <a:pt x="603" y="57"/>
                    <a:pt x="593" y="60"/>
                  </a:cubicBezTo>
                  <a:cubicBezTo>
                    <a:pt x="564" y="68"/>
                    <a:pt x="564" y="57"/>
                    <a:pt x="540" y="76"/>
                  </a:cubicBezTo>
                  <a:cubicBezTo>
                    <a:pt x="515" y="96"/>
                    <a:pt x="485" y="125"/>
                    <a:pt x="468" y="98"/>
                  </a:cubicBezTo>
                  <a:cubicBezTo>
                    <a:pt x="451" y="71"/>
                    <a:pt x="439" y="77"/>
                    <a:pt x="439" y="77"/>
                  </a:cubicBezTo>
                  <a:cubicBezTo>
                    <a:pt x="421" y="68"/>
                    <a:pt x="401" y="59"/>
                    <a:pt x="378" y="62"/>
                  </a:cubicBezTo>
                  <a:cubicBezTo>
                    <a:pt x="355" y="64"/>
                    <a:pt x="356" y="49"/>
                    <a:pt x="332" y="52"/>
                  </a:cubicBezTo>
                  <a:cubicBezTo>
                    <a:pt x="309" y="56"/>
                    <a:pt x="303" y="38"/>
                    <a:pt x="287" y="38"/>
                  </a:cubicBezTo>
                  <a:cubicBezTo>
                    <a:pt x="271" y="38"/>
                    <a:pt x="273" y="17"/>
                    <a:pt x="254" y="19"/>
                  </a:cubicBezTo>
                  <a:cubicBezTo>
                    <a:pt x="235" y="21"/>
                    <a:pt x="206" y="53"/>
                    <a:pt x="179" y="54"/>
                  </a:cubicBezTo>
                  <a:cubicBezTo>
                    <a:pt x="152" y="55"/>
                    <a:pt x="153" y="95"/>
                    <a:pt x="126" y="97"/>
                  </a:cubicBezTo>
                  <a:cubicBezTo>
                    <a:pt x="100" y="98"/>
                    <a:pt x="66" y="119"/>
                    <a:pt x="91" y="119"/>
                  </a:cubicBezTo>
                  <a:cubicBezTo>
                    <a:pt x="116" y="119"/>
                    <a:pt x="120" y="157"/>
                    <a:pt x="137" y="160"/>
                  </a:cubicBezTo>
                  <a:cubicBezTo>
                    <a:pt x="153" y="163"/>
                    <a:pt x="149" y="185"/>
                    <a:pt x="125" y="188"/>
                  </a:cubicBezTo>
                  <a:cubicBezTo>
                    <a:pt x="101" y="191"/>
                    <a:pt x="116" y="167"/>
                    <a:pt x="106" y="171"/>
                  </a:cubicBezTo>
                  <a:cubicBezTo>
                    <a:pt x="96" y="175"/>
                    <a:pt x="53" y="182"/>
                    <a:pt x="51" y="204"/>
                  </a:cubicBezTo>
                  <a:cubicBezTo>
                    <a:pt x="49" y="227"/>
                    <a:pt x="81" y="240"/>
                    <a:pt x="108" y="227"/>
                  </a:cubicBezTo>
                  <a:cubicBezTo>
                    <a:pt x="135" y="214"/>
                    <a:pt x="149" y="255"/>
                    <a:pt x="121" y="254"/>
                  </a:cubicBezTo>
                  <a:cubicBezTo>
                    <a:pt x="94" y="253"/>
                    <a:pt x="90" y="271"/>
                    <a:pt x="75" y="273"/>
                  </a:cubicBezTo>
                  <a:cubicBezTo>
                    <a:pt x="60" y="275"/>
                    <a:pt x="33" y="297"/>
                    <a:pt x="41" y="310"/>
                  </a:cubicBezTo>
                  <a:cubicBezTo>
                    <a:pt x="49" y="324"/>
                    <a:pt x="37" y="322"/>
                    <a:pt x="51" y="344"/>
                  </a:cubicBezTo>
                  <a:cubicBezTo>
                    <a:pt x="60" y="358"/>
                    <a:pt x="70" y="349"/>
                    <a:pt x="76" y="340"/>
                  </a:cubicBezTo>
                  <a:cubicBezTo>
                    <a:pt x="73" y="349"/>
                    <a:pt x="71" y="361"/>
                    <a:pt x="80" y="367"/>
                  </a:cubicBezTo>
                  <a:cubicBezTo>
                    <a:pt x="93" y="376"/>
                    <a:pt x="82" y="374"/>
                    <a:pt x="112" y="373"/>
                  </a:cubicBezTo>
                  <a:cubicBezTo>
                    <a:pt x="141" y="372"/>
                    <a:pt x="129" y="384"/>
                    <a:pt x="104" y="409"/>
                  </a:cubicBezTo>
                  <a:cubicBezTo>
                    <a:pt x="79" y="434"/>
                    <a:pt x="0" y="469"/>
                    <a:pt x="0" y="469"/>
                  </a:cubicBezTo>
                  <a:cubicBezTo>
                    <a:pt x="126" y="435"/>
                    <a:pt x="119" y="411"/>
                    <a:pt x="152" y="396"/>
                  </a:cubicBezTo>
                  <a:cubicBezTo>
                    <a:pt x="185" y="380"/>
                    <a:pt x="177" y="378"/>
                    <a:pt x="179" y="366"/>
                  </a:cubicBezTo>
                  <a:cubicBezTo>
                    <a:pt x="181" y="358"/>
                    <a:pt x="207" y="342"/>
                    <a:pt x="225" y="332"/>
                  </a:cubicBezTo>
                  <a:cubicBezTo>
                    <a:pt x="209" y="345"/>
                    <a:pt x="208" y="364"/>
                    <a:pt x="212" y="370"/>
                  </a:cubicBezTo>
                  <a:cubicBezTo>
                    <a:pt x="216" y="377"/>
                    <a:pt x="250" y="345"/>
                    <a:pt x="268" y="340"/>
                  </a:cubicBezTo>
                  <a:cubicBezTo>
                    <a:pt x="286" y="335"/>
                    <a:pt x="259" y="292"/>
                    <a:pt x="286" y="319"/>
                  </a:cubicBezTo>
                  <a:cubicBezTo>
                    <a:pt x="313" y="347"/>
                    <a:pt x="367" y="339"/>
                    <a:pt x="367" y="339"/>
                  </a:cubicBezTo>
                  <a:cubicBezTo>
                    <a:pt x="441" y="390"/>
                    <a:pt x="444" y="435"/>
                    <a:pt x="472" y="463"/>
                  </a:cubicBezTo>
                  <a:cubicBezTo>
                    <a:pt x="501" y="491"/>
                    <a:pt x="460" y="544"/>
                    <a:pt x="501" y="547"/>
                  </a:cubicBezTo>
                  <a:cubicBezTo>
                    <a:pt x="541" y="550"/>
                    <a:pt x="546" y="583"/>
                    <a:pt x="546" y="583"/>
                  </a:cubicBezTo>
                  <a:cubicBezTo>
                    <a:pt x="546" y="583"/>
                    <a:pt x="562" y="598"/>
                    <a:pt x="533" y="599"/>
                  </a:cubicBezTo>
                  <a:cubicBezTo>
                    <a:pt x="505" y="600"/>
                    <a:pt x="515" y="600"/>
                    <a:pt x="518" y="623"/>
                  </a:cubicBezTo>
                  <a:cubicBezTo>
                    <a:pt x="522" y="646"/>
                    <a:pt x="511" y="677"/>
                    <a:pt x="499" y="698"/>
                  </a:cubicBezTo>
                  <a:cubicBezTo>
                    <a:pt x="486" y="719"/>
                    <a:pt x="480" y="762"/>
                    <a:pt x="490" y="769"/>
                  </a:cubicBezTo>
                  <a:cubicBezTo>
                    <a:pt x="499" y="776"/>
                    <a:pt x="495" y="803"/>
                    <a:pt x="515" y="828"/>
                  </a:cubicBezTo>
                  <a:cubicBezTo>
                    <a:pt x="535" y="854"/>
                    <a:pt x="553" y="853"/>
                    <a:pt x="556" y="869"/>
                  </a:cubicBezTo>
                  <a:cubicBezTo>
                    <a:pt x="557" y="874"/>
                    <a:pt x="559" y="876"/>
                    <a:pt x="562" y="876"/>
                  </a:cubicBezTo>
                  <a:cubicBezTo>
                    <a:pt x="562" y="877"/>
                    <a:pt x="562" y="912"/>
                    <a:pt x="573" y="924"/>
                  </a:cubicBezTo>
                  <a:cubicBezTo>
                    <a:pt x="584" y="935"/>
                    <a:pt x="590" y="950"/>
                    <a:pt x="566" y="953"/>
                  </a:cubicBezTo>
                  <a:cubicBezTo>
                    <a:pt x="566" y="953"/>
                    <a:pt x="583" y="965"/>
                    <a:pt x="597" y="973"/>
                  </a:cubicBezTo>
                  <a:cubicBezTo>
                    <a:pt x="611" y="981"/>
                    <a:pt x="595" y="997"/>
                    <a:pt x="603" y="1004"/>
                  </a:cubicBezTo>
                  <a:cubicBezTo>
                    <a:pt x="610" y="1010"/>
                    <a:pt x="622" y="1034"/>
                    <a:pt x="631" y="1028"/>
                  </a:cubicBezTo>
                  <a:cubicBezTo>
                    <a:pt x="639" y="1023"/>
                    <a:pt x="634" y="1018"/>
                    <a:pt x="624" y="1004"/>
                  </a:cubicBezTo>
                  <a:cubicBezTo>
                    <a:pt x="614" y="990"/>
                    <a:pt x="630" y="988"/>
                    <a:pt x="609" y="952"/>
                  </a:cubicBezTo>
                  <a:cubicBezTo>
                    <a:pt x="589" y="916"/>
                    <a:pt x="586" y="906"/>
                    <a:pt x="592" y="894"/>
                  </a:cubicBezTo>
                  <a:cubicBezTo>
                    <a:pt x="592" y="894"/>
                    <a:pt x="605" y="894"/>
                    <a:pt x="607" y="909"/>
                  </a:cubicBezTo>
                  <a:cubicBezTo>
                    <a:pt x="609" y="925"/>
                    <a:pt x="637" y="965"/>
                    <a:pt x="646" y="974"/>
                  </a:cubicBezTo>
                  <a:cubicBezTo>
                    <a:pt x="655" y="983"/>
                    <a:pt x="636" y="986"/>
                    <a:pt x="648" y="993"/>
                  </a:cubicBezTo>
                  <a:cubicBezTo>
                    <a:pt x="661" y="999"/>
                    <a:pt x="696" y="1043"/>
                    <a:pt x="685" y="1069"/>
                  </a:cubicBezTo>
                  <a:cubicBezTo>
                    <a:pt x="685" y="1069"/>
                    <a:pt x="676" y="1081"/>
                    <a:pt x="694" y="1089"/>
                  </a:cubicBezTo>
                  <a:cubicBezTo>
                    <a:pt x="713" y="1097"/>
                    <a:pt x="784" y="1143"/>
                    <a:pt x="805" y="1139"/>
                  </a:cubicBezTo>
                  <a:cubicBezTo>
                    <a:pt x="826" y="1135"/>
                    <a:pt x="844" y="1135"/>
                    <a:pt x="851" y="1150"/>
                  </a:cubicBezTo>
                  <a:cubicBezTo>
                    <a:pt x="853" y="1156"/>
                    <a:pt x="856" y="1157"/>
                    <a:pt x="858" y="1157"/>
                  </a:cubicBezTo>
                  <a:cubicBezTo>
                    <a:pt x="857" y="1157"/>
                    <a:pt x="857" y="1157"/>
                    <a:pt x="857" y="1157"/>
                  </a:cubicBezTo>
                  <a:cubicBezTo>
                    <a:pt x="857" y="1157"/>
                    <a:pt x="869" y="1174"/>
                    <a:pt x="892" y="1170"/>
                  </a:cubicBezTo>
                  <a:cubicBezTo>
                    <a:pt x="915" y="1167"/>
                    <a:pt x="894" y="1187"/>
                    <a:pt x="923" y="1179"/>
                  </a:cubicBezTo>
                  <a:cubicBezTo>
                    <a:pt x="923" y="1179"/>
                    <a:pt x="932" y="1211"/>
                    <a:pt x="945" y="1213"/>
                  </a:cubicBezTo>
                  <a:cubicBezTo>
                    <a:pt x="945" y="1213"/>
                    <a:pt x="939" y="1230"/>
                    <a:pt x="952" y="1230"/>
                  </a:cubicBezTo>
                  <a:cubicBezTo>
                    <a:pt x="966" y="1230"/>
                    <a:pt x="961" y="1258"/>
                    <a:pt x="983" y="1256"/>
                  </a:cubicBezTo>
                  <a:cubicBezTo>
                    <a:pt x="1005" y="1253"/>
                    <a:pt x="1000" y="1280"/>
                    <a:pt x="1014" y="1270"/>
                  </a:cubicBezTo>
                  <a:cubicBezTo>
                    <a:pt x="1027" y="1259"/>
                    <a:pt x="1052" y="1231"/>
                    <a:pt x="1051" y="1272"/>
                  </a:cubicBezTo>
                  <a:cubicBezTo>
                    <a:pt x="1051" y="1272"/>
                    <a:pt x="1064" y="1297"/>
                    <a:pt x="1042" y="1328"/>
                  </a:cubicBezTo>
                  <a:cubicBezTo>
                    <a:pt x="1020" y="1359"/>
                    <a:pt x="976" y="1398"/>
                    <a:pt x="982" y="1414"/>
                  </a:cubicBezTo>
                  <a:cubicBezTo>
                    <a:pt x="988" y="1430"/>
                    <a:pt x="992" y="1427"/>
                    <a:pt x="975" y="1448"/>
                  </a:cubicBezTo>
                  <a:cubicBezTo>
                    <a:pt x="957" y="1470"/>
                    <a:pt x="981" y="1486"/>
                    <a:pt x="987" y="1499"/>
                  </a:cubicBezTo>
                  <a:cubicBezTo>
                    <a:pt x="992" y="1512"/>
                    <a:pt x="1027" y="1606"/>
                    <a:pt x="1026" y="1620"/>
                  </a:cubicBezTo>
                  <a:cubicBezTo>
                    <a:pt x="1025" y="1634"/>
                    <a:pt x="1101" y="1659"/>
                    <a:pt x="1099" y="1693"/>
                  </a:cubicBezTo>
                  <a:cubicBezTo>
                    <a:pt x="1097" y="1727"/>
                    <a:pt x="1081" y="1814"/>
                    <a:pt x="1053" y="1900"/>
                  </a:cubicBezTo>
                  <a:cubicBezTo>
                    <a:pt x="1024" y="1987"/>
                    <a:pt x="1049" y="1983"/>
                    <a:pt x="1000" y="2057"/>
                  </a:cubicBezTo>
                  <a:cubicBezTo>
                    <a:pt x="1000" y="2057"/>
                    <a:pt x="985" y="2145"/>
                    <a:pt x="975" y="2166"/>
                  </a:cubicBezTo>
                  <a:cubicBezTo>
                    <a:pt x="964" y="2187"/>
                    <a:pt x="952" y="2217"/>
                    <a:pt x="964" y="2214"/>
                  </a:cubicBezTo>
                  <a:cubicBezTo>
                    <a:pt x="976" y="2210"/>
                    <a:pt x="983" y="2157"/>
                    <a:pt x="997" y="2164"/>
                  </a:cubicBezTo>
                  <a:cubicBezTo>
                    <a:pt x="997" y="2164"/>
                    <a:pt x="969" y="2277"/>
                    <a:pt x="954" y="2301"/>
                  </a:cubicBezTo>
                  <a:cubicBezTo>
                    <a:pt x="938" y="2326"/>
                    <a:pt x="916" y="2399"/>
                    <a:pt x="924" y="2432"/>
                  </a:cubicBezTo>
                  <a:cubicBezTo>
                    <a:pt x="933" y="2467"/>
                    <a:pt x="912" y="2506"/>
                    <a:pt x="938" y="2528"/>
                  </a:cubicBezTo>
                  <a:cubicBezTo>
                    <a:pt x="964" y="2550"/>
                    <a:pt x="958" y="2570"/>
                    <a:pt x="1001" y="2574"/>
                  </a:cubicBezTo>
                  <a:cubicBezTo>
                    <a:pt x="1044" y="2578"/>
                    <a:pt x="1051" y="2569"/>
                    <a:pt x="1070" y="2564"/>
                  </a:cubicBezTo>
                  <a:cubicBezTo>
                    <a:pt x="1090" y="2559"/>
                    <a:pt x="1018" y="2561"/>
                    <a:pt x="1015" y="2486"/>
                  </a:cubicBezTo>
                  <a:cubicBezTo>
                    <a:pt x="1012" y="2411"/>
                    <a:pt x="1014" y="2411"/>
                    <a:pt x="1034" y="2407"/>
                  </a:cubicBezTo>
                  <a:cubicBezTo>
                    <a:pt x="1054" y="2404"/>
                    <a:pt x="1038" y="2391"/>
                    <a:pt x="1050" y="2375"/>
                  </a:cubicBezTo>
                  <a:cubicBezTo>
                    <a:pt x="1062" y="2359"/>
                    <a:pt x="1089" y="2351"/>
                    <a:pt x="1092" y="2326"/>
                  </a:cubicBezTo>
                  <a:cubicBezTo>
                    <a:pt x="1094" y="2300"/>
                    <a:pt x="1059" y="2313"/>
                    <a:pt x="1066" y="2279"/>
                  </a:cubicBezTo>
                  <a:cubicBezTo>
                    <a:pt x="1073" y="2245"/>
                    <a:pt x="1107" y="2252"/>
                    <a:pt x="1107" y="2252"/>
                  </a:cubicBezTo>
                  <a:cubicBezTo>
                    <a:pt x="1109" y="2215"/>
                    <a:pt x="1109" y="2215"/>
                    <a:pt x="1109" y="2215"/>
                  </a:cubicBezTo>
                  <a:cubicBezTo>
                    <a:pt x="1109" y="2215"/>
                    <a:pt x="1139" y="2215"/>
                    <a:pt x="1143" y="2196"/>
                  </a:cubicBezTo>
                  <a:cubicBezTo>
                    <a:pt x="1146" y="2177"/>
                    <a:pt x="1123" y="2191"/>
                    <a:pt x="1121" y="2176"/>
                  </a:cubicBezTo>
                  <a:cubicBezTo>
                    <a:pt x="1119" y="2160"/>
                    <a:pt x="1123" y="2139"/>
                    <a:pt x="1143" y="2159"/>
                  </a:cubicBezTo>
                  <a:cubicBezTo>
                    <a:pt x="1164" y="2179"/>
                    <a:pt x="1174" y="2127"/>
                    <a:pt x="1174" y="2127"/>
                  </a:cubicBezTo>
                  <a:cubicBezTo>
                    <a:pt x="1174" y="2127"/>
                    <a:pt x="1175" y="2102"/>
                    <a:pt x="1214" y="2105"/>
                  </a:cubicBezTo>
                  <a:cubicBezTo>
                    <a:pt x="1254" y="2107"/>
                    <a:pt x="1274" y="2077"/>
                    <a:pt x="1280" y="2045"/>
                  </a:cubicBezTo>
                  <a:cubicBezTo>
                    <a:pt x="1286" y="2014"/>
                    <a:pt x="1261" y="2055"/>
                    <a:pt x="1265" y="2019"/>
                  </a:cubicBezTo>
                  <a:cubicBezTo>
                    <a:pt x="1268" y="1983"/>
                    <a:pt x="1280" y="2027"/>
                    <a:pt x="1308" y="2010"/>
                  </a:cubicBezTo>
                  <a:cubicBezTo>
                    <a:pt x="1336" y="1992"/>
                    <a:pt x="1368" y="1956"/>
                    <a:pt x="1372" y="1944"/>
                  </a:cubicBezTo>
                  <a:cubicBezTo>
                    <a:pt x="1375" y="1931"/>
                    <a:pt x="1414" y="1898"/>
                    <a:pt x="1426" y="1876"/>
                  </a:cubicBezTo>
                  <a:cubicBezTo>
                    <a:pt x="1439" y="1854"/>
                    <a:pt x="1425" y="1831"/>
                    <a:pt x="1446" y="1809"/>
                  </a:cubicBezTo>
                  <a:cubicBezTo>
                    <a:pt x="1466" y="1787"/>
                    <a:pt x="1516" y="1769"/>
                    <a:pt x="1533" y="1770"/>
                  </a:cubicBezTo>
                  <a:cubicBezTo>
                    <a:pt x="1550" y="1771"/>
                    <a:pt x="1584" y="1711"/>
                    <a:pt x="1589" y="1687"/>
                  </a:cubicBezTo>
                  <a:cubicBezTo>
                    <a:pt x="1594" y="1662"/>
                    <a:pt x="1604" y="1612"/>
                    <a:pt x="1621" y="1589"/>
                  </a:cubicBezTo>
                  <a:cubicBezTo>
                    <a:pt x="1638" y="1566"/>
                    <a:pt x="1681" y="1543"/>
                    <a:pt x="1681" y="1496"/>
                  </a:cubicBezTo>
                  <a:cubicBezTo>
                    <a:pt x="1681" y="1449"/>
                    <a:pt x="1671" y="1472"/>
                    <a:pt x="1651" y="1463"/>
                  </a:cubicBezTo>
                  <a:close/>
                  <a:moveTo>
                    <a:pt x="925" y="1098"/>
                  </a:moveTo>
                  <a:cubicBezTo>
                    <a:pt x="923" y="1099"/>
                    <a:pt x="922" y="1101"/>
                    <a:pt x="920" y="1102"/>
                  </a:cubicBezTo>
                  <a:cubicBezTo>
                    <a:pt x="922" y="1101"/>
                    <a:pt x="923" y="1099"/>
                    <a:pt x="925" y="1098"/>
                  </a:cubicBezTo>
                  <a:close/>
                  <a:moveTo>
                    <a:pt x="1301" y="647"/>
                  </a:moveTo>
                  <a:cubicBezTo>
                    <a:pt x="1300" y="646"/>
                    <a:pt x="1299" y="646"/>
                    <a:pt x="1297" y="645"/>
                  </a:cubicBezTo>
                  <a:cubicBezTo>
                    <a:pt x="1299" y="646"/>
                    <a:pt x="1300" y="646"/>
                    <a:pt x="1301" y="647"/>
                  </a:cubicBezTo>
                  <a:close/>
                  <a:moveTo>
                    <a:pt x="581" y="870"/>
                  </a:moveTo>
                  <a:cubicBezTo>
                    <a:pt x="584" y="870"/>
                    <a:pt x="586" y="869"/>
                    <a:pt x="588" y="869"/>
                  </a:cubicBezTo>
                  <a:cubicBezTo>
                    <a:pt x="586" y="869"/>
                    <a:pt x="584" y="870"/>
                    <a:pt x="581" y="870"/>
                  </a:cubicBezTo>
                  <a:close/>
                  <a:moveTo>
                    <a:pt x="917" y="1104"/>
                  </a:moveTo>
                  <a:cubicBezTo>
                    <a:pt x="918" y="1104"/>
                    <a:pt x="919" y="1103"/>
                    <a:pt x="920" y="1102"/>
                  </a:cubicBezTo>
                  <a:cubicBezTo>
                    <a:pt x="919" y="1103"/>
                    <a:pt x="918" y="1104"/>
                    <a:pt x="917" y="110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24"/>
            <p:cNvSpPr/>
            <p:nvPr/>
          </p:nvSpPr>
          <p:spPr>
            <a:xfrm>
              <a:off x="1341438" y="2771776"/>
              <a:ext cx="746125" cy="828675"/>
            </a:xfrm>
            <a:custGeom>
              <a:avLst/>
              <a:gdLst/>
              <a:ahLst/>
              <a:cxnLst/>
              <a:rect l="l" t="t" r="r" b="b"/>
              <a:pathLst>
                <a:path w="745" h="827" extrusionOk="0">
                  <a:moveTo>
                    <a:pt x="623" y="547"/>
                  </a:moveTo>
                  <a:cubicBezTo>
                    <a:pt x="620" y="543"/>
                    <a:pt x="639" y="537"/>
                    <a:pt x="633" y="508"/>
                  </a:cubicBezTo>
                  <a:cubicBezTo>
                    <a:pt x="626" y="479"/>
                    <a:pt x="639" y="464"/>
                    <a:pt x="638" y="461"/>
                  </a:cubicBezTo>
                  <a:cubicBezTo>
                    <a:pt x="637" y="458"/>
                    <a:pt x="626" y="428"/>
                    <a:pt x="640" y="426"/>
                  </a:cubicBezTo>
                  <a:cubicBezTo>
                    <a:pt x="653" y="424"/>
                    <a:pt x="653" y="418"/>
                    <a:pt x="654" y="404"/>
                  </a:cubicBezTo>
                  <a:cubicBezTo>
                    <a:pt x="654" y="391"/>
                    <a:pt x="671" y="395"/>
                    <a:pt x="671" y="386"/>
                  </a:cubicBezTo>
                  <a:cubicBezTo>
                    <a:pt x="670" y="378"/>
                    <a:pt x="658" y="368"/>
                    <a:pt x="664" y="357"/>
                  </a:cubicBezTo>
                  <a:cubicBezTo>
                    <a:pt x="670" y="346"/>
                    <a:pt x="683" y="337"/>
                    <a:pt x="670" y="327"/>
                  </a:cubicBezTo>
                  <a:cubicBezTo>
                    <a:pt x="657" y="316"/>
                    <a:pt x="665" y="318"/>
                    <a:pt x="646" y="305"/>
                  </a:cubicBezTo>
                  <a:cubicBezTo>
                    <a:pt x="627" y="292"/>
                    <a:pt x="672" y="281"/>
                    <a:pt x="678" y="281"/>
                  </a:cubicBezTo>
                  <a:cubicBezTo>
                    <a:pt x="685" y="281"/>
                    <a:pt x="692" y="287"/>
                    <a:pt x="692" y="270"/>
                  </a:cubicBezTo>
                  <a:cubicBezTo>
                    <a:pt x="693" y="253"/>
                    <a:pt x="679" y="270"/>
                    <a:pt x="674" y="244"/>
                  </a:cubicBezTo>
                  <a:cubicBezTo>
                    <a:pt x="673" y="238"/>
                    <a:pt x="671" y="234"/>
                    <a:pt x="669" y="233"/>
                  </a:cubicBezTo>
                  <a:cubicBezTo>
                    <a:pt x="671" y="227"/>
                    <a:pt x="673" y="221"/>
                    <a:pt x="677" y="217"/>
                  </a:cubicBezTo>
                  <a:cubicBezTo>
                    <a:pt x="687" y="208"/>
                    <a:pt x="680" y="198"/>
                    <a:pt x="667" y="199"/>
                  </a:cubicBezTo>
                  <a:cubicBezTo>
                    <a:pt x="664" y="196"/>
                    <a:pt x="663" y="191"/>
                    <a:pt x="664" y="186"/>
                  </a:cubicBezTo>
                  <a:cubicBezTo>
                    <a:pt x="665" y="185"/>
                    <a:pt x="666" y="184"/>
                    <a:pt x="667" y="184"/>
                  </a:cubicBezTo>
                  <a:cubicBezTo>
                    <a:pt x="673" y="181"/>
                    <a:pt x="677" y="173"/>
                    <a:pt x="680" y="164"/>
                  </a:cubicBezTo>
                  <a:cubicBezTo>
                    <a:pt x="691" y="151"/>
                    <a:pt x="712" y="129"/>
                    <a:pt x="721" y="127"/>
                  </a:cubicBezTo>
                  <a:cubicBezTo>
                    <a:pt x="734" y="122"/>
                    <a:pt x="744" y="110"/>
                    <a:pt x="745" y="98"/>
                  </a:cubicBezTo>
                  <a:cubicBezTo>
                    <a:pt x="744" y="82"/>
                    <a:pt x="724" y="81"/>
                    <a:pt x="708" y="79"/>
                  </a:cubicBezTo>
                  <a:cubicBezTo>
                    <a:pt x="683" y="75"/>
                    <a:pt x="672" y="115"/>
                    <a:pt x="649" y="111"/>
                  </a:cubicBezTo>
                  <a:cubicBezTo>
                    <a:pt x="636" y="104"/>
                    <a:pt x="617" y="61"/>
                    <a:pt x="616" y="44"/>
                  </a:cubicBezTo>
                  <a:cubicBezTo>
                    <a:pt x="614" y="34"/>
                    <a:pt x="614" y="21"/>
                    <a:pt x="601" y="20"/>
                  </a:cubicBezTo>
                  <a:cubicBezTo>
                    <a:pt x="580" y="25"/>
                    <a:pt x="562" y="15"/>
                    <a:pt x="543" y="27"/>
                  </a:cubicBezTo>
                  <a:cubicBezTo>
                    <a:pt x="547" y="9"/>
                    <a:pt x="483" y="5"/>
                    <a:pt x="464" y="1"/>
                  </a:cubicBezTo>
                  <a:cubicBezTo>
                    <a:pt x="448" y="0"/>
                    <a:pt x="435" y="6"/>
                    <a:pt x="420" y="7"/>
                  </a:cubicBezTo>
                  <a:cubicBezTo>
                    <a:pt x="379" y="2"/>
                    <a:pt x="359" y="20"/>
                    <a:pt x="323" y="31"/>
                  </a:cubicBezTo>
                  <a:cubicBezTo>
                    <a:pt x="313" y="36"/>
                    <a:pt x="310" y="54"/>
                    <a:pt x="303" y="62"/>
                  </a:cubicBezTo>
                  <a:cubicBezTo>
                    <a:pt x="293" y="33"/>
                    <a:pt x="270" y="38"/>
                    <a:pt x="271" y="67"/>
                  </a:cubicBezTo>
                  <a:cubicBezTo>
                    <a:pt x="272" y="82"/>
                    <a:pt x="267" y="92"/>
                    <a:pt x="250" y="91"/>
                  </a:cubicBezTo>
                  <a:cubicBezTo>
                    <a:pt x="230" y="90"/>
                    <a:pt x="233" y="80"/>
                    <a:pt x="206" y="81"/>
                  </a:cubicBezTo>
                  <a:cubicBezTo>
                    <a:pt x="185" y="83"/>
                    <a:pt x="130" y="84"/>
                    <a:pt x="137" y="114"/>
                  </a:cubicBezTo>
                  <a:cubicBezTo>
                    <a:pt x="138" y="117"/>
                    <a:pt x="131" y="119"/>
                    <a:pt x="129" y="118"/>
                  </a:cubicBezTo>
                  <a:cubicBezTo>
                    <a:pt x="116" y="109"/>
                    <a:pt x="94" y="124"/>
                    <a:pt x="93" y="139"/>
                  </a:cubicBezTo>
                  <a:cubicBezTo>
                    <a:pt x="94" y="144"/>
                    <a:pt x="93" y="154"/>
                    <a:pt x="87" y="155"/>
                  </a:cubicBezTo>
                  <a:cubicBezTo>
                    <a:pt x="54" y="149"/>
                    <a:pt x="67" y="176"/>
                    <a:pt x="46" y="181"/>
                  </a:cubicBezTo>
                  <a:cubicBezTo>
                    <a:pt x="34" y="187"/>
                    <a:pt x="22" y="183"/>
                    <a:pt x="8" y="188"/>
                  </a:cubicBezTo>
                  <a:cubicBezTo>
                    <a:pt x="2" y="189"/>
                    <a:pt x="0" y="201"/>
                    <a:pt x="7" y="205"/>
                  </a:cubicBezTo>
                  <a:cubicBezTo>
                    <a:pt x="14" y="211"/>
                    <a:pt x="19" y="211"/>
                    <a:pt x="25" y="211"/>
                  </a:cubicBezTo>
                  <a:cubicBezTo>
                    <a:pt x="24" y="213"/>
                    <a:pt x="23" y="215"/>
                    <a:pt x="23" y="217"/>
                  </a:cubicBezTo>
                  <a:cubicBezTo>
                    <a:pt x="19" y="247"/>
                    <a:pt x="88" y="262"/>
                    <a:pt x="63" y="263"/>
                  </a:cubicBezTo>
                  <a:cubicBezTo>
                    <a:pt x="38" y="264"/>
                    <a:pt x="34" y="265"/>
                    <a:pt x="31" y="274"/>
                  </a:cubicBezTo>
                  <a:cubicBezTo>
                    <a:pt x="27" y="284"/>
                    <a:pt x="57" y="294"/>
                    <a:pt x="57" y="294"/>
                  </a:cubicBezTo>
                  <a:cubicBezTo>
                    <a:pt x="53" y="314"/>
                    <a:pt x="90" y="326"/>
                    <a:pt x="90" y="326"/>
                  </a:cubicBezTo>
                  <a:cubicBezTo>
                    <a:pt x="95" y="305"/>
                    <a:pt x="135" y="322"/>
                    <a:pt x="165" y="324"/>
                  </a:cubicBezTo>
                  <a:cubicBezTo>
                    <a:pt x="195" y="326"/>
                    <a:pt x="231" y="433"/>
                    <a:pt x="217" y="458"/>
                  </a:cubicBezTo>
                  <a:cubicBezTo>
                    <a:pt x="203" y="484"/>
                    <a:pt x="203" y="486"/>
                    <a:pt x="212" y="499"/>
                  </a:cubicBezTo>
                  <a:cubicBezTo>
                    <a:pt x="221" y="512"/>
                    <a:pt x="230" y="458"/>
                    <a:pt x="236" y="481"/>
                  </a:cubicBezTo>
                  <a:cubicBezTo>
                    <a:pt x="241" y="505"/>
                    <a:pt x="271" y="534"/>
                    <a:pt x="252" y="531"/>
                  </a:cubicBezTo>
                  <a:cubicBezTo>
                    <a:pt x="233" y="528"/>
                    <a:pt x="204" y="508"/>
                    <a:pt x="211" y="521"/>
                  </a:cubicBezTo>
                  <a:cubicBezTo>
                    <a:pt x="218" y="534"/>
                    <a:pt x="241" y="545"/>
                    <a:pt x="254" y="547"/>
                  </a:cubicBezTo>
                  <a:cubicBezTo>
                    <a:pt x="266" y="549"/>
                    <a:pt x="256" y="587"/>
                    <a:pt x="237" y="590"/>
                  </a:cubicBezTo>
                  <a:cubicBezTo>
                    <a:pt x="218" y="593"/>
                    <a:pt x="217" y="604"/>
                    <a:pt x="211" y="641"/>
                  </a:cubicBezTo>
                  <a:cubicBezTo>
                    <a:pt x="205" y="677"/>
                    <a:pt x="250" y="776"/>
                    <a:pt x="255" y="792"/>
                  </a:cubicBezTo>
                  <a:cubicBezTo>
                    <a:pt x="260" y="808"/>
                    <a:pt x="295" y="788"/>
                    <a:pt x="292" y="802"/>
                  </a:cubicBezTo>
                  <a:cubicBezTo>
                    <a:pt x="288" y="817"/>
                    <a:pt x="315" y="823"/>
                    <a:pt x="315" y="823"/>
                  </a:cubicBezTo>
                  <a:cubicBezTo>
                    <a:pt x="315" y="823"/>
                    <a:pt x="336" y="827"/>
                    <a:pt x="343" y="783"/>
                  </a:cubicBezTo>
                  <a:cubicBezTo>
                    <a:pt x="349" y="740"/>
                    <a:pt x="349" y="750"/>
                    <a:pt x="365" y="739"/>
                  </a:cubicBezTo>
                  <a:cubicBezTo>
                    <a:pt x="380" y="728"/>
                    <a:pt x="358" y="711"/>
                    <a:pt x="379" y="695"/>
                  </a:cubicBezTo>
                  <a:cubicBezTo>
                    <a:pt x="400" y="678"/>
                    <a:pt x="427" y="675"/>
                    <a:pt x="446" y="658"/>
                  </a:cubicBezTo>
                  <a:cubicBezTo>
                    <a:pt x="465" y="641"/>
                    <a:pt x="493" y="622"/>
                    <a:pt x="490" y="606"/>
                  </a:cubicBezTo>
                  <a:cubicBezTo>
                    <a:pt x="487" y="590"/>
                    <a:pt x="529" y="612"/>
                    <a:pt x="557" y="593"/>
                  </a:cubicBezTo>
                  <a:cubicBezTo>
                    <a:pt x="584" y="574"/>
                    <a:pt x="626" y="552"/>
                    <a:pt x="623" y="547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24"/>
            <p:cNvSpPr/>
            <p:nvPr/>
          </p:nvSpPr>
          <p:spPr>
            <a:xfrm>
              <a:off x="5035550" y="5357813"/>
              <a:ext cx="120650" cy="219075"/>
            </a:xfrm>
            <a:custGeom>
              <a:avLst/>
              <a:gdLst/>
              <a:ahLst/>
              <a:cxnLst/>
              <a:rect l="l" t="t" r="r" b="b"/>
              <a:pathLst>
                <a:path w="120" h="219" extrusionOk="0">
                  <a:moveTo>
                    <a:pt x="61" y="26"/>
                  </a:moveTo>
                  <a:cubicBezTo>
                    <a:pt x="36" y="0"/>
                    <a:pt x="85" y="83"/>
                    <a:pt x="34" y="118"/>
                  </a:cubicBezTo>
                  <a:cubicBezTo>
                    <a:pt x="34" y="118"/>
                    <a:pt x="0" y="123"/>
                    <a:pt x="2" y="155"/>
                  </a:cubicBezTo>
                  <a:cubicBezTo>
                    <a:pt x="4" y="188"/>
                    <a:pt x="21" y="200"/>
                    <a:pt x="36" y="199"/>
                  </a:cubicBezTo>
                  <a:cubicBezTo>
                    <a:pt x="51" y="197"/>
                    <a:pt x="55" y="219"/>
                    <a:pt x="77" y="188"/>
                  </a:cubicBezTo>
                  <a:cubicBezTo>
                    <a:pt x="99" y="157"/>
                    <a:pt x="67" y="129"/>
                    <a:pt x="85" y="118"/>
                  </a:cubicBezTo>
                  <a:cubicBezTo>
                    <a:pt x="102" y="107"/>
                    <a:pt x="120" y="63"/>
                    <a:pt x="109" y="48"/>
                  </a:cubicBezTo>
                  <a:cubicBezTo>
                    <a:pt x="97" y="33"/>
                    <a:pt x="87" y="52"/>
                    <a:pt x="61" y="2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5" name="Google Shape;1005;p24"/>
          <p:cNvGrpSpPr/>
          <p:nvPr/>
        </p:nvGrpSpPr>
        <p:grpSpPr>
          <a:xfrm>
            <a:off x="-428188" y="869512"/>
            <a:ext cx="9170830" cy="4903083"/>
            <a:chOff x="-428188" y="869512"/>
            <a:chExt cx="9170830" cy="4903083"/>
          </a:xfrm>
        </p:grpSpPr>
        <p:pic>
          <p:nvPicPr>
            <p:cNvPr id="1006" name="Google Shape;1006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28188" y="2080868"/>
              <a:ext cx="1023670" cy="8088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7" name="Google Shape;1007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721713" flipH="1">
              <a:off x="1368176" y="1304805"/>
              <a:ext cx="1249943" cy="808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8" name="Google Shape;1008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877775">
              <a:off x="248096" y="963751"/>
              <a:ext cx="545374" cy="6516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9" name="Google Shape;1009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9058537">
              <a:off x="7323147" y="4313408"/>
              <a:ext cx="1191417" cy="12485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6" r:id="rId11"/>
    <p:sldLayoutId id="2147483669" r:id="rId12"/>
    <p:sldLayoutId id="214748367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0" name="Google Shape;1020;p28"/>
          <p:cNvPicPr preferRelativeResize="0"/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>
            <a:off x="0" y="-5234028"/>
            <a:ext cx="9144003" cy="271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28"/>
          <p:cNvSpPr txBox="1">
            <a:spLocks noGrp="1"/>
          </p:cNvSpPr>
          <p:nvPr>
            <p:ph type="ctrTitle"/>
          </p:nvPr>
        </p:nvSpPr>
        <p:spPr>
          <a:xfrm>
            <a:off x="910300" y="783750"/>
            <a:ext cx="5303700" cy="16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Sales Forecasting and Demand Prediction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23" name="Google Shape;1023;p28"/>
          <p:cNvSpPr/>
          <p:nvPr/>
        </p:nvSpPr>
        <p:spPr>
          <a:xfrm rot="569381">
            <a:off x="4271068" y="5136778"/>
            <a:ext cx="467544" cy="380234"/>
          </a:xfrm>
          <a:custGeom>
            <a:avLst/>
            <a:gdLst/>
            <a:ahLst/>
            <a:cxnLst/>
            <a:rect l="l" t="t" r="r" b="b"/>
            <a:pathLst>
              <a:path w="263" h="213" extrusionOk="0">
                <a:moveTo>
                  <a:pt x="128" y="211"/>
                </a:moveTo>
                <a:cubicBezTo>
                  <a:pt x="125" y="211"/>
                  <a:pt x="122" y="210"/>
                  <a:pt x="119" y="210"/>
                </a:cubicBezTo>
                <a:cubicBezTo>
                  <a:pt x="82" y="203"/>
                  <a:pt x="20" y="190"/>
                  <a:pt x="10" y="130"/>
                </a:cubicBezTo>
                <a:cubicBezTo>
                  <a:pt x="0" y="68"/>
                  <a:pt x="71" y="30"/>
                  <a:pt x="114" y="13"/>
                </a:cubicBezTo>
                <a:cubicBezTo>
                  <a:pt x="114" y="13"/>
                  <a:pt x="114" y="13"/>
                  <a:pt x="114" y="13"/>
                </a:cubicBezTo>
                <a:cubicBezTo>
                  <a:pt x="147" y="0"/>
                  <a:pt x="201" y="25"/>
                  <a:pt x="233" y="57"/>
                </a:cubicBezTo>
                <a:cubicBezTo>
                  <a:pt x="254" y="79"/>
                  <a:pt x="263" y="101"/>
                  <a:pt x="256" y="118"/>
                </a:cubicBezTo>
                <a:cubicBezTo>
                  <a:pt x="238" y="162"/>
                  <a:pt x="169" y="211"/>
                  <a:pt x="128" y="211"/>
                </a:cubicBezTo>
                <a:close/>
                <a:moveTo>
                  <a:pt x="134" y="14"/>
                </a:moveTo>
                <a:cubicBezTo>
                  <a:pt x="127" y="14"/>
                  <a:pt x="121" y="15"/>
                  <a:pt x="116" y="17"/>
                </a:cubicBezTo>
                <a:cubicBezTo>
                  <a:pt x="116" y="17"/>
                  <a:pt x="116" y="17"/>
                  <a:pt x="116" y="17"/>
                </a:cubicBezTo>
                <a:cubicBezTo>
                  <a:pt x="74" y="34"/>
                  <a:pt x="4" y="71"/>
                  <a:pt x="14" y="130"/>
                </a:cubicBezTo>
                <a:cubicBezTo>
                  <a:pt x="23" y="187"/>
                  <a:pt x="84" y="199"/>
                  <a:pt x="120" y="206"/>
                </a:cubicBezTo>
                <a:cubicBezTo>
                  <a:pt x="159" y="213"/>
                  <a:pt x="234" y="163"/>
                  <a:pt x="252" y="117"/>
                </a:cubicBezTo>
                <a:cubicBezTo>
                  <a:pt x="259" y="101"/>
                  <a:pt x="250" y="80"/>
                  <a:pt x="230" y="60"/>
                </a:cubicBezTo>
                <a:cubicBezTo>
                  <a:pt x="205" y="35"/>
                  <a:pt x="165" y="14"/>
                  <a:pt x="134" y="1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4" name="Google Shape;102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142726" y="994430"/>
            <a:ext cx="966074" cy="9139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38;p30">
            <a:extLst>
              <a:ext uri="{FF2B5EF4-FFF2-40B4-BE49-F238E27FC236}">
                <a16:creationId xmlns:a16="http://schemas.microsoft.com/office/drawing/2014/main" id="{12385463-2A61-4F64-8343-9D34B56A1DB1}"/>
              </a:ext>
            </a:extLst>
          </p:cNvPr>
          <p:cNvSpPr txBox="1">
            <a:spLocks/>
          </p:cNvSpPr>
          <p:nvPr/>
        </p:nvSpPr>
        <p:spPr>
          <a:xfrm>
            <a:off x="-832494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Zen Dots"/>
              <a:buNone/>
              <a:defRPr sz="5200" b="1" i="0" u="none" strike="noStrike" cap="none">
                <a:solidFill>
                  <a:srgbClr val="191919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Zen Dots"/>
              <a:buNone/>
              <a:defRPr sz="5200" b="1" i="0" u="none" strike="noStrike" cap="none">
                <a:solidFill>
                  <a:srgbClr val="191919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Zen Dots"/>
              <a:buNone/>
              <a:defRPr sz="5200" b="1" i="0" u="none" strike="noStrike" cap="none">
                <a:solidFill>
                  <a:srgbClr val="191919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Zen Dots"/>
              <a:buNone/>
              <a:defRPr sz="5200" b="1" i="0" u="none" strike="noStrike" cap="none">
                <a:solidFill>
                  <a:srgbClr val="191919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Zen Dots"/>
              <a:buNone/>
              <a:defRPr sz="5200" b="1" i="0" u="none" strike="noStrike" cap="none">
                <a:solidFill>
                  <a:srgbClr val="191919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Zen Dots"/>
              <a:buNone/>
              <a:defRPr sz="5200" b="1" i="0" u="none" strike="noStrike" cap="none">
                <a:solidFill>
                  <a:srgbClr val="191919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Zen Dots"/>
              <a:buNone/>
              <a:defRPr sz="5200" b="1" i="0" u="none" strike="noStrike" cap="none">
                <a:solidFill>
                  <a:srgbClr val="191919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Zen Dots"/>
              <a:buNone/>
              <a:defRPr sz="5200" b="1" i="0" u="none" strike="noStrike" cap="none">
                <a:solidFill>
                  <a:srgbClr val="191919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/>
              <a:t>TABLE OF CONTENTS</a:t>
            </a:r>
          </a:p>
        </p:txBody>
      </p:sp>
      <p:sp>
        <p:nvSpPr>
          <p:cNvPr id="3" name="Google Shape;1039;p30">
            <a:extLst>
              <a:ext uri="{FF2B5EF4-FFF2-40B4-BE49-F238E27FC236}">
                <a16:creationId xmlns:a16="http://schemas.microsoft.com/office/drawing/2014/main" id="{3170204B-9D1B-215E-3ADA-A4DB82CCC4C8}"/>
              </a:ext>
            </a:extLst>
          </p:cNvPr>
          <p:cNvSpPr txBox="1">
            <a:spLocks/>
          </p:cNvSpPr>
          <p:nvPr/>
        </p:nvSpPr>
        <p:spPr>
          <a:xfrm>
            <a:off x="-8324940" y="151705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/>
              <a:t>01</a:t>
            </a:r>
          </a:p>
        </p:txBody>
      </p:sp>
      <p:sp>
        <p:nvSpPr>
          <p:cNvPr id="4" name="Google Shape;1040;p30">
            <a:extLst>
              <a:ext uri="{FF2B5EF4-FFF2-40B4-BE49-F238E27FC236}">
                <a16:creationId xmlns:a16="http://schemas.microsoft.com/office/drawing/2014/main" id="{3FFA8039-A671-45A7-ECBF-4B3BC885E18A}"/>
              </a:ext>
            </a:extLst>
          </p:cNvPr>
          <p:cNvSpPr txBox="1">
            <a:spLocks/>
          </p:cNvSpPr>
          <p:nvPr/>
        </p:nvSpPr>
        <p:spPr>
          <a:xfrm>
            <a:off x="-4599780" y="2881700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/>
              <a:t>04</a:t>
            </a:r>
          </a:p>
        </p:txBody>
      </p:sp>
      <p:sp>
        <p:nvSpPr>
          <p:cNvPr id="5" name="Google Shape;1041;p30">
            <a:extLst>
              <a:ext uri="{FF2B5EF4-FFF2-40B4-BE49-F238E27FC236}">
                <a16:creationId xmlns:a16="http://schemas.microsoft.com/office/drawing/2014/main" id="{09181635-D480-E7D8-3E2B-013CD6825922}"/>
              </a:ext>
            </a:extLst>
          </p:cNvPr>
          <p:cNvSpPr txBox="1">
            <a:spLocks/>
          </p:cNvSpPr>
          <p:nvPr/>
        </p:nvSpPr>
        <p:spPr>
          <a:xfrm>
            <a:off x="-4599755" y="151705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/>
              <a:t>02</a:t>
            </a:r>
          </a:p>
        </p:txBody>
      </p:sp>
      <p:sp>
        <p:nvSpPr>
          <p:cNvPr id="6" name="Google Shape;1043;p30">
            <a:extLst>
              <a:ext uri="{FF2B5EF4-FFF2-40B4-BE49-F238E27FC236}">
                <a16:creationId xmlns:a16="http://schemas.microsoft.com/office/drawing/2014/main" id="{10406CF5-559A-0447-5D4C-792E50820915}"/>
              </a:ext>
            </a:extLst>
          </p:cNvPr>
          <p:cNvSpPr txBox="1">
            <a:spLocks/>
          </p:cNvSpPr>
          <p:nvPr/>
        </p:nvSpPr>
        <p:spPr>
          <a:xfrm>
            <a:off x="-8324940" y="288176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/>
              <a:t>03</a:t>
            </a:r>
          </a:p>
        </p:txBody>
      </p:sp>
      <p:sp>
        <p:nvSpPr>
          <p:cNvPr id="7" name="Google Shape;1045;p30">
            <a:extLst>
              <a:ext uri="{FF2B5EF4-FFF2-40B4-BE49-F238E27FC236}">
                <a16:creationId xmlns:a16="http://schemas.microsoft.com/office/drawing/2014/main" id="{0588B9DB-4E2A-E5D2-16B4-0565B6854A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8324940" y="18724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8" name="Google Shape;1046;p30">
            <a:extLst>
              <a:ext uri="{FF2B5EF4-FFF2-40B4-BE49-F238E27FC236}">
                <a16:creationId xmlns:a16="http://schemas.microsoft.com/office/drawing/2014/main" id="{9264D94F-D54D-2F3F-CDFB-76F62C3DF5A6}"/>
              </a:ext>
            </a:extLst>
          </p:cNvPr>
          <p:cNvSpPr txBox="1">
            <a:spLocks/>
          </p:cNvSpPr>
          <p:nvPr/>
        </p:nvSpPr>
        <p:spPr>
          <a:xfrm>
            <a:off x="-4599756" y="1872450"/>
            <a:ext cx="2617253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DATA &amp; </a:t>
            </a:r>
          </a:p>
          <a:p>
            <a:r>
              <a:rPr lang="en-US"/>
              <a:t>PREPROCESSING</a:t>
            </a:r>
            <a:endParaRPr lang="en-US" dirty="0"/>
          </a:p>
        </p:txBody>
      </p:sp>
      <p:sp>
        <p:nvSpPr>
          <p:cNvPr id="9" name="Google Shape;1047;p30">
            <a:extLst>
              <a:ext uri="{FF2B5EF4-FFF2-40B4-BE49-F238E27FC236}">
                <a16:creationId xmlns:a16="http://schemas.microsoft.com/office/drawing/2014/main" id="{EAC4CB05-27A1-D004-2361-E93765E177A7}"/>
              </a:ext>
            </a:extLst>
          </p:cNvPr>
          <p:cNvSpPr txBox="1">
            <a:spLocks/>
          </p:cNvSpPr>
          <p:nvPr/>
        </p:nvSpPr>
        <p:spPr>
          <a:xfrm>
            <a:off x="-8324940" y="3237159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MODELING</a:t>
            </a:r>
            <a:endParaRPr lang="en-US" dirty="0"/>
          </a:p>
        </p:txBody>
      </p:sp>
      <p:sp>
        <p:nvSpPr>
          <p:cNvPr id="10" name="Google Shape;1048;p30">
            <a:extLst>
              <a:ext uri="{FF2B5EF4-FFF2-40B4-BE49-F238E27FC236}">
                <a16:creationId xmlns:a16="http://schemas.microsoft.com/office/drawing/2014/main" id="{14981505-5D4C-E2D0-D807-1DBEC0C3DF26}"/>
              </a:ext>
            </a:extLst>
          </p:cNvPr>
          <p:cNvSpPr txBox="1">
            <a:spLocks/>
          </p:cNvSpPr>
          <p:nvPr/>
        </p:nvSpPr>
        <p:spPr>
          <a:xfrm>
            <a:off x="-4599780" y="3237159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DEPLOYMENT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039" name="Google Shape;1039;p30"/>
          <p:cNvSpPr txBox="1">
            <a:spLocks noGrp="1"/>
          </p:cNvSpPr>
          <p:nvPr>
            <p:ph type="title" idx="2"/>
          </p:nvPr>
        </p:nvSpPr>
        <p:spPr>
          <a:xfrm>
            <a:off x="720000" y="151705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40" name="Google Shape;1040;p30"/>
          <p:cNvSpPr txBox="1">
            <a:spLocks noGrp="1"/>
          </p:cNvSpPr>
          <p:nvPr>
            <p:ph type="title" idx="3"/>
          </p:nvPr>
        </p:nvSpPr>
        <p:spPr>
          <a:xfrm>
            <a:off x="4445160" y="2881700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41" name="Google Shape;1041;p30"/>
          <p:cNvSpPr txBox="1">
            <a:spLocks noGrp="1"/>
          </p:cNvSpPr>
          <p:nvPr>
            <p:ph type="title" idx="4"/>
          </p:nvPr>
        </p:nvSpPr>
        <p:spPr>
          <a:xfrm>
            <a:off x="4445185" y="151705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43" name="Google Shape;1043;p30"/>
          <p:cNvSpPr txBox="1">
            <a:spLocks noGrp="1"/>
          </p:cNvSpPr>
          <p:nvPr>
            <p:ph type="title" idx="6"/>
          </p:nvPr>
        </p:nvSpPr>
        <p:spPr>
          <a:xfrm>
            <a:off x="720000" y="288176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45" name="Google Shape;1045;p30"/>
          <p:cNvSpPr txBox="1">
            <a:spLocks noGrp="1"/>
          </p:cNvSpPr>
          <p:nvPr>
            <p:ph type="subTitle" idx="1"/>
          </p:nvPr>
        </p:nvSpPr>
        <p:spPr>
          <a:xfrm>
            <a:off x="720000" y="18724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046" name="Google Shape;1046;p30"/>
          <p:cNvSpPr txBox="1">
            <a:spLocks noGrp="1"/>
          </p:cNvSpPr>
          <p:nvPr>
            <p:ph type="subTitle" idx="8"/>
          </p:nvPr>
        </p:nvSpPr>
        <p:spPr>
          <a:xfrm>
            <a:off x="4445184" y="1872450"/>
            <a:ext cx="2617253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DATA &amp; </a:t>
            </a:r>
          </a:p>
          <a:p>
            <a:r>
              <a:rPr lang="en-US" dirty="0"/>
              <a:t>PREPROCESSING</a:t>
            </a:r>
          </a:p>
        </p:txBody>
      </p:sp>
      <p:sp>
        <p:nvSpPr>
          <p:cNvPr id="1047" name="Google Shape;1047;p30"/>
          <p:cNvSpPr txBox="1">
            <a:spLocks noGrp="1"/>
          </p:cNvSpPr>
          <p:nvPr>
            <p:ph type="subTitle" idx="9"/>
          </p:nvPr>
        </p:nvSpPr>
        <p:spPr>
          <a:xfrm>
            <a:off x="720000" y="3237159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MODELING</a:t>
            </a:r>
          </a:p>
        </p:txBody>
      </p:sp>
      <p:sp>
        <p:nvSpPr>
          <p:cNvPr id="1048" name="Google Shape;1048;p30"/>
          <p:cNvSpPr txBox="1">
            <a:spLocks noGrp="1"/>
          </p:cNvSpPr>
          <p:nvPr>
            <p:ph type="subTitle" idx="13"/>
          </p:nvPr>
        </p:nvSpPr>
        <p:spPr>
          <a:xfrm>
            <a:off x="4445160" y="3237159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DEPLOYMENT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32"/>
          <p:cNvSpPr txBox="1">
            <a:spLocks noGrp="1"/>
          </p:cNvSpPr>
          <p:nvPr>
            <p:ph type="title"/>
          </p:nvPr>
        </p:nvSpPr>
        <p:spPr>
          <a:xfrm>
            <a:off x="4375350" y="3912550"/>
            <a:ext cx="4055400" cy="6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063" name="Google Shape;1063;p32"/>
          <p:cNvSpPr txBox="1">
            <a:spLocks noGrp="1"/>
          </p:cNvSpPr>
          <p:nvPr>
            <p:ph type="title" idx="2"/>
          </p:nvPr>
        </p:nvSpPr>
        <p:spPr>
          <a:xfrm>
            <a:off x="4375350" y="3401338"/>
            <a:ext cx="123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1064" name="Google Shape;1064;p32"/>
          <p:cNvPicPr preferRelativeResize="0"/>
          <p:nvPr/>
        </p:nvPicPr>
        <p:blipFill rotWithShape="1">
          <a:blip r:embed="rId3">
            <a:alphaModFix/>
          </a:blip>
          <a:srcRect r="1312"/>
          <a:stretch/>
        </p:blipFill>
        <p:spPr>
          <a:xfrm rot="-10560473">
            <a:off x="-85736" y="5195784"/>
            <a:ext cx="644576" cy="61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373675">
            <a:off x="7625483" y="803563"/>
            <a:ext cx="545374" cy="6516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6" name="Google Shape;1066;p32"/>
          <p:cNvGrpSpPr/>
          <p:nvPr/>
        </p:nvGrpSpPr>
        <p:grpSpPr>
          <a:xfrm>
            <a:off x="4556198" y="-1018172"/>
            <a:ext cx="3395677" cy="3233223"/>
            <a:chOff x="4556198" y="-1018172"/>
            <a:chExt cx="3395677" cy="3233223"/>
          </a:xfrm>
        </p:grpSpPr>
        <p:pic>
          <p:nvPicPr>
            <p:cNvPr id="1067" name="Google Shape;1067;p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129173">
              <a:off x="5458994" y="-99937"/>
              <a:ext cx="1590107" cy="1667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8" name="Google Shape;1068;p32"/>
            <p:cNvSpPr/>
            <p:nvPr/>
          </p:nvSpPr>
          <p:spPr>
            <a:xfrm rot="-9925725">
              <a:off x="4838304" y="-703885"/>
              <a:ext cx="2831465" cy="2604649"/>
            </a:xfrm>
            <a:custGeom>
              <a:avLst/>
              <a:gdLst/>
              <a:ahLst/>
              <a:cxnLst/>
              <a:rect l="l" t="t" r="r" b="b"/>
              <a:pathLst>
                <a:path w="1189" h="1091" extrusionOk="0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9" name="Google Shape;1069;p32"/>
          <p:cNvGrpSpPr/>
          <p:nvPr/>
        </p:nvGrpSpPr>
        <p:grpSpPr>
          <a:xfrm>
            <a:off x="-2572252" y="1415830"/>
            <a:ext cx="5267187" cy="5353036"/>
            <a:chOff x="-2572252" y="1415830"/>
            <a:chExt cx="5267187" cy="5353036"/>
          </a:xfrm>
        </p:grpSpPr>
        <p:sp>
          <p:nvSpPr>
            <p:cNvPr id="1070" name="Google Shape;1070;p32"/>
            <p:cNvSpPr/>
            <p:nvPr/>
          </p:nvSpPr>
          <p:spPr>
            <a:xfrm rot="-7084128">
              <a:off x="-1953241" y="2181988"/>
              <a:ext cx="4029165" cy="3820719"/>
            </a:xfrm>
            <a:custGeom>
              <a:avLst/>
              <a:gdLst/>
              <a:ahLst/>
              <a:cxnLst/>
              <a:rect l="l" t="t" r="r" b="b"/>
              <a:pathLst>
                <a:path w="2514" h="2383" extrusionOk="0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32"/>
            <p:cNvSpPr/>
            <p:nvPr/>
          </p:nvSpPr>
          <p:spPr>
            <a:xfrm rot="-7084128">
              <a:off x="-1819489" y="2494589"/>
              <a:ext cx="3678359" cy="3314843"/>
            </a:xfrm>
            <a:custGeom>
              <a:avLst/>
              <a:gdLst/>
              <a:ahLst/>
              <a:cxnLst/>
              <a:rect l="l" t="t" r="r" b="b"/>
              <a:pathLst>
                <a:path w="2295" h="2067" extrusionOk="0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Google Shape;1079;p33">
            <a:extLst>
              <a:ext uri="{FF2B5EF4-FFF2-40B4-BE49-F238E27FC236}">
                <a16:creationId xmlns:a16="http://schemas.microsoft.com/office/drawing/2014/main" id="{71A608F4-6F01-A9F8-33DA-84FF621288F8}"/>
              </a:ext>
            </a:extLst>
          </p:cNvPr>
          <p:cNvSpPr txBox="1">
            <a:spLocks/>
          </p:cNvSpPr>
          <p:nvPr/>
        </p:nvSpPr>
        <p:spPr>
          <a:xfrm>
            <a:off x="1978991" y="5697263"/>
            <a:ext cx="6341618" cy="281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Zen Dots"/>
              <a:buNone/>
              <a:defRPr sz="2700" b="1" i="0" u="none" strike="noStrike" cap="none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Zen Dots"/>
              <a:buNone/>
              <a:defRPr sz="6000" b="1" i="0" u="none" strike="noStrike" cap="none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Zen Dots"/>
              <a:buNone/>
              <a:defRPr sz="6000" b="1" i="0" u="none" strike="noStrike" cap="none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Zen Dots"/>
              <a:buNone/>
              <a:defRPr sz="6000" b="1" i="0" u="none" strike="noStrike" cap="none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Zen Dots"/>
              <a:buNone/>
              <a:defRPr sz="6000" b="1" i="0" u="none" strike="noStrike" cap="none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Zen Dots"/>
              <a:buNone/>
              <a:defRPr sz="6000" b="1" i="0" u="none" strike="noStrike" cap="none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Zen Dots"/>
              <a:buNone/>
              <a:defRPr sz="6000" b="1" i="0" u="none" strike="noStrike" cap="none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Zen Dots"/>
              <a:buNone/>
              <a:defRPr sz="6000" b="1" i="0" u="none" strike="noStrike" cap="none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Zen Dots"/>
              <a:buNone/>
              <a:defRPr sz="6000" b="1" i="0" u="none" strike="noStrike" cap="none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Retail giants like Walmart lose millions due to inefficient inventory management.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Stockouts: Customers leave empty-handed → lost revenue.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Overstock: Excess inventory occupies space → increased holding costs.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Challenge: Predicting sales spikes during major holidays (Super Bowl, Thanksgiving, Christmas) is difficult.</a:t>
            </a:r>
          </a:p>
        </p:txBody>
      </p:sp>
      <p:sp>
        <p:nvSpPr>
          <p:cNvPr id="4" name="Subtitle 6">
            <a:extLst>
              <a:ext uri="{FF2B5EF4-FFF2-40B4-BE49-F238E27FC236}">
                <a16:creationId xmlns:a16="http://schemas.microsoft.com/office/drawing/2014/main" id="{90CC4C1A-6FCD-D37A-81F8-9DA97613F66D}"/>
              </a:ext>
            </a:extLst>
          </p:cNvPr>
          <p:cNvSpPr txBox="1">
            <a:spLocks/>
          </p:cNvSpPr>
          <p:nvPr/>
        </p:nvSpPr>
        <p:spPr>
          <a:xfrm>
            <a:off x="386702" y="-1197351"/>
            <a:ext cx="3800762" cy="69242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/>
              <a:t>The Problem: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5">
          <a:extLst>
            <a:ext uri="{FF2B5EF4-FFF2-40B4-BE49-F238E27FC236}">
              <a16:creationId xmlns:a16="http://schemas.microsoft.com/office/drawing/2014/main" id="{6471F57D-4067-DA68-DC1F-8B4D9F74F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33">
            <a:extLst>
              <a:ext uri="{FF2B5EF4-FFF2-40B4-BE49-F238E27FC236}">
                <a16:creationId xmlns:a16="http://schemas.microsoft.com/office/drawing/2014/main" id="{BE108B58-3A0F-FFBC-F8B8-A6C98435E31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38868" y="1234067"/>
            <a:ext cx="6341618" cy="28101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Retail giants like Walmart lose millions due to inefficient inventory management.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Stockouts: Customers leave empty-handed → lost revenue.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Overstock: Excess inventory occupies space → increased holding costs.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Challenge: Predicting sales spikes during major holidays (Super Bowl, Thanksgiving, Christmas) is difficult.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C0F9D6B-1FE6-5EE8-B4D2-51631936AB0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557598" y="541638"/>
            <a:ext cx="3800762" cy="692429"/>
          </a:xfrm>
        </p:spPr>
        <p:txBody>
          <a:bodyPr/>
          <a:lstStyle/>
          <a:p>
            <a:r>
              <a:rPr lang="en-US" sz="2400" dirty="0"/>
              <a:t>The Problem:</a:t>
            </a:r>
          </a:p>
        </p:txBody>
      </p:sp>
      <p:sp>
        <p:nvSpPr>
          <p:cNvPr id="2" name="Google Shape;1079;p33">
            <a:extLst>
              <a:ext uri="{FF2B5EF4-FFF2-40B4-BE49-F238E27FC236}">
                <a16:creationId xmlns:a16="http://schemas.microsoft.com/office/drawing/2014/main" id="{FD68DCDC-1B45-9713-4264-AA9C085AEA5C}"/>
              </a:ext>
            </a:extLst>
          </p:cNvPr>
          <p:cNvSpPr txBox="1">
            <a:spLocks/>
          </p:cNvSpPr>
          <p:nvPr/>
        </p:nvSpPr>
        <p:spPr>
          <a:xfrm>
            <a:off x="-5784020" y="6617574"/>
            <a:ext cx="6341618" cy="14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Developed a Machine Learning model that accurately forecasts weekly sales for 45 stores.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Accounts for seasonality, holidays, and economic factors (Fuel Price, CPI, Unemployment).</a:t>
            </a:r>
          </a:p>
        </p:txBody>
      </p:sp>
      <p:sp>
        <p:nvSpPr>
          <p:cNvPr id="3" name="Subtitle 6">
            <a:extLst>
              <a:ext uri="{FF2B5EF4-FFF2-40B4-BE49-F238E27FC236}">
                <a16:creationId xmlns:a16="http://schemas.microsoft.com/office/drawing/2014/main" id="{48386949-E674-6E4D-8162-864E5604BBF9}"/>
              </a:ext>
            </a:extLst>
          </p:cNvPr>
          <p:cNvSpPr txBox="1">
            <a:spLocks/>
          </p:cNvSpPr>
          <p:nvPr/>
        </p:nvSpPr>
        <p:spPr>
          <a:xfrm>
            <a:off x="9288106" y="4682080"/>
            <a:ext cx="3800762" cy="692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15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sz="2400" dirty="0"/>
              <a:t>Our Solution</a:t>
            </a:r>
          </a:p>
        </p:txBody>
      </p:sp>
      <p:sp>
        <p:nvSpPr>
          <p:cNvPr id="4" name="Google Shape;1079;p33">
            <a:extLst>
              <a:ext uri="{FF2B5EF4-FFF2-40B4-BE49-F238E27FC236}">
                <a16:creationId xmlns:a16="http://schemas.microsoft.com/office/drawing/2014/main" id="{5D389201-DC97-4833-EAF4-7A5D83569EDD}"/>
              </a:ext>
            </a:extLst>
          </p:cNvPr>
          <p:cNvSpPr txBox="1">
            <a:spLocks/>
          </p:cNvSpPr>
          <p:nvPr/>
        </p:nvSpPr>
        <p:spPr>
          <a:xfrm>
            <a:off x="1401191" y="5897449"/>
            <a:ext cx="6341618" cy="14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Provides a data-driven tool to optimize stock levels.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Helps maximize profits and reduce losses from mismanaged inventory.</a:t>
            </a:r>
          </a:p>
        </p:txBody>
      </p:sp>
      <p:sp>
        <p:nvSpPr>
          <p:cNvPr id="5" name="Subtitle 6">
            <a:extLst>
              <a:ext uri="{FF2B5EF4-FFF2-40B4-BE49-F238E27FC236}">
                <a16:creationId xmlns:a16="http://schemas.microsoft.com/office/drawing/2014/main" id="{3490595B-BAB8-ED0A-B7B1-68D9DA19EBE3}"/>
              </a:ext>
            </a:extLst>
          </p:cNvPr>
          <p:cNvSpPr txBox="1">
            <a:spLocks/>
          </p:cNvSpPr>
          <p:nvPr/>
        </p:nvSpPr>
        <p:spPr>
          <a:xfrm>
            <a:off x="-3303900" y="1574383"/>
            <a:ext cx="2185602" cy="692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15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sz="2400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660298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5">
          <a:extLst>
            <a:ext uri="{FF2B5EF4-FFF2-40B4-BE49-F238E27FC236}">
              <a16:creationId xmlns:a16="http://schemas.microsoft.com/office/drawing/2014/main" id="{2032BB90-909F-FFDC-18A1-1555A2FC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33">
            <a:extLst>
              <a:ext uri="{FF2B5EF4-FFF2-40B4-BE49-F238E27FC236}">
                <a16:creationId xmlns:a16="http://schemas.microsoft.com/office/drawing/2014/main" id="{002EB6C6-1651-DEE2-EB85-7A84DB30154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37277" y="1219198"/>
            <a:ext cx="6341618" cy="14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Developed a Machine Learning model that accurately forecasts weekly sales for 45 stores.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Accounts for seasonality, holidays, and economic factors (Fuel Price, CPI, Unemployment).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7CA6A8D-EB49-3661-3720-8BF16019876D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76541" y="526769"/>
            <a:ext cx="3800762" cy="692429"/>
          </a:xfrm>
        </p:spPr>
        <p:txBody>
          <a:bodyPr/>
          <a:lstStyle/>
          <a:p>
            <a:r>
              <a:rPr lang="en-US" sz="2400" dirty="0"/>
              <a:t>Our Solution</a:t>
            </a:r>
          </a:p>
        </p:txBody>
      </p:sp>
      <p:sp>
        <p:nvSpPr>
          <p:cNvPr id="3" name="Google Shape;1079;p33">
            <a:extLst>
              <a:ext uri="{FF2B5EF4-FFF2-40B4-BE49-F238E27FC236}">
                <a16:creationId xmlns:a16="http://schemas.microsoft.com/office/drawing/2014/main" id="{8C9B4716-F311-46B4-9D92-3913B30BC5F5}"/>
              </a:ext>
            </a:extLst>
          </p:cNvPr>
          <p:cNvSpPr txBox="1">
            <a:spLocks/>
          </p:cNvSpPr>
          <p:nvPr/>
        </p:nvSpPr>
        <p:spPr>
          <a:xfrm>
            <a:off x="1063117" y="3131100"/>
            <a:ext cx="6341618" cy="14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Provides a data-driven tool to optimize stock levels.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Helps maximize profits and reduce losses from mismanaged inventory.</a:t>
            </a:r>
          </a:p>
        </p:txBody>
      </p:sp>
      <p:sp>
        <p:nvSpPr>
          <p:cNvPr id="5" name="Subtitle 6">
            <a:extLst>
              <a:ext uri="{FF2B5EF4-FFF2-40B4-BE49-F238E27FC236}">
                <a16:creationId xmlns:a16="http://schemas.microsoft.com/office/drawing/2014/main" id="{AE7F2DB4-1F94-A3CC-B44D-756C358D94D9}"/>
              </a:ext>
            </a:extLst>
          </p:cNvPr>
          <p:cNvSpPr txBox="1">
            <a:spLocks/>
          </p:cNvSpPr>
          <p:nvPr/>
        </p:nvSpPr>
        <p:spPr>
          <a:xfrm>
            <a:off x="793538" y="2438671"/>
            <a:ext cx="2185602" cy="692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15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en Dots"/>
              <a:buNone/>
              <a:defRPr sz="24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sz="2400" dirty="0"/>
              <a:t>Impact</a:t>
            </a:r>
          </a:p>
        </p:txBody>
      </p:sp>
      <p:sp>
        <p:nvSpPr>
          <p:cNvPr id="2" name="Google Shape;1062;p32">
            <a:extLst>
              <a:ext uri="{FF2B5EF4-FFF2-40B4-BE49-F238E27FC236}">
                <a16:creationId xmlns:a16="http://schemas.microsoft.com/office/drawing/2014/main" id="{1FED1E9D-D992-D684-9913-0A9171F77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5350" y="9422103"/>
            <a:ext cx="5385870" cy="6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&amp; PREPROCESSING</a:t>
            </a:r>
            <a:endParaRPr dirty="0"/>
          </a:p>
        </p:txBody>
      </p:sp>
      <p:sp>
        <p:nvSpPr>
          <p:cNvPr id="4" name="Google Shape;1063;p32">
            <a:extLst>
              <a:ext uri="{FF2B5EF4-FFF2-40B4-BE49-F238E27FC236}">
                <a16:creationId xmlns:a16="http://schemas.microsoft.com/office/drawing/2014/main" id="{3F340B41-80BD-274B-6C25-EA3198C9AE89}"/>
              </a:ext>
            </a:extLst>
          </p:cNvPr>
          <p:cNvSpPr txBox="1">
            <a:spLocks/>
          </p:cNvSpPr>
          <p:nvPr/>
        </p:nvSpPr>
        <p:spPr>
          <a:xfrm>
            <a:off x="4375350" y="8910891"/>
            <a:ext cx="12357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"/>
              <a:t>02</a:t>
            </a:r>
            <a:endParaRPr lang="en" dirty="0"/>
          </a:p>
        </p:txBody>
      </p:sp>
      <p:pic>
        <p:nvPicPr>
          <p:cNvPr id="6" name="Google Shape;1064;p32">
            <a:extLst>
              <a:ext uri="{FF2B5EF4-FFF2-40B4-BE49-F238E27FC236}">
                <a16:creationId xmlns:a16="http://schemas.microsoft.com/office/drawing/2014/main" id="{6F55A60A-6CDB-3D62-F002-D3084D66E2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312"/>
          <a:stretch/>
        </p:blipFill>
        <p:spPr>
          <a:xfrm rot="11039527">
            <a:off x="-85736" y="10705337"/>
            <a:ext cx="644576" cy="61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65;p32">
            <a:extLst>
              <a:ext uri="{FF2B5EF4-FFF2-40B4-BE49-F238E27FC236}">
                <a16:creationId xmlns:a16="http://schemas.microsoft.com/office/drawing/2014/main" id="{E2D68548-7DA9-44BD-080F-3E0537AF710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373675">
            <a:off x="7625483" y="6313116"/>
            <a:ext cx="545374" cy="65167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62;p32">
            <a:extLst>
              <a:ext uri="{FF2B5EF4-FFF2-40B4-BE49-F238E27FC236}">
                <a16:creationId xmlns:a16="http://schemas.microsoft.com/office/drawing/2014/main" id="{789D2BAE-DB2A-2E74-0B82-C0C45E790D84}"/>
              </a:ext>
            </a:extLst>
          </p:cNvPr>
          <p:cNvSpPr txBox="1">
            <a:spLocks/>
          </p:cNvSpPr>
          <p:nvPr/>
        </p:nvSpPr>
        <p:spPr>
          <a:xfrm>
            <a:off x="410200" y="6036715"/>
            <a:ext cx="4969800" cy="198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29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By :</a:t>
            </a:r>
            <a:br>
              <a:rPr lang="en-US" dirty="0"/>
            </a:br>
            <a:r>
              <a:rPr lang="en-US" dirty="0"/>
              <a:t>Ahmed Abdelkader</a:t>
            </a:r>
            <a:br>
              <a:rPr lang="en-US" dirty="0"/>
            </a:br>
            <a:r>
              <a:rPr lang="en-US" dirty="0"/>
              <a:t>Nasser Hossam</a:t>
            </a:r>
          </a:p>
        </p:txBody>
      </p:sp>
    </p:spTree>
    <p:extLst>
      <p:ext uri="{BB962C8B-B14F-4D97-AF65-F5344CB8AC3E}">
        <p14:creationId xmlns:p14="http://schemas.microsoft.com/office/powerpoint/2010/main" val="2837577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1">
          <a:extLst>
            <a:ext uri="{FF2B5EF4-FFF2-40B4-BE49-F238E27FC236}">
              <a16:creationId xmlns:a16="http://schemas.microsoft.com/office/drawing/2014/main" id="{2C35024B-B167-A8B6-ADC7-250CBD704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32">
            <a:extLst>
              <a:ext uri="{FF2B5EF4-FFF2-40B4-BE49-F238E27FC236}">
                <a16:creationId xmlns:a16="http://schemas.microsoft.com/office/drawing/2014/main" id="{782A5B75-6B53-7DE4-61E9-F4A7EC627F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5350" y="3912550"/>
            <a:ext cx="5385870" cy="6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&amp; PREPROCESSING</a:t>
            </a:r>
            <a:endParaRPr dirty="0"/>
          </a:p>
        </p:txBody>
      </p:sp>
      <p:sp>
        <p:nvSpPr>
          <p:cNvPr id="1063" name="Google Shape;1063;p32">
            <a:extLst>
              <a:ext uri="{FF2B5EF4-FFF2-40B4-BE49-F238E27FC236}">
                <a16:creationId xmlns:a16="http://schemas.microsoft.com/office/drawing/2014/main" id="{D7FE6096-57D4-D494-1B06-D2762FBC730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375350" y="3401338"/>
            <a:ext cx="123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1064" name="Google Shape;1064;p32">
            <a:extLst>
              <a:ext uri="{FF2B5EF4-FFF2-40B4-BE49-F238E27FC236}">
                <a16:creationId xmlns:a16="http://schemas.microsoft.com/office/drawing/2014/main" id="{7D9060AD-62AC-2734-D084-467505199B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312"/>
          <a:stretch/>
        </p:blipFill>
        <p:spPr>
          <a:xfrm rot="-10560473">
            <a:off x="-85736" y="5195784"/>
            <a:ext cx="644576" cy="61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32">
            <a:extLst>
              <a:ext uri="{FF2B5EF4-FFF2-40B4-BE49-F238E27FC236}">
                <a16:creationId xmlns:a16="http://schemas.microsoft.com/office/drawing/2014/main" id="{289AC3EE-2859-A334-0DD3-230A4F493EC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373675">
            <a:off x="7625483" y="803563"/>
            <a:ext cx="545374" cy="6516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6" name="Google Shape;1066;p32">
            <a:extLst>
              <a:ext uri="{FF2B5EF4-FFF2-40B4-BE49-F238E27FC236}">
                <a16:creationId xmlns:a16="http://schemas.microsoft.com/office/drawing/2014/main" id="{A6E8CC0B-0942-0BD8-3BCE-1C5E33F11541}"/>
              </a:ext>
            </a:extLst>
          </p:cNvPr>
          <p:cNvGrpSpPr/>
          <p:nvPr/>
        </p:nvGrpSpPr>
        <p:grpSpPr>
          <a:xfrm>
            <a:off x="4556198" y="-1018172"/>
            <a:ext cx="3395677" cy="3233223"/>
            <a:chOff x="4556198" y="-1018172"/>
            <a:chExt cx="3395677" cy="3233223"/>
          </a:xfrm>
        </p:grpSpPr>
        <p:pic>
          <p:nvPicPr>
            <p:cNvPr id="1067" name="Google Shape;1067;p32">
              <a:extLst>
                <a:ext uri="{FF2B5EF4-FFF2-40B4-BE49-F238E27FC236}">
                  <a16:creationId xmlns:a16="http://schemas.microsoft.com/office/drawing/2014/main" id="{8E919EF2-A35C-AFDF-00B4-C1C1D137FFAA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129173">
              <a:off x="5458994" y="-99937"/>
              <a:ext cx="1590107" cy="1667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8" name="Google Shape;1068;p32">
              <a:extLst>
                <a:ext uri="{FF2B5EF4-FFF2-40B4-BE49-F238E27FC236}">
                  <a16:creationId xmlns:a16="http://schemas.microsoft.com/office/drawing/2014/main" id="{0CBBC658-3E54-F9A6-B076-7F7E86933AF8}"/>
                </a:ext>
              </a:extLst>
            </p:cNvPr>
            <p:cNvSpPr/>
            <p:nvPr/>
          </p:nvSpPr>
          <p:spPr>
            <a:xfrm rot="-9925725">
              <a:off x="4838304" y="-703885"/>
              <a:ext cx="2831465" cy="2604649"/>
            </a:xfrm>
            <a:custGeom>
              <a:avLst/>
              <a:gdLst/>
              <a:ahLst/>
              <a:cxnLst/>
              <a:rect l="l" t="t" r="r" b="b"/>
              <a:pathLst>
                <a:path w="1189" h="1091" extrusionOk="0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9" name="Google Shape;1069;p32">
            <a:extLst>
              <a:ext uri="{FF2B5EF4-FFF2-40B4-BE49-F238E27FC236}">
                <a16:creationId xmlns:a16="http://schemas.microsoft.com/office/drawing/2014/main" id="{0CF717CE-EE5D-E809-4539-8E8876718246}"/>
              </a:ext>
            </a:extLst>
          </p:cNvPr>
          <p:cNvGrpSpPr/>
          <p:nvPr/>
        </p:nvGrpSpPr>
        <p:grpSpPr>
          <a:xfrm>
            <a:off x="-2572252" y="1415830"/>
            <a:ext cx="5267187" cy="5353036"/>
            <a:chOff x="-2572252" y="1415830"/>
            <a:chExt cx="5267187" cy="5353036"/>
          </a:xfrm>
        </p:grpSpPr>
        <p:sp>
          <p:nvSpPr>
            <p:cNvPr id="1070" name="Google Shape;1070;p32">
              <a:extLst>
                <a:ext uri="{FF2B5EF4-FFF2-40B4-BE49-F238E27FC236}">
                  <a16:creationId xmlns:a16="http://schemas.microsoft.com/office/drawing/2014/main" id="{EF85E289-A822-2D04-7CC1-79C780416B59}"/>
                </a:ext>
              </a:extLst>
            </p:cNvPr>
            <p:cNvSpPr/>
            <p:nvPr/>
          </p:nvSpPr>
          <p:spPr>
            <a:xfrm rot="-7084128">
              <a:off x="-1953241" y="2181988"/>
              <a:ext cx="4029165" cy="3820719"/>
            </a:xfrm>
            <a:custGeom>
              <a:avLst/>
              <a:gdLst/>
              <a:ahLst/>
              <a:cxnLst/>
              <a:rect l="l" t="t" r="r" b="b"/>
              <a:pathLst>
                <a:path w="2514" h="2383" extrusionOk="0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32">
              <a:extLst>
                <a:ext uri="{FF2B5EF4-FFF2-40B4-BE49-F238E27FC236}">
                  <a16:creationId xmlns:a16="http://schemas.microsoft.com/office/drawing/2014/main" id="{B44D3AC2-B5EB-466F-AAD1-D189E572307F}"/>
                </a:ext>
              </a:extLst>
            </p:cNvPr>
            <p:cNvSpPr/>
            <p:nvPr/>
          </p:nvSpPr>
          <p:spPr>
            <a:xfrm rot="-7084128">
              <a:off x="-1819489" y="2494589"/>
              <a:ext cx="3678359" cy="3314843"/>
            </a:xfrm>
            <a:custGeom>
              <a:avLst/>
              <a:gdLst/>
              <a:ahLst/>
              <a:cxnLst/>
              <a:rect l="l" t="t" r="r" b="b"/>
              <a:pathLst>
                <a:path w="2295" h="2067" extrusionOk="0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1062;p32">
            <a:extLst>
              <a:ext uri="{FF2B5EF4-FFF2-40B4-BE49-F238E27FC236}">
                <a16:creationId xmlns:a16="http://schemas.microsoft.com/office/drawing/2014/main" id="{A9A9CA70-071A-A01D-752E-80FC85B6DE93}"/>
              </a:ext>
            </a:extLst>
          </p:cNvPr>
          <p:cNvSpPr txBox="1">
            <a:spLocks/>
          </p:cNvSpPr>
          <p:nvPr/>
        </p:nvSpPr>
        <p:spPr>
          <a:xfrm>
            <a:off x="410200" y="527162"/>
            <a:ext cx="4969800" cy="198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29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By :</a:t>
            </a:r>
            <a:br>
              <a:rPr lang="en-US" dirty="0"/>
            </a:br>
            <a:r>
              <a:rPr lang="en-US" dirty="0"/>
              <a:t>Ahmed Abdelkader</a:t>
            </a:r>
            <a:br>
              <a:rPr lang="en-US" dirty="0"/>
            </a:br>
            <a:r>
              <a:rPr lang="en-US" dirty="0"/>
              <a:t>Nasser Hossam</a:t>
            </a:r>
          </a:p>
        </p:txBody>
      </p:sp>
      <p:sp>
        <p:nvSpPr>
          <p:cNvPr id="3" name="Google Shape;1055;p31">
            <a:extLst>
              <a:ext uri="{FF2B5EF4-FFF2-40B4-BE49-F238E27FC236}">
                <a16:creationId xmlns:a16="http://schemas.microsoft.com/office/drawing/2014/main" id="{58BE0A39-2446-EDFE-C1C6-ED1C4094403F}"/>
              </a:ext>
            </a:extLst>
          </p:cNvPr>
          <p:cNvSpPr txBox="1">
            <a:spLocks/>
          </p:cNvSpPr>
          <p:nvPr/>
        </p:nvSpPr>
        <p:spPr>
          <a:xfrm>
            <a:off x="616145" y="-712008"/>
            <a:ext cx="459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29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/>
              <a:t>Data Overview</a:t>
            </a:r>
            <a:endParaRPr lang="en-US" dirty="0"/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0DFAE1CF-FA4D-5EF0-AD87-4ECC33BC7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537906" y="179225"/>
            <a:ext cx="64314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Examined the structure, size, and types of variables to understand the data landscape.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Identified key fields needed for forecasting such as sales, dates, store attributes, and economic indicators.</a:t>
            </a:r>
          </a:p>
        </p:txBody>
      </p:sp>
      <p:sp>
        <p:nvSpPr>
          <p:cNvPr id="5" name="Google Shape;1055;p31">
            <a:extLst>
              <a:ext uri="{FF2B5EF4-FFF2-40B4-BE49-F238E27FC236}">
                <a16:creationId xmlns:a16="http://schemas.microsoft.com/office/drawing/2014/main" id="{730765BC-142B-40F9-6F99-2B5B2E8F416F}"/>
              </a:ext>
            </a:extLst>
          </p:cNvPr>
          <p:cNvSpPr txBox="1">
            <a:spLocks/>
          </p:cNvSpPr>
          <p:nvPr/>
        </p:nvSpPr>
        <p:spPr>
          <a:xfrm>
            <a:off x="-3767509" y="4528313"/>
            <a:ext cx="459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Data Integration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9F7923-AE01-269F-CD47-77899AD7A8BD}"/>
              </a:ext>
            </a:extLst>
          </p:cNvPr>
          <p:cNvSpPr txBox="1"/>
          <p:nvPr/>
        </p:nvSpPr>
        <p:spPr>
          <a:xfrm>
            <a:off x="-403921" y="6251144"/>
            <a:ext cx="7472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Merged features with stores to enrich store-level attributes. Merged combined data with train and test: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	Created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train_merged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	Created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test_merged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Sorted datasets by Store, Dept, and Date to ensure proper time-series alignment.</a:t>
            </a:r>
          </a:p>
        </p:txBody>
      </p:sp>
    </p:spTree>
    <p:extLst>
      <p:ext uri="{BB962C8B-B14F-4D97-AF65-F5344CB8AC3E}">
        <p14:creationId xmlns:p14="http://schemas.microsoft.com/office/powerpoint/2010/main" val="1697871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1"/>
          <p:cNvSpPr txBox="1">
            <a:spLocks noGrp="1"/>
          </p:cNvSpPr>
          <p:nvPr>
            <p:ph type="title"/>
          </p:nvPr>
        </p:nvSpPr>
        <p:spPr>
          <a:xfrm>
            <a:off x="616145" y="457034"/>
            <a:ext cx="4590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Data Overview</a:t>
            </a: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C0D477A-B74E-7377-CADE-6E1BDF89FFF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20945" y="1133284"/>
            <a:ext cx="64314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Examined the structure, size, and types of variables to understand the data landscape.</a:t>
            </a:r>
          </a:p>
          <a:p>
            <a:pPr marL="285750" lvl="0" indent="-28575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Identified key fields needed for forecasting such as sales, dates, store attributes, and economic indicators.</a:t>
            </a:r>
          </a:p>
        </p:txBody>
      </p:sp>
      <p:sp>
        <p:nvSpPr>
          <p:cNvPr id="8" name="Google Shape;1055;p31">
            <a:extLst>
              <a:ext uri="{FF2B5EF4-FFF2-40B4-BE49-F238E27FC236}">
                <a16:creationId xmlns:a16="http://schemas.microsoft.com/office/drawing/2014/main" id="{E442656C-CBF0-FBD9-4B82-A4407C84E260}"/>
              </a:ext>
            </a:extLst>
          </p:cNvPr>
          <p:cNvSpPr txBox="1">
            <a:spLocks/>
          </p:cNvSpPr>
          <p:nvPr/>
        </p:nvSpPr>
        <p:spPr>
          <a:xfrm>
            <a:off x="616145" y="2437163"/>
            <a:ext cx="459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Data Integration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8B26C6-B038-443E-4E12-88D3B0103E98}"/>
              </a:ext>
            </a:extLst>
          </p:cNvPr>
          <p:cNvSpPr txBox="1"/>
          <p:nvPr/>
        </p:nvSpPr>
        <p:spPr>
          <a:xfrm>
            <a:off x="920945" y="3113413"/>
            <a:ext cx="7472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Merged features with stores to enrich store-level attributes. Merged combined data with train and test: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	Created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train_merged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	Created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test_merged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Sorted datasets by Store, Dept, and Date to ensure proper time-series alignment.</a:t>
            </a:r>
          </a:p>
        </p:txBody>
      </p:sp>
      <p:sp>
        <p:nvSpPr>
          <p:cNvPr id="2" name="Google Shape;1055;p31">
            <a:extLst>
              <a:ext uri="{FF2B5EF4-FFF2-40B4-BE49-F238E27FC236}">
                <a16:creationId xmlns:a16="http://schemas.microsoft.com/office/drawing/2014/main" id="{F5E77734-0C0B-5FC3-5E1C-25AA6AD5BE96}"/>
              </a:ext>
            </a:extLst>
          </p:cNvPr>
          <p:cNvSpPr txBox="1">
            <a:spLocks/>
          </p:cNvSpPr>
          <p:nvPr/>
        </p:nvSpPr>
        <p:spPr>
          <a:xfrm>
            <a:off x="616145" y="-972621"/>
            <a:ext cx="697411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Handling Duplicates &amp; Data Integrity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632D7322-5B4B-EC9C-AF6F-C0A788605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431426" y="533119"/>
            <a:ext cx="64314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Removed duplicate rows from all datasets.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Validated dataset consistency after merging.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Ensured column names and formats were aligned across train &amp; test.</a:t>
            </a:r>
          </a:p>
        </p:txBody>
      </p:sp>
      <p:sp>
        <p:nvSpPr>
          <p:cNvPr id="4" name="Google Shape;1055;p31">
            <a:extLst>
              <a:ext uri="{FF2B5EF4-FFF2-40B4-BE49-F238E27FC236}">
                <a16:creationId xmlns:a16="http://schemas.microsoft.com/office/drawing/2014/main" id="{0357607A-349D-0C59-C971-4330F3675FF8}"/>
              </a:ext>
            </a:extLst>
          </p:cNvPr>
          <p:cNvSpPr txBox="1">
            <a:spLocks/>
          </p:cNvSpPr>
          <p:nvPr/>
        </p:nvSpPr>
        <p:spPr>
          <a:xfrm>
            <a:off x="1962170" y="5647539"/>
            <a:ext cx="521966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Missing Values Treatment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AE093-D4AD-90BC-6890-38344CA4F66B}"/>
              </a:ext>
            </a:extLst>
          </p:cNvPr>
          <p:cNvSpPr txBox="1"/>
          <p:nvPr/>
        </p:nvSpPr>
        <p:spPr>
          <a:xfrm>
            <a:off x="-6767093" y="2736160"/>
            <a:ext cx="73904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Identified missing values across all columns.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Created binary flags for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MarkDown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missingness (e.g., MarkDown1_is_missing).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Filled all missing values (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NaN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) with 0 for stability in modeling.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Checked for remaining missing values after imputation.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4">
          <a:extLst>
            <a:ext uri="{FF2B5EF4-FFF2-40B4-BE49-F238E27FC236}">
              <a16:creationId xmlns:a16="http://schemas.microsoft.com/office/drawing/2014/main" id="{0CB1AC53-6DA3-09DC-0C10-347C70ACF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1">
            <a:extLst>
              <a:ext uri="{FF2B5EF4-FFF2-40B4-BE49-F238E27FC236}">
                <a16:creationId xmlns:a16="http://schemas.microsoft.com/office/drawing/2014/main" id="{1AE39151-7BB8-43A5-3382-528097A67D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6145" y="457034"/>
            <a:ext cx="6974118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Handling Duplicates &amp; Data Integrity</a:t>
            </a: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CBCA566-BD6C-407E-5664-5C912D6184D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20945" y="1123464"/>
            <a:ext cx="64314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Removed duplicate rows from all datasets.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Validated dataset consistency after merging.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Ensured column names and formats were aligned across train &amp; test.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8" name="Google Shape;1055;p31">
            <a:extLst>
              <a:ext uri="{FF2B5EF4-FFF2-40B4-BE49-F238E27FC236}">
                <a16:creationId xmlns:a16="http://schemas.microsoft.com/office/drawing/2014/main" id="{CD71CECD-F3C7-DDFF-2F80-A523EB02EFF2}"/>
              </a:ext>
            </a:extLst>
          </p:cNvPr>
          <p:cNvSpPr txBox="1">
            <a:spLocks/>
          </p:cNvSpPr>
          <p:nvPr/>
        </p:nvSpPr>
        <p:spPr>
          <a:xfrm>
            <a:off x="616145" y="2437163"/>
            <a:ext cx="521966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Missing Values Treatment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76001B-D478-785F-0382-C05AC37D01E1}"/>
              </a:ext>
            </a:extLst>
          </p:cNvPr>
          <p:cNvSpPr txBox="1"/>
          <p:nvPr/>
        </p:nvSpPr>
        <p:spPr>
          <a:xfrm>
            <a:off x="920945" y="3009863"/>
            <a:ext cx="73904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Identified missing values across all columns.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Created binary flags for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MarkDown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missingness (e.g., MarkDown1_is_missing).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Filled all missing values (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NaN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) with 0 for stability in modeling.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Checked for remaining missing values after imputation.</a:t>
            </a:r>
          </a:p>
        </p:txBody>
      </p:sp>
      <p:sp>
        <p:nvSpPr>
          <p:cNvPr id="2" name="Google Shape;1055;p31">
            <a:extLst>
              <a:ext uri="{FF2B5EF4-FFF2-40B4-BE49-F238E27FC236}">
                <a16:creationId xmlns:a16="http://schemas.microsoft.com/office/drawing/2014/main" id="{9B8E59B7-206F-A437-B9A3-D386CF722A5C}"/>
              </a:ext>
            </a:extLst>
          </p:cNvPr>
          <p:cNvSpPr txBox="1">
            <a:spLocks/>
          </p:cNvSpPr>
          <p:nvPr/>
        </p:nvSpPr>
        <p:spPr>
          <a:xfrm>
            <a:off x="-6513860" y="888098"/>
            <a:ext cx="683287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Outlier Detection &amp; Transformation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2E4029CD-0941-D959-D1C1-C2801A966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765640" y="-1565594"/>
            <a:ext cx="643142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Removed invalid sales entries where </a:t>
            </a:r>
            <a:r>
              <a:rPr lang="en-US" altLang="en-US" sz="1800" dirty="0" err="1">
                <a:solidFill>
                  <a:schemeClr val="tx1"/>
                </a:solidFill>
                <a:latin typeface="Bahnschrift" panose="020B0502040204020203" pitchFamily="34" charset="0"/>
              </a:rPr>
              <a:t>Weekly_Sales</a:t>
            </a: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 ≤ 0.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Applied cube-root transformation to reduce skewness (</a:t>
            </a:r>
            <a:r>
              <a:rPr lang="en-US" altLang="en-US" sz="1800" dirty="0" err="1">
                <a:solidFill>
                  <a:schemeClr val="tx1"/>
                </a:solidFill>
                <a:latin typeface="Bahnschrift" panose="020B0502040204020203" pitchFamily="34" charset="0"/>
              </a:rPr>
              <a:t>cbrt</a:t>
            </a: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Bahnschrift" panose="020B0502040204020203" pitchFamily="34" charset="0"/>
              </a:rPr>
              <a:t>Weekly_Sales</a:t>
            </a: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)).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Used IQR method to detect potential outliers.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Calculated outlier counts and proportions for reporting.</a:t>
            </a:r>
          </a:p>
        </p:txBody>
      </p:sp>
      <p:sp>
        <p:nvSpPr>
          <p:cNvPr id="4" name="Google Shape;1055;p31">
            <a:extLst>
              <a:ext uri="{FF2B5EF4-FFF2-40B4-BE49-F238E27FC236}">
                <a16:creationId xmlns:a16="http://schemas.microsoft.com/office/drawing/2014/main" id="{ADE81710-AA11-2738-3452-283E6669A7A2}"/>
              </a:ext>
            </a:extLst>
          </p:cNvPr>
          <p:cNvSpPr txBox="1">
            <a:spLocks/>
          </p:cNvSpPr>
          <p:nvPr/>
        </p:nvSpPr>
        <p:spPr>
          <a:xfrm>
            <a:off x="-3019791" y="5729231"/>
            <a:ext cx="459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Feature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CAE51-0979-A440-2AF3-A331B0BC6422}"/>
              </a:ext>
            </a:extLst>
          </p:cNvPr>
          <p:cNvSpPr txBox="1"/>
          <p:nvPr/>
        </p:nvSpPr>
        <p:spPr>
          <a:xfrm>
            <a:off x="1416961" y="5451657"/>
            <a:ext cx="69964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Created aggregated features like: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	Total weekly sales per date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	Holiday vs Non-Holiday sales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Created grouped/binned features: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	Fuel Price group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	Temperature/Sales combined metric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Added transformed target: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Weekly_Sales_cbrt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2219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4">
          <a:extLst>
            <a:ext uri="{FF2B5EF4-FFF2-40B4-BE49-F238E27FC236}">
              <a16:creationId xmlns:a16="http://schemas.microsoft.com/office/drawing/2014/main" id="{20785555-977A-782A-A759-D3AB8F755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1">
            <a:extLst>
              <a:ext uri="{FF2B5EF4-FFF2-40B4-BE49-F238E27FC236}">
                <a16:creationId xmlns:a16="http://schemas.microsoft.com/office/drawing/2014/main" id="{61942F84-983E-DCAA-9246-FED11E96DC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6145" y="337606"/>
            <a:ext cx="683287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Outlier Detection &amp; Transformation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C14D20E-E2D2-290B-6893-D20D8E10C42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72983" y="883670"/>
            <a:ext cx="643142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Removed invalid sales entries where </a:t>
            </a:r>
            <a:r>
              <a:rPr lang="en-US" altLang="en-US" sz="1800" dirty="0" err="1">
                <a:solidFill>
                  <a:schemeClr val="tx1"/>
                </a:solidFill>
                <a:latin typeface="Bahnschrift" panose="020B0502040204020203" pitchFamily="34" charset="0"/>
              </a:rPr>
              <a:t>Weekly_Sales</a:t>
            </a: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 ≤ 0.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Applied cube-root transformation to reduce skewness (</a:t>
            </a:r>
            <a:r>
              <a:rPr lang="en-US" altLang="en-US" sz="1800" dirty="0" err="1">
                <a:solidFill>
                  <a:schemeClr val="tx1"/>
                </a:solidFill>
                <a:latin typeface="Bahnschrift" panose="020B0502040204020203" pitchFamily="34" charset="0"/>
              </a:rPr>
              <a:t>cbrt</a:t>
            </a: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Bahnschrift" panose="020B0502040204020203" pitchFamily="34" charset="0"/>
              </a:rPr>
              <a:t>Weekly_Sales</a:t>
            </a: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)).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Used IQR method to detect potential outliers.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Calculated outlier counts and proportions for reporting.</a:t>
            </a:r>
          </a:p>
        </p:txBody>
      </p:sp>
      <p:sp>
        <p:nvSpPr>
          <p:cNvPr id="8" name="Google Shape;1055;p31">
            <a:extLst>
              <a:ext uri="{FF2B5EF4-FFF2-40B4-BE49-F238E27FC236}">
                <a16:creationId xmlns:a16="http://schemas.microsoft.com/office/drawing/2014/main" id="{3B121578-A1AC-54F5-F3DD-8C835B5121BF}"/>
              </a:ext>
            </a:extLst>
          </p:cNvPr>
          <p:cNvSpPr txBox="1">
            <a:spLocks/>
          </p:cNvSpPr>
          <p:nvPr/>
        </p:nvSpPr>
        <p:spPr>
          <a:xfrm>
            <a:off x="616145" y="2360998"/>
            <a:ext cx="459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Feature Engineering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556BEF-67DB-961B-989E-5A1C69341BEB}"/>
              </a:ext>
            </a:extLst>
          </p:cNvPr>
          <p:cNvSpPr txBox="1"/>
          <p:nvPr/>
        </p:nvSpPr>
        <p:spPr>
          <a:xfrm>
            <a:off x="965549" y="2907062"/>
            <a:ext cx="69964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Created aggregated features like: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	Total weekly sales per date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	Holiday vs Non-Holiday sales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Created grouped/binned features: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	Fuel Price group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	Temperature/Sales combined metric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Added transformed target: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Weekly_Sales_cbrt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.</a:t>
            </a:r>
          </a:p>
        </p:txBody>
      </p:sp>
      <p:sp>
        <p:nvSpPr>
          <p:cNvPr id="2" name="Google Shape;1055;p31">
            <a:extLst>
              <a:ext uri="{FF2B5EF4-FFF2-40B4-BE49-F238E27FC236}">
                <a16:creationId xmlns:a16="http://schemas.microsoft.com/office/drawing/2014/main" id="{42CB7CCA-BE0E-8650-500B-DC5AC307826D}"/>
              </a:ext>
            </a:extLst>
          </p:cNvPr>
          <p:cNvSpPr txBox="1">
            <a:spLocks/>
          </p:cNvSpPr>
          <p:nvPr/>
        </p:nvSpPr>
        <p:spPr>
          <a:xfrm>
            <a:off x="-2295450" y="-933607"/>
            <a:ext cx="459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Time-Series Preparation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7AD55D44-7C57-65B9-C5E1-206B3F4F1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736919" y="2647348"/>
            <a:ext cx="643142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Indexed dataset by Date for time-series operations.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Resampled weekly sales for: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Overall sales trend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Holiday week trends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Non-holiday week trends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Ran ADF test to check stationarity of weekly sales.</a:t>
            </a:r>
          </a:p>
        </p:txBody>
      </p:sp>
      <p:sp>
        <p:nvSpPr>
          <p:cNvPr id="4" name="Google Shape;1055;p31">
            <a:extLst>
              <a:ext uri="{FF2B5EF4-FFF2-40B4-BE49-F238E27FC236}">
                <a16:creationId xmlns:a16="http://schemas.microsoft.com/office/drawing/2014/main" id="{FD05BF55-156D-31F3-B14D-0F5B3838E9D9}"/>
              </a:ext>
            </a:extLst>
          </p:cNvPr>
          <p:cNvSpPr txBox="1">
            <a:spLocks/>
          </p:cNvSpPr>
          <p:nvPr/>
        </p:nvSpPr>
        <p:spPr>
          <a:xfrm>
            <a:off x="6079396" y="6132451"/>
            <a:ext cx="594077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Correlation &amp; Numerical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C7D708-B6A2-D8DF-8D92-4D7B85AEACD1}"/>
              </a:ext>
            </a:extLst>
          </p:cNvPr>
          <p:cNvSpPr txBox="1"/>
          <p:nvPr/>
        </p:nvSpPr>
        <p:spPr>
          <a:xfrm>
            <a:off x="-2963841" y="6104987"/>
            <a:ext cx="6996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Selected numeric columns for correlation analysis.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Generated a correlation matrix and heatmap.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Identified key relationships between sales and feature variables.</a:t>
            </a:r>
          </a:p>
        </p:txBody>
      </p:sp>
    </p:spTree>
    <p:extLst>
      <p:ext uri="{BB962C8B-B14F-4D97-AF65-F5344CB8AC3E}">
        <p14:creationId xmlns:p14="http://schemas.microsoft.com/office/powerpoint/2010/main" val="606696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4">
          <a:extLst>
            <a:ext uri="{FF2B5EF4-FFF2-40B4-BE49-F238E27FC236}">
              <a16:creationId xmlns:a16="http://schemas.microsoft.com/office/drawing/2014/main" id="{01CE8EA0-5E76-995C-6D6D-90EFA65D1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1">
            <a:extLst>
              <a:ext uri="{FF2B5EF4-FFF2-40B4-BE49-F238E27FC236}">
                <a16:creationId xmlns:a16="http://schemas.microsoft.com/office/drawing/2014/main" id="{8B5B7A46-669E-695E-62CC-B8E18AAEE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6145" y="331179"/>
            <a:ext cx="4590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Time-Series Preparation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38A4E9B-EF00-E22E-EDE1-27E89E4B45C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20945" y="817424"/>
            <a:ext cx="643142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Indexed dataset by Date for time-series operations.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Resampled weekly sales for: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Overall sales trend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Holiday week trends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Non-holiday week trends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Ran ADF test to check stationarity of weekly sales.</a:t>
            </a:r>
          </a:p>
        </p:txBody>
      </p:sp>
      <p:sp>
        <p:nvSpPr>
          <p:cNvPr id="8" name="Google Shape;1055;p31">
            <a:extLst>
              <a:ext uri="{FF2B5EF4-FFF2-40B4-BE49-F238E27FC236}">
                <a16:creationId xmlns:a16="http://schemas.microsoft.com/office/drawing/2014/main" id="{69127D4E-E54C-492A-40D0-D96EFFEBBA45}"/>
              </a:ext>
            </a:extLst>
          </p:cNvPr>
          <p:cNvSpPr txBox="1">
            <a:spLocks/>
          </p:cNvSpPr>
          <p:nvPr/>
        </p:nvSpPr>
        <p:spPr>
          <a:xfrm>
            <a:off x="616145" y="2571750"/>
            <a:ext cx="594077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Correlation &amp; Numerical 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4466C8-E5CC-9AFC-DB16-0D0D242DCFDD}"/>
              </a:ext>
            </a:extLst>
          </p:cNvPr>
          <p:cNvSpPr txBox="1"/>
          <p:nvPr/>
        </p:nvSpPr>
        <p:spPr>
          <a:xfrm>
            <a:off x="920944" y="3211316"/>
            <a:ext cx="6996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Selected numeric columns for correlation analysis.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Generated a correlation matrix and heatmap.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Identified key relationships between sales and feature variables.</a:t>
            </a:r>
          </a:p>
        </p:txBody>
      </p:sp>
      <p:sp>
        <p:nvSpPr>
          <p:cNvPr id="2" name="Google Shape;1055;p31">
            <a:extLst>
              <a:ext uri="{FF2B5EF4-FFF2-40B4-BE49-F238E27FC236}">
                <a16:creationId xmlns:a16="http://schemas.microsoft.com/office/drawing/2014/main" id="{146254C8-2D08-E999-4485-DF6853F15358}"/>
              </a:ext>
            </a:extLst>
          </p:cNvPr>
          <p:cNvSpPr txBox="1">
            <a:spLocks/>
          </p:cNvSpPr>
          <p:nvPr/>
        </p:nvSpPr>
        <p:spPr>
          <a:xfrm>
            <a:off x="-344554" y="-1361806"/>
            <a:ext cx="459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/>
              <a:t>Test Data Preparation</a:t>
            </a:r>
            <a:endParaRPr lang="en-US" dirty="0"/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D5D5B13B-4F19-8555-177D-B9554D5C9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5426" y="6134170"/>
            <a:ext cx="643142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Applied the same cleaning steps on </a:t>
            </a:r>
            <a:r>
              <a:rPr lang="en-US" altLang="en-US" sz="1800" dirty="0" err="1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test_merged</a:t>
            </a: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: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Missing value handling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Duplicate removal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Type conversions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Sorting &amp; alignment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Ensured column consistency between train and test before modeling.</a:t>
            </a:r>
          </a:p>
        </p:txBody>
      </p:sp>
    </p:spTree>
    <p:extLst>
      <p:ext uri="{BB962C8B-B14F-4D97-AF65-F5344CB8AC3E}">
        <p14:creationId xmlns:p14="http://schemas.microsoft.com/office/powerpoint/2010/main" val="770447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4">
          <a:extLst>
            <a:ext uri="{FF2B5EF4-FFF2-40B4-BE49-F238E27FC236}">
              <a16:creationId xmlns:a16="http://schemas.microsoft.com/office/drawing/2014/main" id="{4FF3CF5E-5F31-F7BE-4EAE-BAB9CC25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1">
            <a:extLst>
              <a:ext uri="{FF2B5EF4-FFF2-40B4-BE49-F238E27FC236}">
                <a16:creationId xmlns:a16="http://schemas.microsoft.com/office/drawing/2014/main" id="{F6B09A2A-71AE-AFFF-5247-D4902A54DD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6145" y="457034"/>
            <a:ext cx="4590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Test Data Preparation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18DB311-E5C3-3624-24C9-59CE2ED19B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20945" y="1029734"/>
            <a:ext cx="643142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Applied the same cleaning steps on </a:t>
            </a:r>
            <a:r>
              <a:rPr lang="en-US" altLang="en-US" sz="1800" dirty="0" err="1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test_merged</a:t>
            </a: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: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Missing value handling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Duplicate removal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Type conversions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Sorting &amp; alignment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Bahnschrift" panose="020B0502040204020203" pitchFamily="34" charset="0"/>
                <a:cs typeface="Arial"/>
                <a:sym typeface="Arial"/>
              </a:rPr>
              <a:t>Ensured column consistency between train and test before modeling.</a:t>
            </a:r>
          </a:p>
        </p:txBody>
      </p:sp>
      <p:sp>
        <p:nvSpPr>
          <p:cNvPr id="2" name="Google Shape;1062;p32">
            <a:extLst>
              <a:ext uri="{FF2B5EF4-FFF2-40B4-BE49-F238E27FC236}">
                <a16:creationId xmlns:a16="http://schemas.microsoft.com/office/drawing/2014/main" id="{D204637B-2E5C-1977-241B-24CABF3F81D3}"/>
              </a:ext>
            </a:extLst>
          </p:cNvPr>
          <p:cNvSpPr txBox="1">
            <a:spLocks/>
          </p:cNvSpPr>
          <p:nvPr/>
        </p:nvSpPr>
        <p:spPr>
          <a:xfrm>
            <a:off x="4375350" y="5995993"/>
            <a:ext cx="538587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/>
              <a:t>Modeling</a:t>
            </a:r>
            <a:endParaRPr lang="en-US" dirty="0"/>
          </a:p>
        </p:txBody>
      </p:sp>
      <p:sp>
        <p:nvSpPr>
          <p:cNvPr id="3" name="Google Shape;1063;p32">
            <a:extLst>
              <a:ext uri="{FF2B5EF4-FFF2-40B4-BE49-F238E27FC236}">
                <a16:creationId xmlns:a16="http://schemas.microsoft.com/office/drawing/2014/main" id="{75A07725-64F7-5389-A729-476FB50C869B}"/>
              </a:ext>
            </a:extLst>
          </p:cNvPr>
          <p:cNvSpPr txBox="1">
            <a:spLocks/>
          </p:cNvSpPr>
          <p:nvPr/>
        </p:nvSpPr>
        <p:spPr>
          <a:xfrm>
            <a:off x="4375350" y="5484781"/>
            <a:ext cx="1235700" cy="551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57175" dist="257175" dir="2580000" algn="bl" rotWithShape="0">
              <a:srgbClr val="04080D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Font typeface="Barlow"/>
              <a:buNone/>
            </a:pPr>
            <a:r>
              <a:rPr lang="en"/>
              <a:t>03</a:t>
            </a:r>
            <a:endParaRPr lang="en" dirty="0"/>
          </a:p>
        </p:txBody>
      </p:sp>
      <p:sp>
        <p:nvSpPr>
          <p:cNvPr id="4" name="Google Shape;1062;p32">
            <a:extLst>
              <a:ext uri="{FF2B5EF4-FFF2-40B4-BE49-F238E27FC236}">
                <a16:creationId xmlns:a16="http://schemas.microsoft.com/office/drawing/2014/main" id="{68D157C0-020E-3EA5-4EEA-3BECD972DD6A}"/>
              </a:ext>
            </a:extLst>
          </p:cNvPr>
          <p:cNvSpPr txBox="1">
            <a:spLocks/>
          </p:cNvSpPr>
          <p:nvPr/>
        </p:nvSpPr>
        <p:spPr>
          <a:xfrm>
            <a:off x="-5353992" y="-711329"/>
            <a:ext cx="4969800" cy="198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29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By :</a:t>
            </a:r>
            <a:br>
              <a:rPr lang="en-US" dirty="0"/>
            </a:br>
            <a:r>
              <a:rPr lang="en-US" dirty="0"/>
              <a:t>Eyad Mostafa</a:t>
            </a:r>
          </a:p>
          <a:p>
            <a:r>
              <a:rPr lang="en-US" dirty="0"/>
              <a:t>Marwan Ayman</a:t>
            </a:r>
          </a:p>
        </p:txBody>
      </p:sp>
    </p:spTree>
    <p:extLst>
      <p:ext uri="{BB962C8B-B14F-4D97-AF65-F5344CB8AC3E}">
        <p14:creationId xmlns:p14="http://schemas.microsoft.com/office/powerpoint/2010/main" val="3640574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1">
          <a:extLst>
            <a:ext uri="{FF2B5EF4-FFF2-40B4-BE49-F238E27FC236}">
              <a16:creationId xmlns:a16="http://schemas.microsoft.com/office/drawing/2014/main" id="{C45D86E5-AB4E-23B2-7A3C-816916D30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32">
            <a:extLst>
              <a:ext uri="{FF2B5EF4-FFF2-40B4-BE49-F238E27FC236}">
                <a16:creationId xmlns:a16="http://schemas.microsoft.com/office/drawing/2014/main" id="{FE9D1656-2E59-4FB1-8D37-864A3E0110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5350" y="3912550"/>
            <a:ext cx="5385870" cy="6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Modeling</a:t>
            </a:r>
            <a:endParaRPr dirty="0"/>
          </a:p>
        </p:txBody>
      </p:sp>
      <p:sp>
        <p:nvSpPr>
          <p:cNvPr id="1063" name="Google Shape;1063;p32">
            <a:extLst>
              <a:ext uri="{FF2B5EF4-FFF2-40B4-BE49-F238E27FC236}">
                <a16:creationId xmlns:a16="http://schemas.microsoft.com/office/drawing/2014/main" id="{B68B30F4-9CE5-BBD1-7884-88A6842EC5F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375350" y="3401338"/>
            <a:ext cx="123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1064" name="Google Shape;1064;p32">
            <a:extLst>
              <a:ext uri="{FF2B5EF4-FFF2-40B4-BE49-F238E27FC236}">
                <a16:creationId xmlns:a16="http://schemas.microsoft.com/office/drawing/2014/main" id="{04ECA788-F890-021D-C1FA-AE9468AAD6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312"/>
          <a:stretch/>
        </p:blipFill>
        <p:spPr>
          <a:xfrm rot="-10560473">
            <a:off x="-85736" y="5195784"/>
            <a:ext cx="644576" cy="61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32">
            <a:extLst>
              <a:ext uri="{FF2B5EF4-FFF2-40B4-BE49-F238E27FC236}">
                <a16:creationId xmlns:a16="http://schemas.microsoft.com/office/drawing/2014/main" id="{EA4BB1C1-49EF-78A4-8FDD-E8175E6251F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373675">
            <a:off x="7625483" y="803563"/>
            <a:ext cx="545374" cy="6516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6" name="Google Shape;1066;p32">
            <a:extLst>
              <a:ext uri="{FF2B5EF4-FFF2-40B4-BE49-F238E27FC236}">
                <a16:creationId xmlns:a16="http://schemas.microsoft.com/office/drawing/2014/main" id="{419CC65B-8092-EC94-5979-174F247B3A38}"/>
              </a:ext>
            </a:extLst>
          </p:cNvPr>
          <p:cNvGrpSpPr/>
          <p:nvPr/>
        </p:nvGrpSpPr>
        <p:grpSpPr>
          <a:xfrm>
            <a:off x="4556198" y="-1018172"/>
            <a:ext cx="3395677" cy="3233223"/>
            <a:chOff x="4556198" y="-1018172"/>
            <a:chExt cx="3395677" cy="3233223"/>
          </a:xfrm>
        </p:grpSpPr>
        <p:pic>
          <p:nvPicPr>
            <p:cNvPr id="1067" name="Google Shape;1067;p32">
              <a:extLst>
                <a:ext uri="{FF2B5EF4-FFF2-40B4-BE49-F238E27FC236}">
                  <a16:creationId xmlns:a16="http://schemas.microsoft.com/office/drawing/2014/main" id="{6C3434B3-AF29-CC0B-92FA-22A54DF8D2CD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129173">
              <a:off x="5458994" y="-99937"/>
              <a:ext cx="1590107" cy="1667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8" name="Google Shape;1068;p32">
              <a:extLst>
                <a:ext uri="{FF2B5EF4-FFF2-40B4-BE49-F238E27FC236}">
                  <a16:creationId xmlns:a16="http://schemas.microsoft.com/office/drawing/2014/main" id="{EBEC344A-18CD-C22C-A9CD-EBB0F7635B07}"/>
                </a:ext>
              </a:extLst>
            </p:cNvPr>
            <p:cNvSpPr/>
            <p:nvPr/>
          </p:nvSpPr>
          <p:spPr>
            <a:xfrm rot="-9925725">
              <a:off x="4838304" y="-703885"/>
              <a:ext cx="2831465" cy="2604649"/>
            </a:xfrm>
            <a:custGeom>
              <a:avLst/>
              <a:gdLst/>
              <a:ahLst/>
              <a:cxnLst/>
              <a:rect l="l" t="t" r="r" b="b"/>
              <a:pathLst>
                <a:path w="1189" h="1091" extrusionOk="0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9" name="Google Shape;1069;p32">
            <a:extLst>
              <a:ext uri="{FF2B5EF4-FFF2-40B4-BE49-F238E27FC236}">
                <a16:creationId xmlns:a16="http://schemas.microsoft.com/office/drawing/2014/main" id="{F03259E8-A9E1-8B0B-2EE0-5A0E233A8B82}"/>
              </a:ext>
            </a:extLst>
          </p:cNvPr>
          <p:cNvGrpSpPr/>
          <p:nvPr/>
        </p:nvGrpSpPr>
        <p:grpSpPr>
          <a:xfrm>
            <a:off x="-2572252" y="1415830"/>
            <a:ext cx="5267187" cy="5353036"/>
            <a:chOff x="-2572252" y="1415830"/>
            <a:chExt cx="5267187" cy="5353036"/>
          </a:xfrm>
        </p:grpSpPr>
        <p:sp>
          <p:nvSpPr>
            <p:cNvPr id="1070" name="Google Shape;1070;p32">
              <a:extLst>
                <a:ext uri="{FF2B5EF4-FFF2-40B4-BE49-F238E27FC236}">
                  <a16:creationId xmlns:a16="http://schemas.microsoft.com/office/drawing/2014/main" id="{24F7C810-18CE-326C-9967-8E75F52EAF0B}"/>
                </a:ext>
              </a:extLst>
            </p:cNvPr>
            <p:cNvSpPr/>
            <p:nvPr/>
          </p:nvSpPr>
          <p:spPr>
            <a:xfrm rot="-7084128">
              <a:off x="-1953241" y="2181988"/>
              <a:ext cx="4029165" cy="3820719"/>
            </a:xfrm>
            <a:custGeom>
              <a:avLst/>
              <a:gdLst/>
              <a:ahLst/>
              <a:cxnLst/>
              <a:rect l="l" t="t" r="r" b="b"/>
              <a:pathLst>
                <a:path w="2514" h="2383" extrusionOk="0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32">
              <a:extLst>
                <a:ext uri="{FF2B5EF4-FFF2-40B4-BE49-F238E27FC236}">
                  <a16:creationId xmlns:a16="http://schemas.microsoft.com/office/drawing/2014/main" id="{F328D3D4-5027-4C96-1242-2D2089C8D3C3}"/>
                </a:ext>
              </a:extLst>
            </p:cNvPr>
            <p:cNvSpPr/>
            <p:nvPr/>
          </p:nvSpPr>
          <p:spPr>
            <a:xfrm rot="-7084128">
              <a:off x="-1819489" y="2494589"/>
              <a:ext cx="3678359" cy="3314843"/>
            </a:xfrm>
            <a:custGeom>
              <a:avLst/>
              <a:gdLst/>
              <a:ahLst/>
              <a:cxnLst/>
              <a:rect l="l" t="t" r="r" b="b"/>
              <a:pathLst>
                <a:path w="2295" h="2067" extrusionOk="0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1062;p32">
            <a:extLst>
              <a:ext uri="{FF2B5EF4-FFF2-40B4-BE49-F238E27FC236}">
                <a16:creationId xmlns:a16="http://schemas.microsoft.com/office/drawing/2014/main" id="{23EB50C6-E6BF-07D1-4EBB-482B34FE285A}"/>
              </a:ext>
            </a:extLst>
          </p:cNvPr>
          <p:cNvSpPr txBox="1">
            <a:spLocks/>
          </p:cNvSpPr>
          <p:nvPr/>
        </p:nvSpPr>
        <p:spPr>
          <a:xfrm>
            <a:off x="410200" y="527162"/>
            <a:ext cx="4969800" cy="198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29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By :</a:t>
            </a:r>
            <a:br>
              <a:rPr lang="en-US" dirty="0"/>
            </a:br>
            <a:r>
              <a:rPr lang="en-US" dirty="0"/>
              <a:t>Eyad Mostafa</a:t>
            </a:r>
          </a:p>
          <a:p>
            <a:r>
              <a:rPr lang="en-US" dirty="0"/>
              <a:t>Marwan Ayman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809680-3AB8-B965-06F2-16B0D20BC134}"/>
              </a:ext>
            </a:extLst>
          </p:cNvPr>
          <p:cNvSpPr txBox="1">
            <a:spLocks/>
          </p:cNvSpPr>
          <p:nvPr/>
        </p:nvSpPr>
        <p:spPr>
          <a:xfrm>
            <a:off x="579584" y="-10181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29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Modeling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80164-CA83-266F-A293-DBD36FC30B9E}"/>
              </a:ext>
            </a:extLst>
          </p:cNvPr>
          <p:cNvSpPr txBox="1"/>
          <p:nvPr/>
        </p:nvSpPr>
        <p:spPr>
          <a:xfrm>
            <a:off x="-8512188" y="-844721"/>
            <a:ext cx="7761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Goal: build robust models to forecast weekly sales using cleaned and engineered data.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Approach: test multiple tree-based regressors, evaluate with weighted metrics, and produce final ensemble predictions.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Deliverables: trained pipeline, model artifacts, and submission files for evaluation.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9516A3E8-B291-139B-6A54-2A564C343CE3}"/>
              </a:ext>
            </a:extLst>
          </p:cNvPr>
          <p:cNvSpPr txBox="1">
            <a:spLocks/>
          </p:cNvSpPr>
          <p:nvPr/>
        </p:nvSpPr>
        <p:spPr>
          <a:xfrm>
            <a:off x="-6328633" y="222879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/>
              <a:t>Data for Modeling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06779-A3CB-E275-93FD-BB0081D0970A}"/>
              </a:ext>
            </a:extLst>
          </p:cNvPr>
          <p:cNvSpPr txBox="1"/>
          <p:nvPr/>
        </p:nvSpPr>
        <p:spPr>
          <a:xfrm>
            <a:off x="886454" y="6200406"/>
            <a:ext cx="78207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Used the cleaned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train_merged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as training data and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test_merged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for predictions.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Target variable: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Weekly_Sales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Features: mix of store metadata, temporal features, holiday indicators, and economic variables (CPI, Fuel Price, Unemployment).</a:t>
            </a:r>
          </a:p>
        </p:txBody>
      </p:sp>
    </p:spTree>
    <p:extLst>
      <p:ext uri="{BB962C8B-B14F-4D97-AF65-F5344CB8AC3E}">
        <p14:creationId xmlns:p14="http://schemas.microsoft.com/office/powerpoint/2010/main" val="166536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713A0A-E07C-DAC3-B8C0-44511D03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056" y="333515"/>
            <a:ext cx="7704000" cy="572700"/>
          </a:xfrm>
        </p:spPr>
        <p:txBody>
          <a:bodyPr/>
          <a:lstStyle/>
          <a:p>
            <a:r>
              <a:rPr lang="en-US" dirty="0"/>
              <a:t>Modeling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226C19-DDC0-042D-E4E4-5D69502656F9}"/>
              </a:ext>
            </a:extLst>
          </p:cNvPr>
          <p:cNvSpPr txBox="1"/>
          <p:nvPr/>
        </p:nvSpPr>
        <p:spPr>
          <a:xfrm>
            <a:off x="735984" y="906215"/>
            <a:ext cx="7761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Goal: build robust models to forecast weekly sales using cleaned and engineered data.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Approach: test multiple tree-based regressors, evaluate with weighted metrics, and produce final ensemble predictions.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Deliverables: trained pipeline, model artifacts, and submission files for evaluation.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38F3EE4-9F4D-8D60-EB6F-2DE415E7F71B}"/>
              </a:ext>
            </a:extLst>
          </p:cNvPr>
          <p:cNvSpPr txBox="1">
            <a:spLocks/>
          </p:cNvSpPr>
          <p:nvPr/>
        </p:nvSpPr>
        <p:spPr>
          <a:xfrm>
            <a:off x="601056" y="257119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Data for Modeling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B9DD50-9EF8-27EA-8A39-BA194FC29167}"/>
              </a:ext>
            </a:extLst>
          </p:cNvPr>
          <p:cNvSpPr txBox="1"/>
          <p:nvPr/>
        </p:nvSpPr>
        <p:spPr>
          <a:xfrm>
            <a:off x="735983" y="3143893"/>
            <a:ext cx="78207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Used the cleaned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train_merged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as training data and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test_merged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for predictions.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Target variable: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Weekly_Sales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Features: mix of store metadata, temporal features, holiday indicators, and economic variables (CPI, Fuel Price, Unemployment).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DC1F6D6-A75D-695E-BDF0-3365854E8EB2}"/>
              </a:ext>
            </a:extLst>
          </p:cNvPr>
          <p:cNvSpPr txBox="1">
            <a:spLocks/>
          </p:cNvSpPr>
          <p:nvPr/>
        </p:nvSpPr>
        <p:spPr>
          <a:xfrm>
            <a:off x="376244" y="-64173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Feature Engineering (Modeling-specific)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8BD3B-C94F-7826-3953-3C5CE83C0B4C}"/>
              </a:ext>
            </a:extLst>
          </p:cNvPr>
          <p:cNvSpPr txBox="1"/>
          <p:nvPr/>
        </p:nvSpPr>
        <p:spPr>
          <a:xfrm>
            <a:off x="-7428933" y="556527"/>
            <a:ext cx="770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Extracted time features: Day, Week, Month, Year.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Created event/holiday features: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SuperBowlWeek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LaborDay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, Thanksgiving, Christmas and days-to-event counters.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One-hot encoded store Type and converted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boolean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holiday flag to integer.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Imputed missing economic indicators (CPI, Unemployment) and filled remaining gaps.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615B02A7-AD33-E485-86A7-F49704ECF8FB}"/>
              </a:ext>
            </a:extLst>
          </p:cNvPr>
          <p:cNvSpPr txBox="1">
            <a:spLocks/>
          </p:cNvSpPr>
          <p:nvPr/>
        </p:nvSpPr>
        <p:spPr>
          <a:xfrm>
            <a:off x="-6695887" y="455036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Train/Validation Strategy &amp; Metrics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C7022-4387-9328-67F7-FB37466716A1}"/>
              </a:ext>
            </a:extLst>
          </p:cNvPr>
          <p:cNvSpPr txBox="1"/>
          <p:nvPr/>
        </p:nvSpPr>
        <p:spPr>
          <a:xfrm>
            <a:off x="852704" y="5704111"/>
            <a:ext cx="770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Split data into training and validation sets (e.g., 80/20).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Used K-Fold cross-validation for hyperparameter search.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Evaluation metrics: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WMAE (Weighted MAE) — increased weight for holiday weeks.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RMSE — root mean squared error for scale-sensitive assessment.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>
          <a:extLst>
            <a:ext uri="{FF2B5EF4-FFF2-40B4-BE49-F238E27FC236}">
              <a16:creationId xmlns:a16="http://schemas.microsoft.com/office/drawing/2014/main" id="{C964DF23-ECB2-EF6D-6A5E-2D43A9CFB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38F545-BF31-68DF-D127-9BC8ABC21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715" y="288911"/>
            <a:ext cx="7704000" cy="572700"/>
          </a:xfrm>
        </p:spPr>
        <p:txBody>
          <a:bodyPr/>
          <a:lstStyle/>
          <a:p>
            <a:r>
              <a:rPr lang="en-US" dirty="0"/>
              <a:t>Feature Engineering (Modeling-specific)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4D223-DC79-A63A-B028-CDED5CF0C9C3}"/>
              </a:ext>
            </a:extLst>
          </p:cNvPr>
          <p:cNvSpPr txBox="1"/>
          <p:nvPr/>
        </p:nvSpPr>
        <p:spPr>
          <a:xfrm>
            <a:off x="661643" y="861611"/>
            <a:ext cx="770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Extracted time features: Day, Week, Month, Year.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Created event/holiday features: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SuperBowlWeek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LaborDay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, Thanksgiving, Christmas and days-to-event counters.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One-hot encoded store Type and converted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boolean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holiday flag to integer.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Imputed missing economic indicators (CPI, Unemployment) and filled remaining gaps.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817BBA2C-0849-2095-1D22-1F3F90677BAC}"/>
              </a:ext>
            </a:extLst>
          </p:cNvPr>
          <p:cNvSpPr txBox="1">
            <a:spLocks/>
          </p:cNvSpPr>
          <p:nvPr/>
        </p:nvSpPr>
        <p:spPr>
          <a:xfrm>
            <a:off x="526715" y="289293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Train/Validation Strategy &amp; Metrics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85752-2A21-6BBE-B577-9B127C1AE5D5}"/>
              </a:ext>
            </a:extLst>
          </p:cNvPr>
          <p:cNvSpPr txBox="1"/>
          <p:nvPr/>
        </p:nvSpPr>
        <p:spPr>
          <a:xfrm>
            <a:off x="796571" y="3389174"/>
            <a:ext cx="770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Split data into training and validation sets (e.g., 80/20).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Used K-Fold cross-validation for hyperparameter search.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Evaluation metrics: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WMAE (Weighted MAE) — increased weight for holiday weeks.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RMSE — root mean squared error for scale-sensitive assessment.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AFCC8C47-C12D-E8C9-0BB7-92C53E9488F7}"/>
              </a:ext>
            </a:extLst>
          </p:cNvPr>
          <p:cNvSpPr txBox="1">
            <a:spLocks/>
          </p:cNvSpPr>
          <p:nvPr/>
        </p:nvSpPr>
        <p:spPr>
          <a:xfrm>
            <a:off x="202624" y="-138895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Models Evaluated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8D913A-0A06-77A2-757F-B29BD848BAE2}"/>
              </a:ext>
            </a:extLst>
          </p:cNvPr>
          <p:cNvSpPr txBox="1"/>
          <p:nvPr/>
        </p:nvSpPr>
        <p:spPr>
          <a:xfrm>
            <a:off x="-8383711" y="861611"/>
            <a:ext cx="81849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Multiple regression models tested: Random Forest, Extra Trees,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LightGBM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XGBoost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CatBoost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Feature engineering included: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Temporal features (Year, Week, Day)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Holiday flags and days to major holidays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Store &amp; department details, store type and size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Evaluation Metrics: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Weighted Mean Absolute Error (WMAE): 2641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Root Mean Squared Error (RMSE) also tracked for comparison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Kaggle Performance: Ranked #20 on Walmart dataset leaderboard</a:t>
            </a:r>
          </a:p>
        </p:txBody>
      </p:sp>
    </p:spTree>
    <p:extLst>
      <p:ext uri="{BB962C8B-B14F-4D97-AF65-F5344CB8AC3E}">
        <p14:creationId xmlns:p14="http://schemas.microsoft.com/office/powerpoint/2010/main" val="162795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>
          <a:extLst>
            <a:ext uri="{FF2B5EF4-FFF2-40B4-BE49-F238E27FC236}">
              <a16:creationId xmlns:a16="http://schemas.microsoft.com/office/drawing/2014/main" id="{E6D0B3FD-C335-C7F5-0ED1-3F499DAD4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F42AB3-BC77-C7C7-5206-651542CFD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715" y="288911"/>
            <a:ext cx="7704000" cy="572700"/>
          </a:xfrm>
        </p:spPr>
        <p:txBody>
          <a:bodyPr/>
          <a:lstStyle/>
          <a:p>
            <a:r>
              <a:rPr lang="en-US" dirty="0"/>
              <a:t>Models Evaluated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3A0BC-B136-CBFF-37A7-19BBA5BB1E90}"/>
              </a:ext>
            </a:extLst>
          </p:cNvPr>
          <p:cNvSpPr txBox="1"/>
          <p:nvPr/>
        </p:nvSpPr>
        <p:spPr>
          <a:xfrm>
            <a:off x="644542" y="861611"/>
            <a:ext cx="81849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Multiple regression models tested: Random Forest, Extra Trees,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LightGBM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XGBoost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CatBoost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Feature engineering included: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Temporal features (Year, Week, Day)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Holiday flags and days to major holidays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Store &amp; department details, store type and size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Evaluation Metrics: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Weighted Mean Absolute Error (WMAE): 2624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○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Root Mean Squared Error (RMSE) also tracked for comparison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Kaggle Performance: Ranked ~#30 on Walmart dataset leaderboard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776D7466-62A9-6A08-CC37-9EE4DA033DCA}"/>
              </a:ext>
            </a:extLst>
          </p:cNvPr>
          <p:cNvSpPr txBox="1">
            <a:spLocks/>
          </p:cNvSpPr>
          <p:nvPr/>
        </p:nvSpPr>
        <p:spPr>
          <a:xfrm>
            <a:off x="271396" y="-71614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Feature Importance &amp; Selection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05917-4212-355C-6369-630B389A1094}"/>
              </a:ext>
            </a:extLst>
          </p:cNvPr>
          <p:cNvSpPr txBox="1"/>
          <p:nvPr/>
        </p:nvSpPr>
        <p:spPr>
          <a:xfrm>
            <a:off x="-7391044" y="1037871"/>
            <a:ext cx="63636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Computed permutation importances on validation set to rank predictors.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Selected a compact feature subset (store, dept, size, holiday, time features) for pruned-model experiments.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Visualized correlations and importances to guide feature pruning.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06A1956D-30B1-3D18-84DF-7303E1218E01}"/>
              </a:ext>
            </a:extLst>
          </p:cNvPr>
          <p:cNvSpPr txBox="1">
            <a:spLocks/>
          </p:cNvSpPr>
          <p:nvPr/>
        </p:nvSpPr>
        <p:spPr>
          <a:xfrm>
            <a:off x="5526303" y="5143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Hyperparameter Tuning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7B973-A214-3701-039C-CC6BE5F5545C}"/>
              </a:ext>
            </a:extLst>
          </p:cNvPr>
          <p:cNvSpPr txBox="1"/>
          <p:nvPr/>
        </p:nvSpPr>
        <p:spPr>
          <a:xfrm>
            <a:off x="1125533" y="5965160"/>
            <a:ext cx="770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Performed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GridSearchCV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with K-Fold CV on pruned features for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RandomForest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Optimized parameters such as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n_estimators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max_depth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, and splitting leaf settings using WMAE as the refit objective.</a:t>
            </a:r>
          </a:p>
        </p:txBody>
      </p:sp>
    </p:spTree>
    <p:extLst>
      <p:ext uri="{BB962C8B-B14F-4D97-AF65-F5344CB8AC3E}">
        <p14:creationId xmlns:p14="http://schemas.microsoft.com/office/powerpoint/2010/main" val="1994223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>
          <a:extLst>
            <a:ext uri="{FF2B5EF4-FFF2-40B4-BE49-F238E27FC236}">
              <a16:creationId xmlns:a16="http://schemas.microsoft.com/office/drawing/2014/main" id="{A7B55E68-563B-8514-1DBB-BA47614F8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81B1A371-F6B4-E028-3AF0-DF6F8CB0EAE3}"/>
              </a:ext>
            </a:extLst>
          </p:cNvPr>
          <p:cNvSpPr txBox="1">
            <a:spLocks/>
          </p:cNvSpPr>
          <p:nvPr/>
        </p:nvSpPr>
        <p:spPr>
          <a:xfrm>
            <a:off x="676510" y="45763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Feature Importance &amp; Selection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833B30-0213-E9A9-0AC5-35FCB870A80B}"/>
              </a:ext>
            </a:extLst>
          </p:cNvPr>
          <p:cNvSpPr txBox="1"/>
          <p:nvPr/>
        </p:nvSpPr>
        <p:spPr>
          <a:xfrm>
            <a:off x="676510" y="1153617"/>
            <a:ext cx="63636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Computed permutation importances on validation set to rank predictors.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Selected a compact feature subset (store, dept, size, holiday, time features) for pruned-model experiments.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Visualized correlations and importances to guide feature pruning.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D0204033-6D61-C17F-C90C-228A7A41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510" y="3031225"/>
            <a:ext cx="7704000" cy="572700"/>
          </a:xfrm>
        </p:spPr>
        <p:txBody>
          <a:bodyPr/>
          <a:lstStyle/>
          <a:p>
            <a:r>
              <a:rPr lang="en-US" dirty="0"/>
              <a:t>Hyperparameter Tuning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2C775A-D4EF-0197-DC90-DE9662AB3B35}"/>
              </a:ext>
            </a:extLst>
          </p:cNvPr>
          <p:cNvSpPr txBox="1"/>
          <p:nvPr/>
        </p:nvSpPr>
        <p:spPr>
          <a:xfrm>
            <a:off x="811438" y="3603925"/>
            <a:ext cx="770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Performed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GridSearchCV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with K-Fold CV on pruned features for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RandomForest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Optimized parameters such as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n_estimators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max_depth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, and splitting leaf settings using WMAE as the refit objective.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E7EC0850-56CE-2D0A-CB94-077D12CD592C}"/>
              </a:ext>
            </a:extLst>
          </p:cNvPr>
          <p:cNvSpPr txBox="1">
            <a:spLocks/>
          </p:cNvSpPr>
          <p:nvPr/>
        </p:nvSpPr>
        <p:spPr>
          <a:xfrm>
            <a:off x="-6609159" y="821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Ensemble &amp; Final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6BF8CD-14D4-EE37-9549-FF02C3EAB4AF}"/>
              </a:ext>
            </a:extLst>
          </p:cNvPr>
          <p:cNvSpPr txBox="1"/>
          <p:nvPr/>
        </p:nvSpPr>
        <p:spPr>
          <a:xfrm>
            <a:off x="-8074701" y="2449763"/>
            <a:ext cx="770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Trained final models on full training data and generated test predictions.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Built a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MeanEnsemble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that averages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RandomForest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and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ExtraTrees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predictions for robustness.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Packaged preprocessing + ensemble inside a scikit-learn Pipeline (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ColumnTransformer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for categorical,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boolean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, numeric pipelines).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C7AE4E6-5BCD-C1EB-4D58-32E082BB7F01}"/>
              </a:ext>
            </a:extLst>
          </p:cNvPr>
          <p:cNvSpPr txBox="1">
            <a:spLocks/>
          </p:cNvSpPr>
          <p:nvPr/>
        </p:nvSpPr>
        <p:spPr>
          <a:xfrm>
            <a:off x="-5273627" y="649132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Outputs &amp; Artifacts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F4EB69-26CF-796E-6402-69D12E5ECE98}"/>
              </a:ext>
            </a:extLst>
          </p:cNvPr>
          <p:cNvSpPr txBox="1"/>
          <p:nvPr/>
        </p:nvSpPr>
        <p:spPr>
          <a:xfrm>
            <a:off x="1094841" y="5990424"/>
            <a:ext cx="770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Generated multiple submission CSVs (individual models, pruned-models, ensemble).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Saved final trained pipeline as a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joblib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artifact for reproducibility and deployment.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Produced evaluation reports and feature-importance tables for model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3146546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>
          <a:extLst>
            <a:ext uri="{FF2B5EF4-FFF2-40B4-BE49-F238E27FC236}">
              <a16:creationId xmlns:a16="http://schemas.microsoft.com/office/drawing/2014/main" id="{32326660-73F7-374F-1768-2B7BC32D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7CA2DB1-0A3B-0752-67C5-948CDFF0F025}"/>
              </a:ext>
            </a:extLst>
          </p:cNvPr>
          <p:cNvSpPr txBox="1">
            <a:spLocks/>
          </p:cNvSpPr>
          <p:nvPr/>
        </p:nvSpPr>
        <p:spPr>
          <a:xfrm>
            <a:off x="438620" y="25930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Ensemble &amp; Final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2E637-8BA0-F145-4CD4-FE9EB5B43E2D}"/>
              </a:ext>
            </a:extLst>
          </p:cNvPr>
          <p:cNvSpPr txBox="1"/>
          <p:nvPr/>
        </p:nvSpPr>
        <p:spPr>
          <a:xfrm>
            <a:off x="594737" y="832006"/>
            <a:ext cx="770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Trained final models on full training data and generated test predictions.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Built a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MeanEnsemble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that averages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RandomForest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and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ExtraTrees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predictions for robustness.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Packaged preprocessing + ensemble inside a scikit-learn Pipeline (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ColumnTransformer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for categorical,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boolean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, numeric pipelines).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FBDEFDD2-5EB7-5AB3-177D-9087800DC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37" y="2674524"/>
            <a:ext cx="7704000" cy="572700"/>
          </a:xfrm>
        </p:spPr>
        <p:txBody>
          <a:bodyPr/>
          <a:lstStyle/>
          <a:p>
            <a:r>
              <a:rPr lang="en-US" dirty="0"/>
              <a:t>Outputs &amp; Artifacts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E49679-E6D0-D6FE-CEE9-6F102FB8BF74}"/>
              </a:ext>
            </a:extLst>
          </p:cNvPr>
          <p:cNvSpPr txBox="1"/>
          <p:nvPr/>
        </p:nvSpPr>
        <p:spPr>
          <a:xfrm>
            <a:off x="643429" y="3247224"/>
            <a:ext cx="770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Generated multiple submission CSVs (individual models, pruned-models, ensemble).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Saved final trained pipeline as a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joblib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 artifact for reproducibility and deployment.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Produced evaluation reports and feature-importance tables for model interpretation.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AF0E06-0CB5-4262-E7CD-283C0D3305F3}"/>
              </a:ext>
            </a:extLst>
          </p:cNvPr>
          <p:cNvSpPr txBox="1">
            <a:spLocks/>
          </p:cNvSpPr>
          <p:nvPr/>
        </p:nvSpPr>
        <p:spPr>
          <a:xfrm>
            <a:off x="392321" y="-62900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Key Takeaways &amp; 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351F2F-E331-9E1D-1BA3-7E2370ACC62B}"/>
              </a:ext>
            </a:extLst>
          </p:cNvPr>
          <p:cNvSpPr txBox="1"/>
          <p:nvPr/>
        </p:nvSpPr>
        <p:spPr>
          <a:xfrm>
            <a:off x="827921" y="5317157"/>
            <a:ext cx="81478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Tree-based ensembles + targeted feature engineering work well for retail demand forecasting.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Holidays and store-level attributes are strong demand drivers — WMAE ensures holidays are prioritized.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Next steps: tune boosting models (LGBM/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CatBoost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/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XGBoost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) further, experiment with stacking ensembles, and incorporate lag/rolling features or external promotions data.</a:t>
            </a:r>
          </a:p>
        </p:txBody>
      </p:sp>
    </p:spTree>
    <p:extLst>
      <p:ext uri="{BB962C8B-B14F-4D97-AF65-F5344CB8AC3E}">
        <p14:creationId xmlns:p14="http://schemas.microsoft.com/office/powerpoint/2010/main" val="4221505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>
          <a:extLst>
            <a:ext uri="{FF2B5EF4-FFF2-40B4-BE49-F238E27FC236}">
              <a16:creationId xmlns:a16="http://schemas.microsoft.com/office/drawing/2014/main" id="{0A65E765-CEF5-41CA-4E1E-9AF240FB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B862E31-A68C-2397-45BD-E33888DC2419}"/>
              </a:ext>
            </a:extLst>
          </p:cNvPr>
          <p:cNvSpPr txBox="1">
            <a:spLocks/>
          </p:cNvSpPr>
          <p:nvPr/>
        </p:nvSpPr>
        <p:spPr>
          <a:xfrm>
            <a:off x="446051" y="40056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Key Takeaways &amp; 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EF2E2-720B-8342-6813-E9433900FE1F}"/>
              </a:ext>
            </a:extLst>
          </p:cNvPr>
          <p:cNvSpPr txBox="1"/>
          <p:nvPr/>
        </p:nvSpPr>
        <p:spPr>
          <a:xfrm>
            <a:off x="550129" y="884053"/>
            <a:ext cx="81478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Tree-based ensembles + targeted feature engineering work well for retail demand forecasting.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Holidays and store-level attributes are strong demand drivers — WMAE ensures holidays are prioritized.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Next steps: tune boosting models (LGBM/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CatBoost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/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XGBoost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  <a:sym typeface="Barlow"/>
              </a:rPr>
              <a:t>) further, experiment with stacking ensembles, and incorporate lag/rolling features or external promotions data.</a:t>
            </a:r>
          </a:p>
        </p:txBody>
      </p:sp>
      <p:sp>
        <p:nvSpPr>
          <p:cNvPr id="3" name="Google Shape;1062;p32">
            <a:extLst>
              <a:ext uri="{FF2B5EF4-FFF2-40B4-BE49-F238E27FC236}">
                <a16:creationId xmlns:a16="http://schemas.microsoft.com/office/drawing/2014/main" id="{21777329-66C1-94E2-E658-F9887B8B26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12270" y="5957138"/>
            <a:ext cx="5385870" cy="6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Deployment</a:t>
            </a:r>
            <a:endParaRPr dirty="0"/>
          </a:p>
        </p:txBody>
      </p:sp>
      <p:sp>
        <p:nvSpPr>
          <p:cNvPr id="4" name="Google Shape;1063;p32">
            <a:extLst>
              <a:ext uri="{FF2B5EF4-FFF2-40B4-BE49-F238E27FC236}">
                <a16:creationId xmlns:a16="http://schemas.microsoft.com/office/drawing/2014/main" id="{602A0565-97FA-7FFC-003D-DE7E952A5C0C}"/>
              </a:ext>
            </a:extLst>
          </p:cNvPr>
          <p:cNvSpPr txBox="1">
            <a:spLocks/>
          </p:cNvSpPr>
          <p:nvPr/>
        </p:nvSpPr>
        <p:spPr>
          <a:xfrm>
            <a:off x="-212270" y="5445926"/>
            <a:ext cx="123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/>
              <a:t>03</a:t>
            </a:r>
            <a:endParaRPr lang="en" dirty="0"/>
          </a:p>
        </p:txBody>
      </p:sp>
      <p:sp>
        <p:nvSpPr>
          <p:cNvPr id="6" name="Google Shape;1062;p32">
            <a:extLst>
              <a:ext uri="{FF2B5EF4-FFF2-40B4-BE49-F238E27FC236}">
                <a16:creationId xmlns:a16="http://schemas.microsoft.com/office/drawing/2014/main" id="{DBB4F4B3-DAA3-8F4F-818D-552E5EC74F75}"/>
              </a:ext>
            </a:extLst>
          </p:cNvPr>
          <p:cNvSpPr txBox="1">
            <a:spLocks/>
          </p:cNvSpPr>
          <p:nvPr/>
        </p:nvSpPr>
        <p:spPr>
          <a:xfrm>
            <a:off x="-4177420" y="2571750"/>
            <a:ext cx="4969800" cy="198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29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By :</a:t>
            </a:r>
            <a:br>
              <a:rPr lang="en-US" dirty="0"/>
            </a:br>
            <a:r>
              <a:rPr lang="en-US" dirty="0"/>
              <a:t>Ahmed Mohamed</a:t>
            </a:r>
          </a:p>
        </p:txBody>
      </p:sp>
    </p:spTree>
    <p:extLst>
      <p:ext uri="{BB962C8B-B14F-4D97-AF65-F5344CB8AC3E}">
        <p14:creationId xmlns:p14="http://schemas.microsoft.com/office/powerpoint/2010/main" val="812114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1">
          <a:extLst>
            <a:ext uri="{FF2B5EF4-FFF2-40B4-BE49-F238E27FC236}">
              <a16:creationId xmlns:a16="http://schemas.microsoft.com/office/drawing/2014/main" id="{C53997C1-9D12-24EC-EEFD-A51826A20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32">
            <a:extLst>
              <a:ext uri="{FF2B5EF4-FFF2-40B4-BE49-F238E27FC236}">
                <a16:creationId xmlns:a16="http://schemas.microsoft.com/office/drawing/2014/main" id="{920777F3-994C-A2D5-B4F8-928490CB6A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5350" y="3912550"/>
            <a:ext cx="5385870" cy="6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Deployment</a:t>
            </a:r>
            <a:endParaRPr dirty="0"/>
          </a:p>
        </p:txBody>
      </p:sp>
      <p:sp>
        <p:nvSpPr>
          <p:cNvPr id="1063" name="Google Shape;1063;p32">
            <a:extLst>
              <a:ext uri="{FF2B5EF4-FFF2-40B4-BE49-F238E27FC236}">
                <a16:creationId xmlns:a16="http://schemas.microsoft.com/office/drawing/2014/main" id="{0B49CBD9-8EFA-4127-ACDE-A3B08B14DE6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375350" y="3401338"/>
            <a:ext cx="123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1064" name="Google Shape;1064;p32">
            <a:extLst>
              <a:ext uri="{FF2B5EF4-FFF2-40B4-BE49-F238E27FC236}">
                <a16:creationId xmlns:a16="http://schemas.microsoft.com/office/drawing/2014/main" id="{1CF78400-B522-89A1-9989-35677D3646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312"/>
          <a:stretch/>
        </p:blipFill>
        <p:spPr>
          <a:xfrm rot="-10560473">
            <a:off x="-85736" y="5195784"/>
            <a:ext cx="644576" cy="61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32">
            <a:extLst>
              <a:ext uri="{FF2B5EF4-FFF2-40B4-BE49-F238E27FC236}">
                <a16:creationId xmlns:a16="http://schemas.microsoft.com/office/drawing/2014/main" id="{F6C42C34-EB6D-C8CD-61DF-31B958D9E65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373675">
            <a:off x="7625483" y="803563"/>
            <a:ext cx="545374" cy="6516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6" name="Google Shape;1066;p32">
            <a:extLst>
              <a:ext uri="{FF2B5EF4-FFF2-40B4-BE49-F238E27FC236}">
                <a16:creationId xmlns:a16="http://schemas.microsoft.com/office/drawing/2014/main" id="{9BD0A012-0D1B-4B3A-03BD-F5B4D326F26B}"/>
              </a:ext>
            </a:extLst>
          </p:cNvPr>
          <p:cNvGrpSpPr/>
          <p:nvPr/>
        </p:nvGrpSpPr>
        <p:grpSpPr>
          <a:xfrm>
            <a:off x="4556198" y="-1018172"/>
            <a:ext cx="3395677" cy="3233223"/>
            <a:chOff x="4556198" y="-1018172"/>
            <a:chExt cx="3395677" cy="3233223"/>
          </a:xfrm>
        </p:grpSpPr>
        <p:pic>
          <p:nvPicPr>
            <p:cNvPr id="1067" name="Google Shape;1067;p32">
              <a:extLst>
                <a:ext uri="{FF2B5EF4-FFF2-40B4-BE49-F238E27FC236}">
                  <a16:creationId xmlns:a16="http://schemas.microsoft.com/office/drawing/2014/main" id="{20F16498-E6B3-063E-3541-C88C09B232D5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129173">
              <a:off x="5458994" y="-99937"/>
              <a:ext cx="1590107" cy="1667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8" name="Google Shape;1068;p32">
              <a:extLst>
                <a:ext uri="{FF2B5EF4-FFF2-40B4-BE49-F238E27FC236}">
                  <a16:creationId xmlns:a16="http://schemas.microsoft.com/office/drawing/2014/main" id="{B215C7E5-70D6-9913-8561-4EAADEB00C25}"/>
                </a:ext>
              </a:extLst>
            </p:cNvPr>
            <p:cNvSpPr/>
            <p:nvPr/>
          </p:nvSpPr>
          <p:spPr>
            <a:xfrm rot="-9925725">
              <a:off x="4838304" y="-703885"/>
              <a:ext cx="2831465" cy="2604649"/>
            </a:xfrm>
            <a:custGeom>
              <a:avLst/>
              <a:gdLst/>
              <a:ahLst/>
              <a:cxnLst/>
              <a:rect l="l" t="t" r="r" b="b"/>
              <a:pathLst>
                <a:path w="1189" h="1091" extrusionOk="0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9" name="Google Shape;1069;p32">
            <a:extLst>
              <a:ext uri="{FF2B5EF4-FFF2-40B4-BE49-F238E27FC236}">
                <a16:creationId xmlns:a16="http://schemas.microsoft.com/office/drawing/2014/main" id="{DF9B0444-B15C-4E23-C93B-13C88E44F130}"/>
              </a:ext>
            </a:extLst>
          </p:cNvPr>
          <p:cNvGrpSpPr/>
          <p:nvPr/>
        </p:nvGrpSpPr>
        <p:grpSpPr>
          <a:xfrm>
            <a:off x="-2572252" y="1415830"/>
            <a:ext cx="5267187" cy="5353036"/>
            <a:chOff x="-2572252" y="1415830"/>
            <a:chExt cx="5267187" cy="5353036"/>
          </a:xfrm>
        </p:grpSpPr>
        <p:sp>
          <p:nvSpPr>
            <p:cNvPr id="1070" name="Google Shape;1070;p32">
              <a:extLst>
                <a:ext uri="{FF2B5EF4-FFF2-40B4-BE49-F238E27FC236}">
                  <a16:creationId xmlns:a16="http://schemas.microsoft.com/office/drawing/2014/main" id="{FE43A641-71CC-F9D7-C0B4-AFC3D6844A10}"/>
                </a:ext>
              </a:extLst>
            </p:cNvPr>
            <p:cNvSpPr/>
            <p:nvPr/>
          </p:nvSpPr>
          <p:spPr>
            <a:xfrm rot="-7084128">
              <a:off x="-1953241" y="2181988"/>
              <a:ext cx="4029165" cy="3820719"/>
            </a:xfrm>
            <a:custGeom>
              <a:avLst/>
              <a:gdLst/>
              <a:ahLst/>
              <a:cxnLst/>
              <a:rect l="l" t="t" r="r" b="b"/>
              <a:pathLst>
                <a:path w="2514" h="2383" extrusionOk="0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32">
              <a:extLst>
                <a:ext uri="{FF2B5EF4-FFF2-40B4-BE49-F238E27FC236}">
                  <a16:creationId xmlns:a16="http://schemas.microsoft.com/office/drawing/2014/main" id="{E4E822F7-8929-7092-14D3-911321D0F41C}"/>
                </a:ext>
              </a:extLst>
            </p:cNvPr>
            <p:cNvSpPr/>
            <p:nvPr/>
          </p:nvSpPr>
          <p:spPr>
            <a:xfrm rot="-7084128">
              <a:off x="-1819489" y="2494589"/>
              <a:ext cx="3678359" cy="3314843"/>
            </a:xfrm>
            <a:custGeom>
              <a:avLst/>
              <a:gdLst/>
              <a:ahLst/>
              <a:cxnLst/>
              <a:rect l="l" t="t" r="r" b="b"/>
              <a:pathLst>
                <a:path w="2295" h="2067" extrusionOk="0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1062;p32">
            <a:extLst>
              <a:ext uri="{FF2B5EF4-FFF2-40B4-BE49-F238E27FC236}">
                <a16:creationId xmlns:a16="http://schemas.microsoft.com/office/drawing/2014/main" id="{6D9CB210-C303-90B7-DD0C-F155A56C2424}"/>
              </a:ext>
            </a:extLst>
          </p:cNvPr>
          <p:cNvSpPr txBox="1">
            <a:spLocks/>
          </p:cNvSpPr>
          <p:nvPr/>
        </p:nvSpPr>
        <p:spPr>
          <a:xfrm>
            <a:off x="410200" y="527162"/>
            <a:ext cx="4969800" cy="198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29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By :</a:t>
            </a:r>
            <a:br>
              <a:rPr lang="en-US" dirty="0"/>
            </a:br>
            <a:r>
              <a:rPr lang="en-US" dirty="0"/>
              <a:t>Ahmed Mohamed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15E35F-6369-6348-9472-726D70CB2953}"/>
              </a:ext>
            </a:extLst>
          </p:cNvPr>
          <p:cNvSpPr txBox="1">
            <a:spLocks/>
          </p:cNvSpPr>
          <p:nvPr/>
        </p:nvSpPr>
        <p:spPr>
          <a:xfrm>
            <a:off x="-5009064" y="94322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29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Zen Dots"/>
              <a:buNone/>
              <a:defRPr sz="36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Deployment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C210D-35D0-C0A4-A7D2-1D3C08A1192C}"/>
              </a:ext>
            </a:extLst>
          </p:cNvPr>
          <p:cNvSpPr txBox="1"/>
          <p:nvPr/>
        </p:nvSpPr>
        <p:spPr>
          <a:xfrm>
            <a:off x="720000" y="-1160191"/>
            <a:ext cx="6274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Built a web interface for the sales forecasting model.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Users can input store, department, date, and store info.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Communicates with a backend API to get predictions.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6DFF628B-3E77-F965-A302-F0D60C401DDC}"/>
              </a:ext>
            </a:extLst>
          </p:cNvPr>
          <p:cNvSpPr txBox="1">
            <a:spLocks/>
          </p:cNvSpPr>
          <p:nvPr/>
        </p:nvSpPr>
        <p:spPr>
          <a:xfrm>
            <a:off x="-3958480" y="244417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User Input Section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351BC-5604-7F07-CC2F-D01354C41889}"/>
              </a:ext>
            </a:extLst>
          </p:cNvPr>
          <p:cNvSpPr txBox="1"/>
          <p:nvPr/>
        </p:nvSpPr>
        <p:spPr>
          <a:xfrm>
            <a:off x="1434790" y="6225154"/>
            <a:ext cx="62744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Store &amp; Department: numeric inputs for store ID and department ID.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Store Details: store type (A/B/C) and store size.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Date Information: year, week, day.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Holiday Flag: checkbox to mark if the date is a holiday.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Inputs are organized using columns for layout clarity.</a:t>
            </a:r>
          </a:p>
        </p:txBody>
      </p:sp>
    </p:spTree>
    <p:extLst>
      <p:ext uri="{BB962C8B-B14F-4D97-AF65-F5344CB8AC3E}">
        <p14:creationId xmlns:p14="http://schemas.microsoft.com/office/powerpoint/2010/main" val="3907021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97E577-3F97-B3EB-2663-D31DAE171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A944DF-5843-BA8E-060A-D09E4E206888}"/>
              </a:ext>
            </a:extLst>
          </p:cNvPr>
          <p:cNvSpPr txBox="1"/>
          <p:nvPr/>
        </p:nvSpPr>
        <p:spPr>
          <a:xfrm>
            <a:off x="944135" y="1017725"/>
            <a:ext cx="6274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Built a web interface for the sales forecasting model.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Users can input store, department, date, and store info.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Communicates with a backend API to get predictions.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5C853A9C-7B3B-B3C7-35A1-5BA8604F8CD6}"/>
              </a:ext>
            </a:extLst>
          </p:cNvPr>
          <p:cNvSpPr txBox="1">
            <a:spLocks/>
          </p:cNvSpPr>
          <p:nvPr/>
        </p:nvSpPr>
        <p:spPr>
          <a:xfrm>
            <a:off x="720000" y="205526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User Input Section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2A8BDA-5890-1CD8-2566-336AC3A29FE6}"/>
              </a:ext>
            </a:extLst>
          </p:cNvPr>
          <p:cNvSpPr txBox="1"/>
          <p:nvPr/>
        </p:nvSpPr>
        <p:spPr>
          <a:xfrm>
            <a:off x="944136" y="2627961"/>
            <a:ext cx="62744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Store &amp; Department: numeric inputs for store ID and department ID.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Store Details: store type (A/B/C) and store size.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Date Information: year, week, day.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Holiday Flag: checkbox to mark if the date is a holiday.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Inputs are organized using columns for layout clarity.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6356BDB-C127-505D-8E88-5C0EB8E2DFF2}"/>
              </a:ext>
            </a:extLst>
          </p:cNvPr>
          <p:cNvSpPr txBox="1">
            <a:spLocks/>
          </p:cNvSpPr>
          <p:nvPr/>
        </p:nvSpPr>
        <p:spPr>
          <a:xfrm>
            <a:off x="-3757473" y="21577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/>
              <a:t>Prediction Trigger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830FE-CE2B-0DDB-C83D-D4DDBA476BB7}"/>
              </a:ext>
            </a:extLst>
          </p:cNvPr>
          <p:cNvSpPr txBox="1"/>
          <p:nvPr/>
        </p:nvSpPr>
        <p:spPr>
          <a:xfrm>
            <a:off x="8990469" y="1704631"/>
            <a:ext cx="6274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Predict Button: user clicks to request sales forecast.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Prepares a JSON payload with all input values.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Sends data to the API endpoint using a POST request.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FFE4E2A6-5723-FF0B-0A25-57DEEA5A101D}"/>
              </a:ext>
            </a:extLst>
          </p:cNvPr>
          <p:cNvSpPr txBox="1">
            <a:spLocks/>
          </p:cNvSpPr>
          <p:nvPr/>
        </p:nvSpPr>
        <p:spPr>
          <a:xfrm>
            <a:off x="-4845493" y="194105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API 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A6629-12B1-4134-CD1C-99F06B61E2C5}"/>
              </a:ext>
            </a:extLst>
          </p:cNvPr>
          <p:cNvSpPr txBox="1"/>
          <p:nvPr/>
        </p:nvSpPr>
        <p:spPr>
          <a:xfrm>
            <a:off x="1293305" y="6241191"/>
            <a:ext cx="62744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API URL: http://127.0.0.1:8000/predict (local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</a:rPr>
              <a:t>FastAPI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 server).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POST Request: sends user input for prediction.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Receives forecasted sales in JSON format.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Handles connection errors or unexpected responses gracefully.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>
          <a:extLst>
            <a:ext uri="{FF2B5EF4-FFF2-40B4-BE49-F238E27FC236}">
              <a16:creationId xmlns:a16="http://schemas.microsoft.com/office/drawing/2014/main" id="{A74D507D-1DFE-7EE2-1E6A-D5920025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CE88A0-1974-CB24-935B-BA6D17B5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Trigger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6398C-C93C-C08C-2D0C-0275AC51ABD2}"/>
              </a:ext>
            </a:extLst>
          </p:cNvPr>
          <p:cNvSpPr txBox="1"/>
          <p:nvPr/>
        </p:nvSpPr>
        <p:spPr>
          <a:xfrm>
            <a:off x="944135" y="1017725"/>
            <a:ext cx="6274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Predict Button: user clicks to request sales forecast.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Prepares a JSON payload with all input values.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Sends data to the API endpoint using a POST request.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F2EDAD1A-9A2E-73EC-7A2D-D4C794CA434B}"/>
              </a:ext>
            </a:extLst>
          </p:cNvPr>
          <p:cNvSpPr txBox="1">
            <a:spLocks/>
          </p:cNvSpPr>
          <p:nvPr/>
        </p:nvSpPr>
        <p:spPr>
          <a:xfrm>
            <a:off x="720000" y="205526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API Interaction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3D22EC-0ED3-6DF3-9365-5B11F0F1CCAC}"/>
              </a:ext>
            </a:extLst>
          </p:cNvPr>
          <p:cNvSpPr txBox="1"/>
          <p:nvPr/>
        </p:nvSpPr>
        <p:spPr>
          <a:xfrm>
            <a:off x="944136" y="2627961"/>
            <a:ext cx="62744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API URL: http://127.0.0.1:8000/predict (local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</a:rPr>
              <a:t>FastAPI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 server).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POST Request: sends user input for prediction.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Receives forecasted sales in JSON format.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Handles connection errors or unexpected responses gracefully.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7FBEC21-A111-A408-3A6C-569553D163C1}"/>
              </a:ext>
            </a:extLst>
          </p:cNvPr>
          <p:cNvSpPr txBox="1">
            <a:spLocks/>
          </p:cNvSpPr>
          <p:nvPr/>
        </p:nvSpPr>
        <p:spPr>
          <a:xfrm>
            <a:off x="720000" y="-73586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Output Display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B6496-97E5-F835-0B0C-3623E18A3361}"/>
              </a:ext>
            </a:extLst>
          </p:cNvPr>
          <p:cNvSpPr txBox="1"/>
          <p:nvPr/>
        </p:nvSpPr>
        <p:spPr>
          <a:xfrm>
            <a:off x="-6567835" y="463727"/>
            <a:ext cx="67130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Shows forecasted weekly sales in a user-friendly format.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Includes an expandable section to show full prediction details.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Error messages are displayed if the API fails or inputs are invalid.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C023F43A-4570-42C4-CEF7-99CB5B3A589A}"/>
              </a:ext>
            </a:extLst>
          </p:cNvPr>
          <p:cNvSpPr txBox="1">
            <a:spLocks/>
          </p:cNvSpPr>
          <p:nvPr/>
        </p:nvSpPr>
        <p:spPr>
          <a:xfrm>
            <a:off x="-6328982" y="397185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Key Features of Deployment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958BB0-6A36-C307-8C34-DA63A275A91B}"/>
              </a:ext>
            </a:extLst>
          </p:cNvPr>
          <p:cNvSpPr txBox="1"/>
          <p:nvPr/>
        </p:nvSpPr>
        <p:spPr>
          <a:xfrm>
            <a:off x="978859" y="5803680"/>
            <a:ext cx="62744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Interactive and intuitive UI using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</a:rPr>
              <a:t>Streamlit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Real-time prediction from the trained model.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Error handling ensures smooth user experience.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Ready for integration with backend API for scalable deployment.</a:t>
            </a:r>
          </a:p>
        </p:txBody>
      </p:sp>
    </p:spTree>
    <p:extLst>
      <p:ext uri="{BB962C8B-B14F-4D97-AF65-F5344CB8AC3E}">
        <p14:creationId xmlns:p14="http://schemas.microsoft.com/office/powerpoint/2010/main" val="3385360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>
          <a:extLst>
            <a:ext uri="{FF2B5EF4-FFF2-40B4-BE49-F238E27FC236}">
              <a16:creationId xmlns:a16="http://schemas.microsoft.com/office/drawing/2014/main" id="{0857D79C-D3CE-0DA9-A67E-C72DF24E1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F47C23-4B15-F0AD-5FC6-372FB8FD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Display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5B0D7-1D9D-14EA-3ED3-63D07817B0DD}"/>
              </a:ext>
            </a:extLst>
          </p:cNvPr>
          <p:cNvSpPr txBox="1"/>
          <p:nvPr/>
        </p:nvSpPr>
        <p:spPr>
          <a:xfrm>
            <a:off x="944135" y="1017725"/>
            <a:ext cx="67130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Shows forecasted weekly sales in a user-friendly format.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Includes an expandable section to show full prediction details.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Error messages are displayed if the API fails or inputs are invalid.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087F50E8-FB3C-9EAB-028D-CDAC31F16584}"/>
              </a:ext>
            </a:extLst>
          </p:cNvPr>
          <p:cNvSpPr txBox="1">
            <a:spLocks/>
          </p:cNvSpPr>
          <p:nvPr/>
        </p:nvSpPr>
        <p:spPr>
          <a:xfrm>
            <a:off x="720000" y="241833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Key Features of Deployment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E04299-8726-C8EB-9B87-C4A86F2F7BBA}"/>
              </a:ext>
            </a:extLst>
          </p:cNvPr>
          <p:cNvSpPr txBox="1"/>
          <p:nvPr/>
        </p:nvSpPr>
        <p:spPr>
          <a:xfrm>
            <a:off x="944134" y="2991032"/>
            <a:ext cx="62744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Interactive and intuitive UI using </a:t>
            </a:r>
            <a:r>
              <a:rPr lang="en-US" sz="1800" dirty="0" err="1">
                <a:solidFill>
                  <a:schemeClr val="tx1"/>
                </a:solidFill>
                <a:latin typeface="Bahnschrift" panose="020B0502040204020203" pitchFamily="34" charset="0"/>
              </a:rPr>
              <a:t>Streamlit</a:t>
            </a: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Real-time prediction from the trained model.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Error handling ensures smooth user experience.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Ready for integration with backend API for scalable deployment.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53CAD54-03A9-40E8-BA4C-8B8C1499C69C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AACFB-49B7-E0CA-13C2-161F1232EA53}"/>
              </a:ext>
            </a:extLst>
          </p:cNvPr>
          <p:cNvSpPr txBox="1"/>
          <p:nvPr/>
        </p:nvSpPr>
        <p:spPr>
          <a:xfrm>
            <a:off x="-6321248" y="421028"/>
            <a:ext cx="6274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Built a web interface for the sales forecasting model.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Users can input store, department, date, and store info.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Communicates with a backend API to get predictions.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3B941455-360A-539C-AEEF-6A429640DA71}"/>
              </a:ext>
            </a:extLst>
          </p:cNvPr>
          <p:cNvSpPr txBox="1">
            <a:spLocks/>
          </p:cNvSpPr>
          <p:nvPr/>
        </p:nvSpPr>
        <p:spPr>
          <a:xfrm>
            <a:off x="-5148364" y="2799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sz="22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sz="3000" b="1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User Input Section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F294AD-BB84-3AA4-6677-954068BD87F3}"/>
              </a:ext>
            </a:extLst>
          </p:cNvPr>
          <p:cNvSpPr txBox="1"/>
          <p:nvPr/>
        </p:nvSpPr>
        <p:spPr>
          <a:xfrm>
            <a:off x="1522870" y="5648954"/>
            <a:ext cx="62744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Store &amp; Department: numeric inputs for store ID and department ID.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Store Details: store type (A/B/C) and store size.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Date Information: year, week, day.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Holiday Flag: checkbox to mark if the date is a holiday.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Nunito Light"/>
              <a:buChar char="●"/>
            </a:pPr>
            <a:r>
              <a:rPr lang="en-US" sz="1800" dirty="0">
                <a:solidFill>
                  <a:schemeClr val="tx1"/>
                </a:solidFill>
                <a:latin typeface="Bahnschrift" panose="020B0502040204020203" pitchFamily="34" charset="0"/>
              </a:rPr>
              <a:t>Inputs are organized using columns for layout clarity.</a:t>
            </a:r>
          </a:p>
        </p:txBody>
      </p:sp>
    </p:spTree>
    <p:extLst>
      <p:ext uri="{BB962C8B-B14F-4D97-AF65-F5344CB8AC3E}">
        <p14:creationId xmlns:p14="http://schemas.microsoft.com/office/powerpoint/2010/main" val="2786520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47"/>
          <p:cNvSpPr txBox="1">
            <a:spLocks noGrp="1"/>
          </p:cNvSpPr>
          <p:nvPr>
            <p:ph type="title"/>
          </p:nvPr>
        </p:nvSpPr>
        <p:spPr>
          <a:xfrm>
            <a:off x="1263603" y="1873436"/>
            <a:ext cx="6616793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/>
              <a:t>Thanks For Listening</a:t>
            </a:r>
            <a:endParaRPr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limatology Data Analysis Tool Pitch Deck by Slidesgo">
  <a:themeElements>
    <a:clrScheme name="Simple Light">
      <a:dk1>
        <a:srgbClr val="E9E9E9"/>
      </a:dk1>
      <a:lt1>
        <a:srgbClr val="BEBEBE"/>
      </a:lt1>
      <a:dk2>
        <a:srgbClr val="072037"/>
      </a:dk2>
      <a:lt2>
        <a:srgbClr val="11293E"/>
      </a:lt2>
      <a:accent1>
        <a:srgbClr val="3C78D8"/>
      </a:accent1>
      <a:accent2>
        <a:srgbClr val="83B1FA"/>
      </a:accent2>
      <a:accent3>
        <a:srgbClr val="93C47D"/>
      </a:accent3>
      <a:accent4>
        <a:srgbClr val="E4A610"/>
      </a:accent4>
      <a:accent5>
        <a:srgbClr val="FFFFFF"/>
      </a:accent5>
      <a:accent6>
        <a:srgbClr val="FFFFFF"/>
      </a:accent6>
      <a:hlink>
        <a:srgbClr val="E9E9E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2597</Words>
  <Application>Microsoft Office PowerPoint</Application>
  <PresentationFormat>On-screen Show (16:9)</PresentationFormat>
  <Paragraphs>323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Zen Dots</vt:lpstr>
      <vt:lpstr>Bahnschrift</vt:lpstr>
      <vt:lpstr>Calibri</vt:lpstr>
      <vt:lpstr>Barlow</vt:lpstr>
      <vt:lpstr>Nunito Light</vt:lpstr>
      <vt:lpstr>Arial</vt:lpstr>
      <vt:lpstr>Climatology Data Analysis Tool Pitch Deck by Slidesgo</vt:lpstr>
      <vt:lpstr>Sales Forecasting and Demand Prediction</vt:lpstr>
      <vt:lpstr>TABLE OF CONTENTS</vt:lpstr>
      <vt:lpstr>INTRODUCTION</vt:lpstr>
      <vt:lpstr>PowerPoint Presentation</vt:lpstr>
      <vt:lpstr>DATA &amp; PREPROCESSING</vt:lpstr>
      <vt:lpstr>DATA &amp; PREPROCESSING</vt:lpstr>
      <vt:lpstr>Data Overview</vt:lpstr>
      <vt:lpstr>Handling Duplicates &amp; Data Integrity</vt:lpstr>
      <vt:lpstr>Outlier Detection &amp; Transformation</vt:lpstr>
      <vt:lpstr>Time-Series Preparation</vt:lpstr>
      <vt:lpstr>Test Data Preparation</vt:lpstr>
      <vt:lpstr>Modeling</vt:lpstr>
      <vt:lpstr>Modeling Overview</vt:lpstr>
      <vt:lpstr>Feature Engineering (Modeling-specific)</vt:lpstr>
      <vt:lpstr>Models Evaluated</vt:lpstr>
      <vt:lpstr>Hyperparameter Tuning</vt:lpstr>
      <vt:lpstr>Outputs &amp; Artifacts</vt:lpstr>
      <vt:lpstr>Deployment</vt:lpstr>
      <vt:lpstr>Deployment</vt:lpstr>
      <vt:lpstr>Deployment Overview</vt:lpstr>
      <vt:lpstr>Prediction Trigger</vt:lpstr>
      <vt:lpstr>Output Display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Forecasting and Demand Prediction</dc:title>
  <dc:creator>Ahmed</dc:creator>
  <cp:lastModifiedBy>Eyad Mostafa</cp:lastModifiedBy>
  <cp:revision>10</cp:revision>
  <dcterms:modified xsi:type="dcterms:W3CDTF">2025-12-09T17:55:20Z</dcterms:modified>
</cp:coreProperties>
</file>